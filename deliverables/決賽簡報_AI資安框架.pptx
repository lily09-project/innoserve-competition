
<file path=[Content_Types].xml><?xml version="1.0" encoding="utf-8"?>
<ns0:Types xmlns:ns0="http://schemas.openxmlformats.org/package/2006/content-types">
  <ns0:Default Extension="jpeg" ContentType="image/jpeg"/>
  <ns0:Default Extension="mp4" ContentType="video/mp4"/>
  <ns0:Default Extension="png" ContentType="image/png"/>
  <ns0:Default Extension="rels" ContentType="application/vnd.openxmlformats-package.relationships+xml"/>
  <ns0:Default Extension="xml" ContentType="application/xml"/>
  <ns0:Override PartName="/ppt/presentation.xml" ContentType="application/vnd.openxmlformats-officedocument.presentationml.presentation.main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heme/theme1.xml" ContentType="application/vnd.openxmlformats-officedocument.theme+xml"/>
  <ns0:Override PartName="/ppt/tableStyles.xml" ContentType="application/vnd.openxmlformats-officedocument.presentationml.tableStyles+xml"/>
  <ns0:Override PartName="/ppt/slideLayouts/slideLayout1.xml" ContentType="application/vnd.openxmlformats-officedocument.presentationml.slideLayout+xml"/>
  <ns0:Override PartName="/ppt/theme/theme2.xml" ContentType="application/vnd.openxmlformats-officedocument.theme+xml"/>
  <ns0:Override PartName="/ppt/tags/tag1.xml" ContentType="application/vnd.openxmlformats-officedocument.presentationml.tags+xml"/>
  <ns0:Override PartName="/ppt/tags/tag2.xml" ContentType="application/vnd.openxmlformats-officedocument.presentationml.tags+xml"/>
  <ns0:Override PartName="/ppt/tags/tag3.xml" ContentType="application/vnd.openxmlformats-officedocument.presentationml.tags+xml"/>
  <ns0:Override PartName="/ppt/tags/tag4.xml" ContentType="application/vnd.openxmlformats-officedocument.presentationml.tags+xml"/>
  <ns0:Override PartName="/ppt/tags/tag5.xml" ContentType="application/vnd.openxmlformats-officedocument.presentationml.tags+xml"/>
  <ns0:Override PartName="/ppt/tags/tag6.xml" ContentType="application/vnd.openxmlformats-officedocument.presentationml.tags+xml"/>
  <ns0:Override PartName="/ppt/tags/tag7.xml" ContentType="application/vnd.openxmlformats-officedocument.presentationml.tags+xml"/>
  <ns0:Override PartName="/ppt/tags/tag8.xml" ContentType="application/vnd.openxmlformats-officedocument.presentationml.tags+xml"/>
  <ns0:Override PartName="/ppt/tags/tag9.xml" ContentType="application/vnd.openxmlformats-officedocument.presentationml.tags+xml"/>
  <ns0:Override PartName="/ppt/tags/tag10.xml" ContentType="application/vnd.openxmlformats-officedocument.presentationml.tags+xml"/>
  <ns0:Override PartName="/ppt/tags/tag11.xml" ContentType="application/vnd.openxmlformats-officedocument.presentationml.tags+xml"/>
  <ns0:Override PartName="/ppt/notesSlides/notesSlide1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tags/tag12.xml" ContentType="application/vnd.openxmlformats-officedocument.presentationml.tags+xml"/>
  <ns0:Override PartName="/ppt/tags/tag13.xml" ContentType="application/vnd.openxmlformats-officedocument.presentationml.tags+xml"/>
  <ns0:Override PartName="/ppt/tags/tag14.xml" ContentType="application/vnd.openxmlformats-officedocument.presentationml.tags+xml"/>
  <ns0:Override PartName="/ppt/tags/tag15.xml" ContentType="application/vnd.openxmlformats-officedocument.presentationml.tags+xml"/>
  <ns0:Override PartName="/ppt/tags/tag16.xml" ContentType="application/vnd.openxmlformats-officedocument.presentationml.tags+xml"/>
  <ns0:Override PartName="/ppt/tags/tag17.xml" ContentType="application/vnd.openxmlformats-officedocument.presentationml.tags+xml"/>
  <ns0:Override PartName="/ppt/tags/tag18.xml" ContentType="application/vnd.openxmlformats-officedocument.presentationml.tags+xml"/>
  <ns0:Override PartName="/ppt/tags/tag19.xml" ContentType="application/vnd.openxmlformats-officedocument.presentationml.tags+xml"/>
  <ns0:Override PartName="/ppt/tags/tag20.xml" ContentType="application/vnd.openxmlformats-officedocument.presentationml.tags+xml"/>
  <ns0:Override PartName="/ppt/tags/tag21.xml" ContentType="application/vnd.openxmlformats-officedocument.presentationml.tags+xml"/>
  <ns0:Override PartName="/ppt/tags/tag22.xml" ContentType="application/vnd.openxmlformats-officedocument.presentationml.tags+xml"/>
  <ns0:Override PartName="/ppt/tags/tag23.xml" ContentType="application/vnd.openxmlformats-officedocument.presentationml.tags+xml"/>
  <ns0:Override PartName="/ppt/tags/tag24.xml" ContentType="application/vnd.openxmlformats-officedocument.presentationml.tags+xml"/>
  <ns0:Override PartName="/ppt/tags/tag25.xml" ContentType="application/vnd.openxmlformats-officedocument.presentationml.tags+xml"/>
  <ns0:Override PartName="/ppt/tags/tag26.xml" ContentType="application/vnd.openxmlformats-officedocument.presentationml.tags+xml"/>
  <ns0:Override PartName="/ppt/tags/tag27.xml" ContentType="application/vnd.openxmlformats-officedocument.presentationml.tags+xml"/>
  <ns0:Override PartName="/ppt/tags/tag28.xml" ContentType="application/vnd.openxmlformats-officedocument.presentationml.tags+xml"/>
  <ns0:Override PartName="/ppt/tags/tag29.xml" ContentType="application/vnd.openxmlformats-officedocument.presentationml.tags+xml"/>
  <ns0:Override PartName="/ppt/tags/tag30.xml" ContentType="application/vnd.openxmlformats-officedocument.presentationml.tags+xml"/>
  <ns0:Override PartName="/ppt/tags/tag31.xml" ContentType="application/vnd.openxmlformats-officedocument.presentationml.tags+xml"/>
  <ns0:Override PartName="/ppt/tags/tag32.xml" ContentType="application/vnd.openxmlformats-officedocument.presentationml.tags+xml"/>
  <ns0:Override PartName="/ppt/tags/tag33.xml" ContentType="application/vnd.openxmlformats-officedocument.presentationml.tags+xml"/>
  <ns0:Override PartName="/ppt/tags/tag34.xml" ContentType="application/vnd.openxmlformats-officedocument.presentationml.tags+xml"/>
  <ns0:Override PartName="/ppt/tags/tag35.xml" ContentType="application/vnd.openxmlformats-officedocument.presentationml.tags+xml"/>
  <ns0:Override PartName="/ppt/tags/tag36.xml" ContentType="application/vnd.openxmlformats-officedocument.presentationml.tags+xml"/>
  <ns0:Override PartName="/ppt/tags/tag37.xml" ContentType="application/vnd.openxmlformats-officedocument.presentationml.tags+xml"/>
  <ns0:Override PartName="/ppt/tags/tag38.xml" ContentType="application/vnd.openxmlformats-officedocument.presentationml.tags+xml"/>
  <ns0:Override PartName="/ppt/tags/tag39.xml" ContentType="application/vnd.openxmlformats-officedocument.presentationml.tags+xml"/>
  <ns0:Override PartName="/ppt/tags/tag40.xml" ContentType="application/vnd.openxmlformats-officedocument.presentationml.tags+xml"/>
  <ns0:Override PartName="/ppt/tags/tag41.xml" ContentType="application/vnd.openxmlformats-officedocument.presentationml.tags+xml"/>
  <ns0:Override PartName="/ppt/tags/tag42.xml" ContentType="application/vnd.openxmlformats-officedocument.presentationml.tags+xml"/>
  <ns0:Override PartName="/ppt/tags/tag43.xml" ContentType="application/vnd.openxmlformats-officedocument.presentationml.tags+xml"/>
  <ns0:Override PartName="/ppt/tags/tag44.xml" ContentType="application/vnd.openxmlformats-officedocument.presentationml.tags+xml"/>
  <ns0:Override PartName="/ppt/notesSlides/notesSlide3.xml" ContentType="application/vnd.openxmlformats-officedocument.presentationml.notesSlide+xml"/>
  <ns0:Override PartName="/ppt/tags/tag45.xml" ContentType="application/vnd.openxmlformats-officedocument.presentationml.tags+xml"/>
  <ns0:Override PartName="/ppt/tags/tag46.xml" ContentType="application/vnd.openxmlformats-officedocument.presentationml.tags+xml"/>
  <ns0:Override PartName="/ppt/tags/tag47.xml" ContentType="application/vnd.openxmlformats-officedocument.presentationml.tags+xml"/>
  <ns0:Override PartName="/ppt/tags/tag48.xml" ContentType="application/vnd.openxmlformats-officedocument.presentationml.tags+xml"/>
  <ns0:Override PartName="/ppt/tags/tag49.xml" ContentType="application/vnd.openxmlformats-officedocument.presentationml.tags+xml"/>
  <ns0:Override PartName="/ppt/tags/tag50.xml" ContentType="application/vnd.openxmlformats-officedocument.presentationml.tags+xml"/>
  <ns0:Override PartName="/ppt/tags/tag51.xml" ContentType="application/vnd.openxmlformats-officedocument.presentationml.tags+xml"/>
  <ns0:Override PartName="/ppt/tags/tag52.xml" ContentType="application/vnd.openxmlformats-officedocument.presentationml.tags+xml"/>
  <ns0:Override PartName="/ppt/tags/tag53.xml" ContentType="application/vnd.openxmlformats-officedocument.presentationml.tags+xml"/>
  <ns0:Override PartName="/ppt/tags/tag54.xml" ContentType="application/vnd.openxmlformats-officedocument.presentationml.tags+xml"/>
  <ns0:Override PartName="/ppt/tags/tag55.xml" ContentType="application/vnd.openxmlformats-officedocument.presentationml.tags+xml"/>
  <ns0:Override PartName="/ppt/tags/tag56.xml" ContentType="application/vnd.openxmlformats-officedocument.presentationml.tags+xml"/>
  <ns0:Override PartName="/ppt/tags/tag57.xml" ContentType="application/vnd.openxmlformats-officedocument.presentationml.tags+xml"/>
  <ns0:Override PartName="/ppt/tags/tag58.xml" ContentType="application/vnd.openxmlformats-officedocument.presentationml.tags+xml"/>
  <ns0:Override PartName="/ppt/tags/tag59.xml" ContentType="application/vnd.openxmlformats-officedocument.presentationml.tags+xml"/>
  <ns0:Override PartName="/ppt/tags/tag60.xml" ContentType="application/vnd.openxmlformats-officedocument.presentationml.tags+xml"/>
  <ns0:Override PartName="/ppt/tags/tag61.xml" ContentType="application/vnd.openxmlformats-officedocument.presentationml.tags+xml"/>
  <ns0:Override PartName="/ppt/tags/tag62.xml" ContentType="application/vnd.openxmlformats-officedocument.presentationml.tags+xml"/>
  <ns0:Override PartName="/ppt/notesSlides/notesSlide4.xml" ContentType="application/vnd.openxmlformats-officedocument.presentationml.notesSlide+xml"/>
  <ns0:Override PartName="/ppt/tags/tag63.xml" ContentType="application/vnd.openxmlformats-officedocument.presentationml.tags+xml"/>
  <ns0:Override PartName="/ppt/tags/tag64.xml" ContentType="application/vnd.openxmlformats-officedocument.presentationml.tags+xml"/>
  <ns0:Override PartName="/ppt/tags/tag65.xml" ContentType="application/vnd.openxmlformats-officedocument.presentationml.tags+xml"/>
  <ns0:Override PartName="/ppt/tags/tag66.xml" ContentType="application/vnd.openxmlformats-officedocument.presentationml.tags+xml"/>
  <ns0:Override PartName="/ppt/tags/tag67.xml" ContentType="application/vnd.openxmlformats-officedocument.presentationml.tags+xml"/>
  <ns0:Override PartName="/ppt/tags/tag68.xml" ContentType="application/vnd.openxmlformats-officedocument.presentationml.tags+xml"/>
  <ns0:Override PartName="/ppt/tags/tag69.xml" ContentType="application/vnd.openxmlformats-officedocument.presentationml.tags+xml"/>
  <ns0:Override PartName="/ppt/tags/tag70.xml" ContentType="application/vnd.openxmlformats-officedocument.presentationml.tags+xml"/>
  <ns0:Override PartName="/ppt/tags/tag71.xml" ContentType="application/vnd.openxmlformats-officedocument.presentationml.tags+xml"/>
  <ns0:Override PartName="/ppt/tags/tag72.xml" ContentType="application/vnd.openxmlformats-officedocument.presentationml.tags+xml"/>
  <ns0:Override PartName="/ppt/tags/tag73.xml" ContentType="application/vnd.openxmlformats-officedocument.presentationml.tags+xml"/>
  <ns0:Override PartName="/ppt/tags/tag74.xml" ContentType="application/vnd.openxmlformats-officedocument.presentationml.tags+xml"/>
  <ns0:Override PartName="/ppt/tags/tag75.xml" ContentType="application/vnd.openxmlformats-officedocument.presentationml.tags+xml"/>
  <ns0:Override PartName="/ppt/tags/tag76.xml" ContentType="application/vnd.openxmlformats-officedocument.presentationml.tags+xml"/>
  <ns0:Override PartName="/ppt/tags/tag77.xml" ContentType="application/vnd.openxmlformats-officedocument.presentationml.tags+xml"/>
  <ns0:Override PartName="/ppt/tags/tag78.xml" ContentType="application/vnd.openxmlformats-officedocument.presentationml.tags+xml"/>
  <ns0:Override PartName="/ppt/tags/tag79.xml" ContentType="application/vnd.openxmlformats-officedocument.presentationml.tags+xml"/>
  <ns0:Override PartName="/ppt/tags/tag80.xml" ContentType="application/vnd.openxmlformats-officedocument.presentationml.tags+xml"/>
  <ns0:Override PartName="/ppt/tags/tag81.xml" ContentType="application/vnd.openxmlformats-officedocument.presentationml.tags+xml"/>
  <ns0:Override PartName="/ppt/tags/tag82.xml" ContentType="application/vnd.openxmlformats-officedocument.presentationml.tags+xml"/>
  <ns0:Override PartName="/ppt/tags/tag83.xml" ContentType="application/vnd.openxmlformats-officedocument.presentationml.tags+xml"/>
  <ns0:Override PartName="/ppt/tags/tag84.xml" ContentType="application/vnd.openxmlformats-officedocument.presentationml.tags+xml"/>
  <ns0:Override PartName="/ppt/tags/tag85.xml" ContentType="application/vnd.openxmlformats-officedocument.presentationml.tags+xml"/>
  <ns0:Override PartName="/ppt/tags/tag86.xml" ContentType="application/vnd.openxmlformats-officedocument.presentationml.tags+xml"/>
  <ns0:Override PartName="/ppt/tags/tag87.xml" ContentType="application/vnd.openxmlformats-officedocument.presentationml.tags+xml"/>
  <ns0:Override PartName="/ppt/tags/tag88.xml" ContentType="application/vnd.openxmlformats-officedocument.presentationml.tags+xml"/>
  <ns0:Override PartName="/ppt/tags/tag89.xml" ContentType="application/vnd.openxmlformats-officedocument.presentationml.tags+xml"/>
  <ns0:Override PartName="/ppt/tags/tag90.xml" ContentType="application/vnd.openxmlformats-officedocument.presentationml.tags+xml"/>
  <ns0:Override PartName="/ppt/tags/tag91.xml" ContentType="application/vnd.openxmlformats-officedocument.presentationml.tags+xml"/>
  <ns0:Override PartName="/ppt/notesSlides/notesSlide5.xml" ContentType="application/vnd.openxmlformats-officedocument.presentationml.notesSlide+xml"/>
  <ns0:Override PartName="/ppt/tags/tag92.xml" ContentType="application/vnd.openxmlformats-officedocument.presentationml.tags+xml"/>
  <ns0:Override PartName="/ppt/tags/tag93.xml" ContentType="application/vnd.openxmlformats-officedocument.presentationml.tags+xml"/>
  <ns0:Override PartName="/ppt/tags/tag94.xml" ContentType="application/vnd.openxmlformats-officedocument.presentationml.tags+xml"/>
  <ns0:Override PartName="/ppt/tags/tag95.xml" ContentType="application/vnd.openxmlformats-officedocument.presentationml.tags+xml"/>
  <ns0:Override PartName="/ppt/tags/tag96.xml" ContentType="application/vnd.openxmlformats-officedocument.presentationml.tags+xml"/>
  <ns0:Override PartName="/ppt/tags/tag97.xml" ContentType="application/vnd.openxmlformats-officedocument.presentationml.tags+xml"/>
  <ns0:Override PartName="/ppt/tags/tag98.xml" ContentType="application/vnd.openxmlformats-officedocument.presentationml.tags+xml"/>
  <ns0:Override PartName="/ppt/tags/tag99.xml" ContentType="application/vnd.openxmlformats-officedocument.presentationml.tags+xml"/>
  <ns0:Override PartName="/ppt/tags/tag100.xml" ContentType="application/vnd.openxmlformats-officedocument.presentationml.tags+xml"/>
  <ns0:Override PartName="/ppt/tags/tag101.xml" ContentType="application/vnd.openxmlformats-officedocument.presentationml.tags+xml"/>
  <ns0:Override PartName="/ppt/tags/tag102.xml" ContentType="application/vnd.openxmlformats-officedocument.presentationml.tags+xml"/>
  <ns0:Override PartName="/ppt/tags/tag103.xml" ContentType="application/vnd.openxmlformats-officedocument.presentationml.tags+xml"/>
  <ns0:Override PartName="/ppt/tags/tag104.xml" ContentType="application/vnd.openxmlformats-officedocument.presentationml.tags+xml"/>
  <ns0:Override PartName="/ppt/tags/tag105.xml" ContentType="application/vnd.openxmlformats-officedocument.presentationml.tags+xml"/>
  <ns0:Override PartName="/ppt/tags/tag106.xml" ContentType="application/vnd.openxmlformats-officedocument.presentationml.tags+xml"/>
  <ns0:Override PartName="/ppt/tags/tag107.xml" ContentType="application/vnd.openxmlformats-officedocument.presentationml.tags+xml"/>
  <ns0:Override PartName="/ppt/tags/tag108.xml" ContentType="application/vnd.openxmlformats-officedocument.presentationml.tags+xml"/>
  <ns0:Override PartName="/ppt/tags/tag109.xml" ContentType="application/vnd.openxmlformats-officedocument.presentationml.tags+xml"/>
  <ns0:Override PartName="/ppt/notesSlides/notesSlide6.xml" ContentType="application/vnd.openxmlformats-officedocument.presentationml.notesSlide+xml"/>
  <ns0:Override PartName="/ppt/tags/tag110.xml" ContentType="application/vnd.openxmlformats-officedocument.presentationml.tags+xml"/>
  <ns0:Override PartName="/ppt/tags/tag111.xml" ContentType="application/vnd.openxmlformats-officedocument.presentationml.tags+xml"/>
  <ns0:Override PartName="/ppt/tags/tag112.xml" ContentType="application/vnd.openxmlformats-officedocument.presentationml.tags+xml"/>
  <ns0:Override PartName="/ppt/tags/tag113.xml" ContentType="application/vnd.openxmlformats-officedocument.presentationml.tags+xml"/>
  <ns0:Override PartName="/ppt/tags/tag114.xml" ContentType="application/vnd.openxmlformats-officedocument.presentationml.tags+xml"/>
  <ns0:Override PartName="/ppt/tags/tag115.xml" ContentType="application/vnd.openxmlformats-officedocument.presentationml.tags+xml"/>
  <ns0:Override PartName="/ppt/tags/tag116.xml" ContentType="application/vnd.openxmlformats-officedocument.presentationml.tags+xml"/>
  <ns0:Override PartName="/ppt/tags/tag117.xml" ContentType="application/vnd.openxmlformats-officedocument.presentationml.tags+xml"/>
  <ns0:Override PartName="/ppt/tags/tag118.xml" ContentType="application/vnd.openxmlformats-officedocument.presentationml.tags+xml"/>
  <ns0:Override PartName="/ppt/tags/tag119.xml" ContentType="application/vnd.openxmlformats-officedocument.presentationml.tags+xml"/>
  <ns0:Override PartName="/ppt/tags/tag120.xml" ContentType="application/vnd.openxmlformats-officedocument.presentationml.tags+xml"/>
  <ns0:Override PartName="/ppt/tags/tag121.xml" ContentType="application/vnd.openxmlformats-officedocument.presentationml.tags+xml"/>
  <ns0:Override PartName="/ppt/tags/tag122.xml" ContentType="application/vnd.openxmlformats-officedocument.presentationml.tags+xml"/>
  <ns0:Override PartName="/ppt/tags/tag123.xml" ContentType="application/vnd.openxmlformats-officedocument.presentationml.tags+xml"/>
  <ns0:Override PartName="/ppt/tags/tag124.xml" ContentType="application/vnd.openxmlformats-officedocument.presentationml.tags+xml"/>
  <ns0:Override PartName="/ppt/tags/tag125.xml" ContentType="application/vnd.openxmlformats-officedocument.presentationml.tags+xml"/>
  <ns0:Override PartName="/ppt/tags/tag126.xml" ContentType="application/vnd.openxmlformats-officedocument.presentationml.tags+xml"/>
  <ns0:Override PartName="/ppt/tags/tag127.xml" ContentType="application/vnd.openxmlformats-officedocument.presentationml.tags+xml"/>
  <ns0:Override PartName="/ppt/tags/tag128.xml" ContentType="application/vnd.openxmlformats-officedocument.presentationml.tags+xml"/>
  <ns0:Override PartName="/ppt/notesSlides/notesSlide7.xml" ContentType="application/vnd.openxmlformats-officedocument.presentationml.notesSlide+xml"/>
  <ns0:Override PartName="/ppt/tags/tag129.xml" ContentType="application/vnd.openxmlformats-officedocument.presentationml.tags+xml"/>
  <ns0:Override PartName="/ppt/tags/tag130.xml" ContentType="application/vnd.openxmlformats-officedocument.presentationml.tags+xml"/>
  <ns0:Override PartName="/ppt/tags/tag131.xml" ContentType="application/vnd.openxmlformats-officedocument.presentationml.tags+xml"/>
  <ns0:Override PartName="/ppt/tags/tag132.xml" ContentType="application/vnd.openxmlformats-officedocument.presentationml.tags+xml"/>
  <ns0:Override PartName="/ppt/tags/tag133.xml" ContentType="application/vnd.openxmlformats-officedocument.presentationml.tags+xml"/>
  <ns0:Override PartName="/ppt/tags/tag134.xml" ContentType="application/vnd.openxmlformats-officedocument.presentationml.tags+xml"/>
  <ns0:Override PartName="/ppt/tags/tag135.xml" ContentType="application/vnd.openxmlformats-officedocument.presentationml.tags+xml"/>
  <ns0:Override PartName="/ppt/tags/tag136.xml" ContentType="application/vnd.openxmlformats-officedocument.presentationml.tags+xml"/>
  <ns0:Override PartName="/ppt/tags/tag137.xml" ContentType="application/vnd.openxmlformats-officedocument.presentationml.tags+xml"/>
  <ns0:Override PartName="/ppt/tags/tag138.xml" ContentType="application/vnd.openxmlformats-officedocument.presentationml.tags+xml"/>
  <ns0:Override PartName="/ppt/tags/tag139.xml" ContentType="application/vnd.openxmlformats-officedocument.presentationml.tags+xml"/>
  <ns0:Override PartName="/ppt/tags/tag140.xml" ContentType="application/vnd.openxmlformats-officedocument.presentationml.tags+xml"/>
  <ns0:Override PartName="/ppt/tags/tag141.xml" ContentType="application/vnd.openxmlformats-officedocument.presentationml.tags+xml"/>
  <ns0:Override PartName="/ppt/tags/tag142.xml" ContentType="application/vnd.openxmlformats-officedocument.presentationml.tags+xml"/>
  <ns0:Override PartName="/ppt/tags/tag143.xml" ContentType="application/vnd.openxmlformats-officedocument.presentationml.tags+xml"/>
  <ns0:Override PartName="/ppt/tags/tag144.xml" ContentType="application/vnd.openxmlformats-officedocument.presentationml.tags+xml"/>
  <ns0:Override PartName="/ppt/tags/tag145.xml" ContentType="application/vnd.openxmlformats-officedocument.presentationml.tags+xml"/>
  <ns0:Override PartName="/ppt/tags/tag146.xml" ContentType="application/vnd.openxmlformats-officedocument.presentationml.tags+xml"/>
  <ns0:Override PartName="/ppt/tags/tag147.xml" ContentType="application/vnd.openxmlformats-officedocument.presentationml.tags+xml"/>
  <ns0:Override PartName="/ppt/tags/tag148.xml" ContentType="application/vnd.openxmlformats-officedocument.presentationml.tags+xml"/>
  <ns0:Override PartName="/ppt/notesSlides/notesSlide8.xml" ContentType="application/vnd.openxmlformats-officedocument.presentationml.notesSlide+xml"/>
  <ns0:Override PartName="/ppt/tags/tag149.xml" ContentType="application/vnd.openxmlformats-officedocument.presentationml.tags+xml"/>
  <ns0:Override PartName="/ppt/tags/tag150.xml" ContentType="application/vnd.openxmlformats-officedocument.presentationml.tags+xml"/>
  <ns0:Override PartName="/ppt/tags/tag151.xml" ContentType="application/vnd.openxmlformats-officedocument.presentationml.tags+xml"/>
  <ns0:Override PartName="/ppt/tags/tag152.xml" ContentType="application/vnd.openxmlformats-officedocument.presentationml.tags+xml"/>
  <ns0:Override PartName="/ppt/tags/tag153.xml" ContentType="application/vnd.openxmlformats-officedocument.presentationml.tags+xml"/>
  <ns0:Override PartName="/ppt/tags/tag154.xml" ContentType="application/vnd.openxmlformats-officedocument.presentationml.tags+xml"/>
  <ns0:Override PartName="/ppt/tags/tag155.xml" ContentType="application/vnd.openxmlformats-officedocument.presentationml.tags+xml"/>
  <ns0:Override PartName="/ppt/tags/tag156.xml" ContentType="application/vnd.openxmlformats-officedocument.presentationml.tags+xml"/>
  <ns0:Override PartName="/ppt/tags/tag157.xml" ContentType="application/vnd.openxmlformats-officedocument.presentationml.tags+xml"/>
  <ns0:Override PartName="/ppt/tags/tag158.xml" ContentType="application/vnd.openxmlformats-officedocument.presentationml.tags+xml"/>
  <ns0:Override PartName="/ppt/tags/tag159.xml" ContentType="application/vnd.openxmlformats-officedocument.presentationml.tags+xml"/>
  <ns0:Override PartName="/ppt/tags/tag160.xml" ContentType="application/vnd.openxmlformats-officedocument.presentationml.tags+xml"/>
  <ns0:Override PartName="/ppt/tags/tag161.xml" ContentType="application/vnd.openxmlformats-officedocument.presentationml.tags+xml"/>
  <ns0:Override PartName="/ppt/tags/tag162.xml" ContentType="application/vnd.openxmlformats-officedocument.presentationml.tags+xml"/>
  <ns0:Override PartName="/ppt/tags/tag163.xml" ContentType="application/vnd.openxmlformats-officedocument.presentationml.tags+xml"/>
  <ns0:Override PartName="/ppt/tags/tag164.xml" ContentType="application/vnd.openxmlformats-officedocument.presentationml.tags+xml"/>
  <ns0:Override PartName="/ppt/notesSlides/notesSlide9.xml" ContentType="application/vnd.openxmlformats-officedocument.presentationml.notesSlide+xml"/>
  <ns0:Override PartName="/ppt/tags/tag165.xml" ContentType="application/vnd.openxmlformats-officedocument.presentationml.tags+xml"/>
  <ns0:Override PartName="/ppt/tags/tag166.xml" ContentType="application/vnd.openxmlformats-officedocument.presentationml.tags+xml"/>
  <ns0:Override PartName="/ppt/tags/tag167.xml" ContentType="application/vnd.openxmlformats-officedocument.presentationml.tags+xml"/>
  <ns0:Override PartName="/ppt/tags/tag168.xml" ContentType="application/vnd.openxmlformats-officedocument.presentationml.tags+xml"/>
  <ns0:Override PartName="/ppt/tags/tag169.xml" ContentType="application/vnd.openxmlformats-officedocument.presentationml.tags+xml"/>
  <ns0:Override PartName="/ppt/tags/tag170.xml" ContentType="application/vnd.openxmlformats-officedocument.presentationml.tags+xml"/>
  <ns0:Override PartName="/ppt/tags/tag171.xml" ContentType="application/vnd.openxmlformats-officedocument.presentationml.tags+xml"/>
  <ns0:Override PartName="/ppt/tags/tag172.xml" ContentType="application/vnd.openxmlformats-officedocument.presentationml.tags+xml"/>
  <ns0:Override PartName="/ppt/tags/tag173.xml" ContentType="application/vnd.openxmlformats-officedocument.presentationml.tags+xml"/>
  <ns0:Override PartName="/ppt/tags/tag174.xml" ContentType="application/vnd.openxmlformats-officedocument.presentationml.tags+xml"/>
  <ns0:Override PartName="/ppt/tags/tag175.xml" ContentType="application/vnd.openxmlformats-officedocument.presentationml.tags+xml"/>
  <ns0:Override PartName="/ppt/tags/tag176.xml" ContentType="application/vnd.openxmlformats-officedocument.presentationml.tags+xml"/>
  <ns0:Override PartName="/ppt/tags/tag177.xml" ContentType="application/vnd.openxmlformats-officedocument.presentationml.tags+xml"/>
  <ns0:Override PartName="/ppt/tags/tag178.xml" ContentType="application/vnd.openxmlformats-officedocument.presentationml.tags+xml"/>
  <ns0:Override PartName="/ppt/tags/tag179.xml" ContentType="application/vnd.openxmlformats-officedocument.presentationml.tags+xml"/>
  <ns0:Override PartName="/ppt/tags/tag180.xml" ContentType="application/vnd.openxmlformats-officedocument.presentationml.tags+xml"/>
  <ns0:Override PartName="/ppt/tags/tag181.xml" ContentType="application/vnd.openxmlformats-officedocument.presentationml.tags+xml"/>
  <ns0:Override PartName="/ppt/tags/tag182.xml" ContentType="application/vnd.openxmlformats-officedocument.presentationml.tags+xml"/>
  <ns0:Override PartName="/ppt/tags/tag183.xml" ContentType="application/vnd.openxmlformats-officedocument.presentationml.tags+xml"/>
  <ns0:Override PartName="/ppt/tags/tag184.xml" ContentType="application/vnd.openxmlformats-officedocument.presentationml.tags+xml"/>
  <ns0:Override PartName="/ppt/tags/tag185.xml" ContentType="application/vnd.openxmlformats-officedocument.presentationml.tags+xml"/>
  <ns0:Override PartName="/ppt/tags/tag186.xml" ContentType="application/vnd.openxmlformats-officedocument.presentationml.tags+xml"/>
  <ns0:Override PartName="/ppt/tags/tag187.xml" ContentType="application/vnd.openxmlformats-officedocument.presentationml.tags+xml"/>
  <ns0:Override PartName="/ppt/notesSlides/notesSlide10.xml" ContentType="application/vnd.openxmlformats-officedocument.presentationml.notesSlide+xml"/>
  <ns0:Override PartName="/ppt/tags/tag188.xml" ContentType="application/vnd.openxmlformats-officedocument.presentationml.tags+xml"/>
  <ns0:Override PartName="/ppt/tags/tag189.xml" ContentType="application/vnd.openxmlformats-officedocument.presentationml.tags+xml"/>
  <ns0:Override PartName="/ppt/tags/tag190.xml" ContentType="application/vnd.openxmlformats-officedocument.presentationml.tags+xml"/>
  <ns0:Override PartName="/ppt/tags/tag191.xml" ContentType="application/vnd.openxmlformats-officedocument.presentationml.tags+xml"/>
  <ns0:Override PartName="/ppt/tags/tag192.xml" ContentType="application/vnd.openxmlformats-officedocument.presentationml.tags+xml"/>
  <ns0:Override PartName="/ppt/tags/tag193.xml" ContentType="application/vnd.openxmlformats-officedocument.presentationml.tags+xml"/>
  <ns0:Override PartName="/ppt/tags/tag194.xml" ContentType="application/vnd.openxmlformats-officedocument.presentationml.tags+xml"/>
  <ns0:Override PartName="/ppt/tags/tag195.xml" ContentType="application/vnd.openxmlformats-officedocument.presentationml.tags+xml"/>
  <ns0:Override PartName="/ppt/tags/tag196.xml" ContentType="application/vnd.openxmlformats-officedocument.presentationml.tags+xml"/>
  <ns0:Override PartName="/ppt/tags/tag197.xml" ContentType="application/vnd.openxmlformats-officedocument.presentationml.tags+xml"/>
  <ns0:Override PartName="/ppt/tags/tag198.xml" ContentType="application/vnd.openxmlformats-officedocument.presentationml.tags+xml"/>
  <ns0:Override PartName="/ppt/tags/tag199.xml" ContentType="application/vnd.openxmlformats-officedocument.presentationml.tags+xml"/>
  <ns0:Override PartName="/ppt/tags/tag200.xml" ContentType="application/vnd.openxmlformats-officedocument.presentationml.tags+xml"/>
  <ns0:Override PartName="/ppt/tags/tag201.xml" ContentType="application/vnd.openxmlformats-officedocument.presentationml.tags+xml"/>
  <ns0:Override PartName="/ppt/tags/tag202.xml" ContentType="application/vnd.openxmlformats-officedocument.presentationml.tags+xml"/>
  <ns0:Override PartName="/ppt/tags/tag203.xml" ContentType="application/vnd.openxmlformats-officedocument.presentationml.tags+xml"/>
  <ns0:Override PartName="/ppt/tags/tag204.xml" ContentType="application/vnd.openxmlformats-officedocument.presentationml.tags+xml"/>
  <ns0:Override PartName="/ppt/tags/tag205.xml" ContentType="application/vnd.openxmlformats-officedocument.presentationml.tags+xml"/>
  <ns0:Override PartName="/ppt/tags/tag206.xml" ContentType="application/vnd.openxmlformats-officedocument.presentationml.tags+xml"/>
  <ns0:Override PartName="/ppt/tags/tag207.xml" ContentType="application/vnd.openxmlformats-officedocument.presentationml.tags+xml"/>
  <ns0:Override PartName="/ppt/tags/tag208.xml" ContentType="application/vnd.openxmlformats-officedocument.presentationml.tags+xml"/>
  <ns0:Override PartName="/ppt/tags/tag209.xml" ContentType="application/vnd.openxmlformats-officedocument.presentationml.tags+xml"/>
  <ns0:Override PartName="/ppt/notesSlides/notesSlide11.xml" ContentType="application/vnd.openxmlformats-officedocument.presentationml.notesSlide+xml"/>
  <ns0:Override PartName="/ppt/tags/tag210.xml" ContentType="application/vnd.openxmlformats-officedocument.presentationml.tags+xml"/>
  <ns0:Override PartName="/ppt/tags/tag211.xml" ContentType="application/vnd.openxmlformats-officedocument.presentationml.tags+xml"/>
  <ns0:Override PartName="/ppt/tags/tag212.xml" ContentType="application/vnd.openxmlformats-officedocument.presentationml.tags+xml"/>
  <ns0:Override PartName="/ppt/tags/tag213.xml" ContentType="application/vnd.openxmlformats-officedocument.presentationml.tags+xml"/>
  <ns0:Override PartName="/ppt/tags/tag214.xml" ContentType="application/vnd.openxmlformats-officedocument.presentationml.tags+xml"/>
  <ns0:Override PartName="/ppt/tags/tag215.xml" ContentType="application/vnd.openxmlformats-officedocument.presentationml.tags+xml"/>
  <ns0:Override PartName="/ppt/tags/tag216.xml" ContentType="application/vnd.openxmlformats-officedocument.presentationml.tags+xml"/>
  <ns0:Override PartName="/ppt/tags/tag217.xml" ContentType="application/vnd.openxmlformats-officedocument.presentationml.tags+xml"/>
  <ns0:Override PartName="/ppt/tags/tag218.xml" ContentType="application/vnd.openxmlformats-officedocument.presentationml.tags+xml"/>
  <ns0:Override PartName="/ppt/tags/tag219.xml" ContentType="application/vnd.openxmlformats-officedocument.presentationml.tags+xml"/>
  <ns0:Override PartName="/ppt/tags/tag220.xml" ContentType="application/vnd.openxmlformats-officedocument.presentationml.tags+xml"/>
  <ns0:Override PartName="/ppt/tags/tag221.xml" ContentType="application/vnd.openxmlformats-officedocument.presentationml.tags+xml"/>
  <ns0:Override PartName="/ppt/tags/tag222.xml" ContentType="application/vnd.openxmlformats-officedocument.presentationml.tags+xml"/>
  <ns0:Override PartName="/ppt/tags/tag223.xml" ContentType="application/vnd.openxmlformats-officedocument.presentationml.tags+xml"/>
  <ns0:Override PartName="/ppt/tags/tag224.xml" ContentType="application/vnd.openxmlformats-officedocument.presentationml.tags+xml"/>
  <ns0:Override PartName="/ppt/tags/tag225.xml" ContentType="application/vnd.openxmlformats-officedocument.presentationml.tags+xml"/>
  <ns0:Override PartName="/ppt/tags/tag226.xml" ContentType="application/vnd.openxmlformats-officedocument.presentationml.tags+xml"/>
  <ns0:Override PartName="/ppt/tags/tag227.xml" ContentType="application/vnd.openxmlformats-officedocument.presentationml.tags+xml"/>
  <ns0:Override PartName="/ppt/tags/tag228.xml" ContentType="application/vnd.openxmlformats-officedocument.presentationml.tags+xml"/>
  <ns0:Override PartName="/ppt/tags/tag229.xml" ContentType="application/vnd.openxmlformats-officedocument.presentationml.tags+xml"/>
  <ns0:Override PartName="/ppt/tags/tag230.xml" ContentType="application/vnd.openxmlformats-officedocument.presentationml.tags+xml"/>
  <ns0:Override PartName="/ppt/tags/tag231.xml" ContentType="application/vnd.openxmlformats-officedocument.presentationml.tags+xml"/>
  <ns0:Override PartName="/ppt/tags/tag232.xml" ContentType="application/vnd.openxmlformats-officedocument.presentationml.tags+xml"/>
  <ns0:Override PartName="/ppt/notesSlides/notesSlide12.xml" ContentType="application/vnd.openxmlformats-officedocument.presentationml.notesSlide+xml"/>
  <ns0:Override PartName="/docProps/core.xml" ContentType="application/vnd.openxmlformats-package.core-properties+xml"/>
  <ns0:Override PartName="/docProps/app.xml" ContentType="application/vnd.openxmlformats-officedocument.extended-properties+xml"/>
</ns0: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TW">
        <a:latin typeface="Times New Roman"/>
        <a:ea typeface="DFKai-SB"/>
        <a:cs typeface="Times New Roman"/>
      </a:defRPr>
    </a:defPPr>
    <a:lvl1pPr marL="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1pPr>
    <a:lvl2pPr marL="457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2pPr>
    <a:lvl3pPr marL="914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3pPr>
    <a:lvl4pPr marL="1371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4pPr>
    <a:lvl5pPr marL="18288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5pPr>
    <a:lvl6pPr marL="22860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6pPr>
    <a:lvl7pPr marL="27432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7pPr>
    <a:lvl8pPr marL="32004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8pPr>
    <a:lvl9pPr marL="3657600" algn="l" defTabSz="457200" rtl="0" eaLnBrk="1" latinLnBrk="0" hangingPunct="1">
      <a:defRPr lang="zh-TW" sz="1800" kern="1200">
        <a:solidFill>
          <a:schemeClr val="tx1"/>
        </a:solidFill>
        <a:latin typeface="Times New Roman"/>
        <a:ea typeface="DFKai-SB"/>
        <a:cs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lang="zh-TW" sz="1200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我們把入侵偵測、案例證據與受控處置串成同一事件流程，讓管理者能核對判斷依據，並追蹤處置與回復。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本頁為三十秒、兩倍速內嵌方法動畫，進入頁面後播放一次，結束停留。先讓評審看見同一事件的完整流程，再接續架構說明；影片計入五分鐘流程。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前段讓兩種模型分析同一筆流量。CTBM掌握封包內容、時間差與方向，PBCNN補充短視窗的位元組模式；經校準與融合閘門整合後，輸出十七類判定、信心與流量表徵。這些表徵會接到下一頁的案例檢索。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我們把五百一十二維流量表徵與十七維類別機率，組成五百二十九維任務向量，查詢只由訓練資料建立的案例庫。檢索同時考慮流量特徵與判定資訊，本機AI再依前五筆案例核對證據，回傳支持、複核或不確定；正式分類與稽核結論保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策略閘門檢查範圍、動作白名單與有效期，通過後才套用並讀回規則，再於到期撤銷。六種隔離情境包含四種套用規則、兩種監測或蒐證；背景服務六種皆保留，回復完整性六種皆通過。這裡呈現的是隔離TCP交易與回條驗證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十七類整合重跑與六種隔離情境，驗證了同事件的判定、證據和回復紀錄。感謝聆聽，敬請指教。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Q1：創新在哪裡？與一般 IDS 加上 RAG 有何不同？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把流量表徵與類別機率組成任務向量，檢索相關證據。AI 保留正式分類，同一事件一路連到策略與回復回條。互補判定 → 案例檢索 → 證據稽核 → 受控處置。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Q2：如何證明前段判斷與後段處置已經串起來？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17 類本機推論與 AI 稽核已逐類執行，產物使用同一事件 ID。6 種隔離情境的回條綁定同次執行，過期執行 ID 會被拒絕。分類、Top-5、Judge、策略與回條綁定同一事件。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Q3：評估資料如何切分？案例庫是否洩漏測試答案？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偵測比較使用相同 18,998 筆測試；案例庫只由訓練資料建立。檢索使用 1,550 筆案例、463 筆查詢，訓練與查詢沒有重疊。偵測與檢索分開評估；AI 輸入不包含真實標籤。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Q4：AI 若支持錯誤判斷，如何避免直接誤封？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30 筆偵測誤判有 18 筆分流；其餘 12 筆仍獲 AI 支持。處置另經信心、政策、動作白名單與期限檢查，並可到期撤銷。AI 不改寫正式分類；複核／不確定走監測或蒐證。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TW" dirty="0">
                <a:latin typeface="Times New Roman"/>
                <a:ea typeface="DFKai-SB"/>
                <a:cs typeface="Times New Roman"/>
              </a:rPr>
              <a:t>答詢備用，不在五分鐘報告主動講述。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Q5：6/6 是否代表各種真實攻擊都能完全防住？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6/6 指隔離 TCP 情境中的背景服務保留及回復完整性。4 種情境套用規則、2 種監測或蒐證；不等同真實攻擊防禦率。偵測 Accuracy 98.08%、Macro-F1 93.05% 另依測試集計算。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Q6：如何部署、保護資料，並接到既有環境？</a:t>
            </a:r>
          </a:p>
          <a:p>
            <a:endParaRPr lang="zh-TW" dirty="0">
              <a:latin typeface="Times New Roman"/>
              <a:ea typeface="DFKai-SB"/>
              <a:cs typeface="Times New Roman"/>
            </a:endParaRPr>
          </a:p>
          <a:p>
            <a:r>
              <a:rPr lang="zh-TW" dirty="0">
                <a:latin typeface="Times New Roman"/>
                <a:ea typeface="DFKai-SB"/>
                <a:cs typeface="Times New Roman"/>
              </a:rPr>
              <a:t>本機 GPU 模型與本機案例庫處理事件，敏感欄位先遮罩。17 類已以前處理張量驗證；場域接入依資料介面配置。本機 AI 稽核；私有權重、輸入及逐筆回覆不公開。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10/29/2026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altLang="zh-TW" smtClean="0">
                <a:latin typeface="Times New Roman"/>
                <a:ea typeface="DFKai-SB"/>
                <a:cs typeface="Times New Roman"/>
              </a:rPr>
              <a:t>10/29/2026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zh-TW"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lang="zh-TW" sz="33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Times New Roman"/>
        <a:buChar char="•"/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Times New Roman"/>
        <a:buChar char="–"/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Times New Roman"/>
        <a:buChar char="–"/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Times New Roman"/>
        <a:buChar char="»"/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Times New Roman"/>
        <a:buChar char="•"/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lang="zh-TW"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lang="zh-TW" sz="17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lang="zh-TW" sz="16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lang="zh-TW" sz="145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lang="zh-TW" sz="135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lang="zh-TW" sz="125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lang="zh-TW" sz="11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lang="zh-TW" sz="1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lang="zh-TW" sz="9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notesSlide" Target="../notesSlides/notesSlide1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s/_rels/slide2.xml.rels><?xml version='1.0' encoding='utf-8'?>
<ns0:Relationships xmlns:ns0="http://schemas.openxmlformats.org/package/2006/relationships"><ns0:Relationship Id="rId3" Type="http://schemas.openxmlformats.org/officeDocument/2006/relationships/slideLayout" Target="../slideLayouts/slideLayout1.xml" /><ns0:Relationship Id="rId2" Type="http://schemas.openxmlformats.org/officeDocument/2006/relationships/video" Target="../media/opening-film.mp4" /><ns0:Relationship Id="rId1" Type="http://schemas.microsoft.com/office/2007/relationships/media" Target="../media/opening-film.mp4" /><ns0:Relationship Id="rId5" Type="http://schemas.openxmlformats.org/officeDocument/2006/relationships/image" Target="../media/opening-poster.png" /><ns0:Relationship Id="rId4" Type="http://schemas.openxmlformats.org/officeDocument/2006/relationships/notesSlide" Target="../notesSlides/notesSlide2.xml" /></ns0: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24.xml"/><Relationship Id="rId18" Type="http://schemas.openxmlformats.org/officeDocument/2006/relationships/tags" Target="../tags/tag29.xml"/><Relationship Id="rId26" Type="http://schemas.openxmlformats.org/officeDocument/2006/relationships/tags" Target="../tags/tag37.xml"/><Relationship Id="rId3" Type="http://schemas.openxmlformats.org/officeDocument/2006/relationships/tags" Target="../tags/tag14.xml"/><Relationship Id="rId21" Type="http://schemas.openxmlformats.org/officeDocument/2006/relationships/tags" Target="../tags/tag32.xml"/><Relationship Id="rId34" Type="http://schemas.openxmlformats.org/officeDocument/2006/relationships/slideLayout" Target="../slideLayouts/slideLayout1.xml"/><Relationship Id="rId7" Type="http://schemas.openxmlformats.org/officeDocument/2006/relationships/tags" Target="../tags/tag18.xml"/><Relationship Id="rId12" Type="http://schemas.openxmlformats.org/officeDocument/2006/relationships/tags" Target="../tags/tag23.xml"/><Relationship Id="rId17" Type="http://schemas.openxmlformats.org/officeDocument/2006/relationships/tags" Target="../tags/tag28.xml"/><Relationship Id="rId25" Type="http://schemas.openxmlformats.org/officeDocument/2006/relationships/tags" Target="../tags/tag36.xml"/><Relationship Id="rId33" Type="http://schemas.openxmlformats.org/officeDocument/2006/relationships/tags" Target="../tags/tag44.xml"/><Relationship Id="rId2" Type="http://schemas.openxmlformats.org/officeDocument/2006/relationships/tags" Target="../tags/tag13.xml"/><Relationship Id="rId16" Type="http://schemas.openxmlformats.org/officeDocument/2006/relationships/tags" Target="../tags/tag27.xml"/><Relationship Id="rId20" Type="http://schemas.openxmlformats.org/officeDocument/2006/relationships/tags" Target="../tags/tag31.xml"/><Relationship Id="rId29" Type="http://schemas.openxmlformats.org/officeDocument/2006/relationships/tags" Target="../tags/tag40.xml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tags" Target="../tags/tag22.xml"/><Relationship Id="rId24" Type="http://schemas.openxmlformats.org/officeDocument/2006/relationships/tags" Target="../tags/tag35.xml"/><Relationship Id="rId32" Type="http://schemas.openxmlformats.org/officeDocument/2006/relationships/tags" Target="../tags/tag43.xml"/><Relationship Id="rId5" Type="http://schemas.openxmlformats.org/officeDocument/2006/relationships/tags" Target="../tags/tag16.xml"/><Relationship Id="rId15" Type="http://schemas.openxmlformats.org/officeDocument/2006/relationships/tags" Target="../tags/tag26.xml"/><Relationship Id="rId23" Type="http://schemas.openxmlformats.org/officeDocument/2006/relationships/tags" Target="../tags/tag34.xml"/><Relationship Id="rId28" Type="http://schemas.openxmlformats.org/officeDocument/2006/relationships/tags" Target="../tags/tag39.xml"/><Relationship Id="rId10" Type="http://schemas.openxmlformats.org/officeDocument/2006/relationships/tags" Target="../tags/tag21.xml"/><Relationship Id="rId19" Type="http://schemas.openxmlformats.org/officeDocument/2006/relationships/tags" Target="../tags/tag30.xml"/><Relationship Id="rId31" Type="http://schemas.openxmlformats.org/officeDocument/2006/relationships/tags" Target="../tags/tag42.xml"/><Relationship Id="rId4" Type="http://schemas.openxmlformats.org/officeDocument/2006/relationships/tags" Target="../tags/tag15.xml"/><Relationship Id="rId9" Type="http://schemas.openxmlformats.org/officeDocument/2006/relationships/tags" Target="../tags/tag20.xml"/><Relationship Id="rId14" Type="http://schemas.openxmlformats.org/officeDocument/2006/relationships/tags" Target="../tags/tag25.xml"/><Relationship Id="rId22" Type="http://schemas.openxmlformats.org/officeDocument/2006/relationships/tags" Target="../tags/tag33.xml"/><Relationship Id="rId27" Type="http://schemas.openxmlformats.org/officeDocument/2006/relationships/tags" Target="../tags/tag38.xml"/><Relationship Id="rId30" Type="http://schemas.openxmlformats.org/officeDocument/2006/relationships/tags" Target="../tags/tag41.xml"/><Relationship Id="rId35" Type="http://schemas.openxmlformats.org/officeDocument/2006/relationships/notesSlide" Target="../notesSlides/notesSlide3.xml"/><Relationship Id="rId8" Type="http://schemas.openxmlformats.org/officeDocument/2006/relationships/tags" Target="../tags/tag1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notesSlide" Target="../notesSlides/notesSlide4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10" Type="http://schemas.openxmlformats.org/officeDocument/2006/relationships/tags" Target="../tags/tag54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70.xml"/><Relationship Id="rId13" Type="http://schemas.openxmlformats.org/officeDocument/2006/relationships/tags" Target="../tags/tag75.xml"/><Relationship Id="rId18" Type="http://schemas.openxmlformats.org/officeDocument/2006/relationships/tags" Target="../tags/tag80.xml"/><Relationship Id="rId26" Type="http://schemas.openxmlformats.org/officeDocument/2006/relationships/tags" Target="../tags/tag88.xml"/><Relationship Id="rId3" Type="http://schemas.openxmlformats.org/officeDocument/2006/relationships/tags" Target="../tags/tag65.xml"/><Relationship Id="rId21" Type="http://schemas.openxmlformats.org/officeDocument/2006/relationships/tags" Target="../tags/tag83.xml"/><Relationship Id="rId7" Type="http://schemas.openxmlformats.org/officeDocument/2006/relationships/tags" Target="../tags/tag69.xml"/><Relationship Id="rId12" Type="http://schemas.openxmlformats.org/officeDocument/2006/relationships/tags" Target="../tags/tag74.xml"/><Relationship Id="rId17" Type="http://schemas.openxmlformats.org/officeDocument/2006/relationships/tags" Target="../tags/tag79.xml"/><Relationship Id="rId25" Type="http://schemas.openxmlformats.org/officeDocument/2006/relationships/tags" Target="../tags/tag87.xml"/><Relationship Id="rId2" Type="http://schemas.openxmlformats.org/officeDocument/2006/relationships/tags" Target="../tags/tag64.xml"/><Relationship Id="rId16" Type="http://schemas.openxmlformats.org/officeDocument/2006/relationships/tags" Target="../tags/tag78.xml"/><Relationship Id="rId20" Type="http://schemas.openxmlformats.org/officeDocument/2006/relationships/tags" Target="../tags/tag82.xml"/><Relationship Id="rId29" Type="http://schemas.openxmlformats.org/officeDocument/2006/relationships/tags" Target="../tags/tag91.xml"/><Relationship Id="rId1" Type="http://schemas.openxmlformats.org/officeDocument/2006/relationships/tags" Target="../tags/tag63.xml"/><Relationship Id="rId6" Type="http://schemas.openxmlformats.org/officeDocument/2006/relationships/tags" Target="../tags/tag68.xml"/><Relationship Id="rId11" Type="http://schemas.openxmlformats.org/officeDocument/2006/relationships/tags" Target="../tags/tag73.xml"/><Relationship Id="rId24" Type="http://schemas.openxmlformats.org/officeDocument/2006/relationships/tags" Target="../tags/tag86.xml"/><Relationship Id="rId5" Type="http://schemas.openxmlformats.org/officeDocument/2006/relationships/tags" Target="../tags/tag67.xml"/><Relationship Id="rId15" Type="http://schemas.openxmlformats.org/officeDocument/2006/relationships/tags" Target="../tags/tag77.xml"/><Relationship Id="rId23" Type="http://schemas.openxmlformats.org/officeDocument/2006/relationships/tags" Target="../tags/tag85.xml"/><Relationship Id="rId28" Type="http://schemas.openxmlformats.org/officeDocument/2006/relationships/tags" Target="../tags/tag90.xml"/><Relationship Id="rId10" Type="http://schemas.openxmlformats.org/officeDocument/2006/relationships/tags" Target="../tags/tag72.xml"/><Relationship Id="rId19" Type="http://schemas.openxmlformats.org/officeDocument/2006/relationships/tags" Target="../tags/tag81.xml"/><Relationship Id="rId31" Type="http://schemas.openxmlformats.org/officeDocument/2006/relationships/notesSlide" Target="../notesSlides/notesSlide5.xml"/><Relationship Id="rId4" Type="http://schemas.openxmlformats.org/officeDocument/2006/relationships/tags" Target="../tags/tag66.xml"/><Relationship Id="rId9" Type="http://schemas.openxmlformats.org/officeDocument/2006/relationships/tags" Target="../tags/tag71.xml"/><Relationship Id="rId14" Type="http://schemas.openxmlformats.org/officeDocument/2006/relationships/tags" Target="../tags/tag76.xml"/><Relationship Id="rId22" Type="http://schemas.openxmlformats.org/officeDocument/2006/relationships/tags" Target="../tags/tag84.xml"/><Relationship Id="rId27" Type="http://schemas.openxmlformats.org/officeDocument/2006/relationships/tags" Target="../tags/tag89.xml"/><Relationship Id="rId30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tags" Target="../tags/tag104.xml"/><Relationship Id="rId18" Type="http://schemas.openxmlformats.org/officeDocument/2006/relationships/tags" Target="../tags/tag109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17" Type="http://schemas.openxmlformats.org/officeDocument/2006/relationships/tags" Target="../tags/tag108.xml"/><Relationship Id="rId2" Type="http://schemas.openxmlformats.org/officeDocument/2006/relationships/tags" Target="../tags/tag93.xml"/><Relationship Id="rId16" Type="http://schemas.openxmlformats.org/officeDocument/2006/relationships/tags" Target="../tags/tag107.xml"/><Relationship Id="rId20" Type="http://schemas.openxmlformats.org/officeDocument/2006/relationships/notesSlide" Target="../notesSlides/notesSlide6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5" Type="http://schemas.openxmlformats.org/officeDocument/2006/relationships/tags" Target="../tags/tag96.xml"/><Relationship Id="rId15" Type="http://schemas.openxmlformats.org/officeDocument/2006/relationships/tags" Target="../tags/tag106.xml"/><Relationship Id="rId10" Type="http://schemas.openxmlformats.org/officeDocument/2006/relationships/tags" Target="../tags/tag101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95.xml"/><Relationship Id="rId9" Type="http://schemas.openxmlformats.org/officeDocument/2006/relationships/tags" Target="../tags/tag100.xml"/><Relationship Id="rId14" Type="http://schemas.openxmlformats.org/officeDocument/2006/relationships/tags" Target="../tags/tag10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117.xml"/><Relationship Id="rId13" Type="http://schemas.openxmlformats.org/officeDocument/2006/relationships/tags" Target="../tags/tag122.xml"/><Relationship Id="rId18" Type="http://schemas.openxmlformats.org/officeDocument/2006/relationships/tags" Target="../tags/tag127.xml"/><Relationship Id="rId3" Type="http://schemas.openxmlformats.org/officeDocument/2006/relationships/tags" Target="../tags/tag112.xml"/><Relationship Id="rId21" Type="http://schemas.openxmlformats.org/officeDocument/2006/relationships/notesSlide" Target="../notesSlides/notesSlide7.xml"/><Relationship Id="rId7" Type="http://schemas.openxmlformats.org/officeDocument/2006/relationships/tags" Target="../tags/tag116.xml"/><Relationship Id="rId12" Type="http://schemas.openxmlformats.org/officeDocument/2006/relationships/tags" Target="../tags/tag121.xml"/><Relationship Id="rId17" Type="http://schemas.openxmlformats.org/officeDocument/2006/relationships/tags" Target="../tags/tag126.xml"/><Relationship Id="rId2" Type="http://schemas.openxmlformats.org/officeDocument/2006/relationships/tags" Target="../tags/tag111.xml"/><Relationship Id="rId16" Type="http://schemas.openxmlformats.org/officeDocument/2006/relationships/tags" Target="../tags/tag125.xml"/><Relationship Id="rId20" Type="http://schemas.openxmlformats.org/officeDocument/2006/relationships/slideLayout" Target="../slideLayouts/slideLayout1.xml"/><Relationship Id="rId1" Type="http://schemas.openxmlformats.org/officeDocument/2006/relationships/tags" Target="../tags/tag110.xml"/><Relationship Id="rId6" Type="http://schemas.openxmlformats.org/officeDocument/2006/relationships/tags" Target="../tags/tag115.xml"/><Relationship Id="rId11" Type="http://schemas.openxmlformats.org/officeDocument/2006/relationships/tags" Target="../tags/tag120.xml"/><Relationship Id="rId5" Type="http://schemas.openxmlformats.org/officeDocument/2006/relationships/tags" Target="../tags/tag114.xml"/><Relationship Id="rId15" Type="http://schemas.openxmlformats.org/officeDocument/2006/relationships/tags" Target="../tags/tag124.xml"/><Relationship Id="rId10" Type="http://schemas.openxmlformats.org/officeDocument/2006/relationships/tags" Target="../tags/tag119.xml"/><Relationship Id="rId19" Type="http://schemas.openxmlformats.org/officeDocument/2006/relationships/tags" Target="../tags/tag128.xml"/><Relationship Id="rId4" Type="http://schemas.openxmlformats.org/officeDocument/2006/relationships/tags" Target="../tags/tag113.xml"/><Relationship Id="rId9" Type="http://schemas.openxmlformats.org/officeDocument/2006/relationships/tags" Target="../tags/tag118.xml"/><Relationship Id="rId14" Type="http://schemas.openxmlformats.org/officeDocument/2006/relationships/tags" Target="../tags/tag12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tags" Target="../tags/tag141.xml"/><Relationship Id="rId18" Type="http://schemas.openxmlformats.org/officeDocument/2006/relationships/tags" Target="../tags/tag146.xml"/><Relationship Id="rId3" Type="http://schemas.openxmlformats.org/officeDocument/2006/relationships/tags" Target="../tags/tag131.xml"/><Relationship Id="rId21" Type="http://schemas.openxmlformats.org/officeDocument/2006/relationships/slideLayout" Target="../slideLayouts/slideLayout1.xml"/><Relationship Id="rId7" Type="http://schemas.openxmlformats.org/officeDocument/2006/relationships/tags" Target="../tags/tag135.xml"/><Relationship Id="rId12" Type="http://schemas.openxmlformats.org/officeDocument/2006/relationships/tags" Target="../tags/tag140.xml"/><Relationship Id="rId17" Type="http://schemas.openxmlformats.org/officeDocument/2006/relationships/tags" Target="../tags/tag145.xml"/><Relationship Id="rId2" Type="http://schemas.openxmlformats.org/officeDocument/2006/relationships/tags" Target="../tags/tag130.xml"/><Relationship Id="rId16" Type="http://schemas.openxmlformats.org/officeDocument/2006/relationships/tags" Target="../tags/tag144.xml"/><Relationship Id="rId20" Type="http://schemas.openxmlformats.org/officeDocument/2006/relationships/tags" Target="../tags/tag148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11" Type="http://schemas.openxmlformats.org/officeDocument/2006/relationships/tags" Target="../tags/tag139.xml"/><Relationship Id="rId5" Type="http://schemas.openxmlformats.org/officeDocument/2006/relationships/tags" Target="../tags/tag133.xml"/><Relationship Id="rId15" Type="http://schemas.openxmlformats.org/officeDocument/2006/relationships/tags" Target="../tags/tag143.xml"/><Relationship Id="rId10" Type="http://schemas.openxmlformats.org/officeDocument/2006/relationships/tags" Target="../tags/tag138.xml"/><Relationship Id="rId19" Type="http://schemas.openxmlformats.org/officeDocument/2006/relationships/tags" Target="../tags/tag147.xml"/><Relationship Id="rId4" Type="http://schemas.openxmlformats.org/officeDocument/2006/relationships/tags" Target="../tags/tag132.xml"/><Relationship Id="rId9" Type="http://schemas.openxmlformats.org/officeDocument/2006/relationships/tags" Target="../tags/tag137.xml"/><Relationship Id="rId14" Type="http://schemas.openxmlformats.org/officeDocument/2006/relationships/tags" Target="../tags/tag142.xml"/><Relationship Id="rId2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56.xml"/><Relationship Id="rId13" Type="http://schemas.openxmlformats.org/officeDocument/2006/relationships/tags" Target="../tags/tag161.xml"/><Relationship Id="rId18" Type="http://schemas.openxmlformats.org/officeDocument/2006/relationships/notesSlide" Target="../notesSlides/notesSlide9.xml"/><Relationship Id="rId3" Type="http://schemas.openxmlformats.org/officeDocument/2006/relationships/tags" Target="../tags/tag151.xml"/><Relationship Id="rId7" Type="http://schemas.openxmlformats.org/officeDocument/2006/relationships/tags" Target="../tags/tag155.xml"/><Relationship Id="rId12" Type="http://schemas.openxmlformats.org/officeDocument/2006/relationships/tags" Target="../tags/tag160.xml"/><Relationship Id="rId17" Type="http://schemas.openxmlformats.org/officeDocument/2006/relationships/slideLayout" Target="../slideLayouts/slideLayout1.xml"/><Relationship Id="rId2" Type="http://schemas.openxmlformats.org/officeDocument/2006/relationships/tags" Target="../tags/tag150.xml"/><Relationship Id="rId16" Type="http://schemas.openxmlformats.org/officeDocument/2006/relationships/tags" Target="../tags/tag164.xml"/><Relationship Id="rId1" Type="http://schemas.openxmlformats.org/officeDocument/2006/relationships/tags" Target="../tags/tag149.xml"/><Relationship Id="rId6" Type="http://schemas.openxmlformats.org/officeDocument/2006/relationships/tags" Target="../tags/tag154.xml"/><Relationship Id="rId11" Type="http://schemas.openxmlformats.org/officeDocument/2006/relationships/tags" Target="../tags/tag159.xml"/><Relationship Id="rId5" Type="http://schemas.openxmlformats.org/officeDocument/2006/relationships/tags" Target="../tags/tag153.xml"/><Relationship Id="rId15" Type="http://schemas.openxmlformats.org/officeDocument/2006/relationships/tags" Target="../tags/tag163.xml"/><Relationship Id="rId10" Type="http://schemas.openxmlformats.org/officeDocument/2006/relationships/tags" Target="../tags/tag158.xml"/><Relationship Id="rId4" Type="http://schemas.openxmlformats.org/officeDocument/2006/relationships/tags" Target="../tags/tag152.xml"/><Relationship Id="rId9" Type="http://schemas.openxmlformats.org/officeDocument/2006/relationships/tags" Target="../tags/tag157.xml"/><Relationship Id="rId14" Type="http://schemas.openxmlformats.org/officeDocument/2006/relationships/tags" Target="../tags/tag16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72.xml"/><Relationship Id="rId13" Type="http://schemas.openxmlformats.org/officeDocument/2006/relationships/tags" Target="../tags/tag177.xml"/><Relationship Id="rId18" Type="http://schemas.openxmlformats.org/officeDocument/2006/relationships/tags" Target="../tags/tag182.xml"/><Relationship Id="rId3" Type="http://schemas.openxmlformats.org/officeDocument/2006/relationships/tags" Target="../tags/tag167.xml"/><Relationship Id="rId21" Type="http://schemas.openxmlformats.org/officeDocument/2006/relationships/tags" Target="../tags/tag185.xml"/><Relationship Id="rId7" Type="http://schemas.openxmlformats.org/officeDocument/2006/relationships/tags" Target="../tags/tag171.xml"/><Relationship Id="rId12" Type="http://schemas.openxmlformats.org/officeDocument/2006/relationships/tags" Target="../tags/tag176.xml"/><Relationship Id="rId17" Type="http://schemas.openxmlformats.org/officeDocument/2006/relationships/tags" Target="../tags/tag181.xml"/><Relationship Id="rId25" Type="http://schemas.openxmlformats.org/officeDocument/2006/relationships/notesSlide" Target="../notesSlides/notesSlide10.xml"/><Relationship Id="rId2" Type="http://schemas.openxmlformats.org/officeDocument/2006/relationships/tags" Target="../tags/tag166.xml"/><Relationship Id="rId16" Type="http://schemas.openxmlformats.org/officeDocument/2006/relationships/tags" Target="../tags/tag180.xml"/><Relationship Id="rId20" Type="http://schemas.openxmlformats.org/officeDocument/2006/relationships/tags" Target="../tags/tag184.xml"/><Relationship Id="rId1" Type="http://schemas.openxmlformats.org/officeDocument/2006/relationships/tags" Target="../tags/tag165.xml"/><Relationship Id="rId6" Type="http://schemas.openxmlformats.org/officeDocument/2006/relationships/tags" Target="../tags/tag170.xml"/><Relationship Id="rId11" Type="http://schemas.openxmlformats.org/officeDocument/2006/relationships/tags" Target="../tags/tag175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169.xml"/><Relationship Id="rId15" Type="http://schemas.openxmlformats.org/officeDocument/2006/relationships/tags" Target="../tags/tag179.xml"/><Relationship Id="rId23" Type="http://schemas.openxmlformats.org/officeDocument/2006/relationships/tags" Target="../tags/tag187.xml"/><Relationship Id="rId10" Type="http://schemas.openxmlformats.org/officeDocument/2006/relationships/tags" Target="../tags/tag174.xml"/><Relationship Id="rId19" Type="http://schemas.openxmlformats.org/officeDocument/2006/relationships/tags" Target="../tags/tag183.xml"/><Relationship Id="rId4" Type="http://schemas.openxmlformats.org/officeDocument/2006/relationships/tags" Target="../tags/tag168.xml"/><Relationship Id="rId9" Type="http://schemas.openxmlformats.org/officeDocument/2006/relationships/tags" Target="../tags/tag173.xml"/><Relationship Id="rId14" Type="http://schemas.openxmlformats.org/officeDocument/2006/relationships/tags" Target="../tags/tag178.xml"/><Relationship Id="rId22" Type="http://schemas.openxmlformats.org/officeDocument/2006/relationships/tags" Target="../tags/tag18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13" Type="http://schemas.openxmlformats.org/officeDocument/2006/relationships/tags" Target="../tags/tag200.xml"/><Relationship Id="rId18" Type="http://schemas.openxmlformats.org/officeDocument/2006/relationships/tags" Target="../tags/tag205.xml"/><Relationship Id="rId3" Type="http://schemas.openxmlformats.org/officeDocument/2006/relationships/tags" Target="../tags/tag190.xml"/><Relationship Id="rId21" Type="http://schemas.openxmlformats.org/officeDocument/2006/relationships/tags" Target="../tags/tag208.xml"/><Relationship Id="rId7" Type="http://schemas.openxmlformats.org/officeDocument/2006/relationships/tags" Target="../tags/tag194.xml"/><Relationship Id="rId12" Type="http://schemas.openxmlformats.org/officeDocument/2006/relationships/tags" Target="../tags/tag199.xml"/><Relationship Id="rId17" Type="http://schemas.openxmlformats.org/officeDocument/2006/relationships/tags" Target="../tags/tag204.xml"/><Relationship Id="rId2" Type="http://schemas.openxmlformats.org/officeDocument/2006/relationships/tags" Target="../tags/tag189.xml"/><Relationship Id="rId16" Type="http://schemas.openxmlformats.org/officeDocument/2006/relationships/tags" Target="../tags/tag203.xml"/><Relationship Id="rId20" Type="http://schemas.openxmlformats.org/officeDocument/2006/relationships/tags" Target="../tags/tag207.xml"/><Relationship Id="rId1" Type="http://schemas.openxmlformats.org/officeDocument/2006/relationships/tags" Target="../tags/tag188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24" Type="http://schemas.openxmlformats.org/officeDocument/2006/relationships/notesSlide" Target="../notesSlides/notesSlide11.xml"/><Relationship Id="rId5" Type="http://schemas.openxmlformats.org/officeDocument/2006/relationships/tags" Target="../tags/tag192.xml"/><Relationship Id="rId15" Type="http://schemas.openxmlformats.org/officeDocument/2006/relationships/tags" Target="../tags/tag202.xml"/><Relationship Id="rId23" Type="http://schemas.openxmlformats.org/officeDocument/2006/relationships/slideLayout" Target="../slideLayouts/slideLayout1.xml"/><Relationship Id="rId10" Type="http://schemas.openxmlformats.org/officeDocument/2006/relationships/tags" Target="../tags/tag197.xml"/><Relationship Id="rId19" Type="http://schemas.openxmlformats.org/officeDocument/2006/relationships/tags" Target="../tags/tag206.xml"/><Relationship Id="rId4" Type="http://schemas.openxmlformats.org/officeDocument/2006/relationships/tags" Target="../tags/tag191.xml"/><Relationship Id="rId9" Type="http://schemas.openxmlformats.org/officeDocument/2006/relationships/tags" Target="../tags/tag196.xml"/><Relationship Id="rId14" Type="http://schemas.openxmlformats.org/officeDocument/2006/relationships/tags" Target="../tags/tag201.xml"/><Relationship Id="rId22" Type="http://schemas.openxmlformats.org/officeDocument/2006/relationships/tags" Target="../tags/tag209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217.xml"/><Relationship Id="rId13" Type="http://schemas.openxmlformats.org/officeDocument/2006/relationships/tags" Target="../tags/tag222.xml"/><Relationship Id="rId18" Type="http://schemas.openxmlformats.org/officeDocument/2006/relationships/tags" Target="../tags/tag227.xml"/><Relationship Id="rId3" Type="http://schemas.openxmlformats.org/officeDocument/2006/relationships/tags" Target="../tags/tag212.xml"/><Relationship Id="rId21" Type="http://schemas.openxmlformats.org/officeDocument/2006/relationships/tags" Target="../tags/tag230.xml"/><Relationship Id="rId7" Type="http://schemas.openxmlformats.org/officeDocument/2006/relationships/tags" Target="../tags/tag216.xml"/><Relationship Id="rId12" Type="http://schemas.openxmlformats.org/officeDocument/2006/relationships/tags" Target="../tags/tag221.xml"/><Relationship Id="rId17" Type="http://schemas.openxmlformats.org/officeDocument/2006/relationships/tags" Target="../tags/tag226.xml"/><Relationship Id="rId25" Type="http://schemas.openxmlformats.org/officeDocument/2006/relationships/notesSlide" Target="../notesSlides/notesSlide12.xml"/><Relationship Id="rId2" Type="http://schemas.openxmlformats.org/officeDocument/2006/relationships/tags" Target="../tags/tag211.xml"/><Relationship Id="rId16" Type="http://schemas.openxmlformats.org/officeDocument/2006/relationships/tags" Target="../tags/tag225.xml"/><Relationship Id="rId20" Type="http://schemas.openxmlformats.org/officeDocument/2006/relationships/tags" Target="../tags/tag229.xml"/><Relationship Id="rId1" Type="http://schemas.openxmlformats.org/officeDocument/2006/relationships/tags" Target="../tags/tag210.xml"/><Relationship Id="rId6" Type="http://schemas.openxmlformats.org/officeDocument/2006/relationships/tags" Target="../tags/tag215.xml"/><Relationship Id="rId11" Type="http://schemas.openxmlformats.org/officeDocument/2006/relationships/tags" Target="../tags/tag220.xml"/><Relationship Id="rId24" Type="http://schemas.openxmlformats.org/officeDocument/2006/relationships/slideLayout" Target="../slideLayouts/slideLayout1.xml"/><Relationship Id="rId5" Type="http://schemas.openxmlformats.org/officeDocument/2006/relationships/tags" Target="../tags/tag214.xml"/><Relationship Id="rId15" Type="http://schemas.openxmlformats.org/officeDocument/2006/relationships/tags" Target="../tags/tag224.xml"/><Relationship Id="rId23" Type="http://schemas.openxmlformats.org/officeDocument/2006/relationships/tags" Target="../tags/tag232.xml"/><Relationship Id="rId10" Type="http://schemas.openxmlformats.org/officeDocument/2006/relationships/tags" Target="../tags/tag219.xml"/><Relationship Id="rId19" Type="http://schemas.openxmlformats.org/officeDocument/2006/relationships/tags" Target="../tags/tag228.xml"/><Relationship Id="rId4" Type="http://schemas.openxmlformats.org/officeDocument/2006/relationships/tags" Target="../tags/tag213.xml"/><Relationship Id="rId9" Type="http://schemas.openxmlformats.org/officeDocument/2006/relationships/tags" Target="../tags/tag218.xml"/><Relationship Id="rId14" Type="http://schemas.openxmlformats.org/officeDocument/2006/relationships/tags" Target="../tags/tag223.xml"/><Relationship Id="rId22" Type="http://schemas.openxmlformats.org/officeDocument/2006/relationships/tags" Target="../tags/tag2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609600" y="257175"/>
            <a:ext cx="1926476" cy="307467"/>
            <a:chOff x="609600" y="257175"/>
            <a:chExt cx="1926476" cy="307467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1"/>
              </p:custDataLst>
            </p:nvPr>
          </p:nvSpPr>
          <p:spPr>
            <a:xfrm>
              <a:off x="755523" y="314325"/>
              <a:ext cx="1780553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2026 資安技術組 · 決賽</a:t>
              </a:r>
            </a:p>
          </p:txBody>
        </p:sp>
      </p:grpSp>
      <p:grpSp>
        <p:nvGrpSpPr>
          <p:cNvPr id="79" name="page-content"/>
          <p:cNvGrpSpPr/>
          <p:nvPr/>
        </p:nvGrpSpPr>
        <p:grpSpPr>
          <a:xfrm>
            <a:off x="593217" y="1558925"/>
            <a:ext cx="10911792" cy="3889375"/>
            <a:chOff x="593217" y="1558925"/>
            <a:chExt cx="10911792" cy="3889375"/>
          </a:xfrm>
        </p:grpSpPr>
        <p:sp>
          <p:nvSpPr>
            <p:cNvPr id="5" name="TextBox 5"/>
            <p:cNvSpPr txBox="1"/>
            <p:nvPr>
              <p:custDataLst>
                <p:tags r:id="rId3"/>
              </p:custDataLst>
            </p:nvPr>
          </p:nvSpPr>
          <p:spPr>
            <a:xfrm>
              <a:off x="593217" y="1558925"/>
              <a:ext cx="610143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6" name="TextBox 6"/>
            <p:cNvSpPr txBox="1"/>
            <p:nvPr>
              <p:custDataLst>
                <p:tags r:id="rId4"/>
              </p:custDataLst>
            </p:nvPr>
          </p:nvSpPr>
          <p:spPr>
            <a:xfrm>
              <a:off x="593217" y="2178050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7" name="TextBox 7"/>
            <p:cNvSpPr txBox="1"/>
            <p:nvPr>
              <p:custDataLst>
                <p:tags r:id="rId5"/>
              </p:custDataLst>
            </p:nvPr>
          </p:nvSpPr>
          <p:spPr>
            <a:xfrm>
              <a:off x="593217" y="2797175"/>
              <a:ext cx="306508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32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8" name="TextBox 8"/>
            <p:cNvSpPr txBox="1"/>
            <p:nvPr>
              <p:custDataLst>
                <p:tags r:id="rId6"/>
              </p:custDataLst>
            </p:nvPr>
          </p:nvSpPr>
          <p:spPr>
            <a:xfrm>
              <a:off x="598932" y="384175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715566" y="4877991"/>
              <a:ext cx="416719" cy="416719"/>
              <a:chOff x="715566" y="4877991"/>
              <a:chExt cx="416719" cy="416719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775097" y="4937522"/>
                <a:ext cx="297656" cy="297656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856952" y="5019377"/>
                <a:ext cx="133945" cy="133945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15566" y="4877991"/>
                <a:ext cx="416719" cy="416719"/>
              </a:xfrm>
              <a:custGeom>
                <a:avLst/>
                <a:gdLst/>
                <a:ahLst/>
                <a:cxnLst/>
                <a:rect l="l" t="t" r="r" b="b"/>
                <a:pathLst>
                  <a:path w="416719" h="416719">
                    <a:moveTo>
                      <a:pt x="126504" y="0"/>
                    </a:moveTo>
                    <a:lnTo>
                      <a:pt x="126504" y="59531"/>
                    </a:lnTo>
                    <a:moveTo>
                      <a:pt x="208359" y="0"/>
                    </a:moveTo>
                    <a:lnTo>
                      <a:pt x="208359" y="59531"/>
                    </a:lnTo>
                    <a:moveTo>
                      <a:pt x="290215" y="0"/>
                    </a:moveTo>
                    <a:lnTo>
                      <a:pt x="290215" y="59531"/>
                    </a:lnTo>
                    <a:moveTo>
                      <a:pt x="126504" y="357188"/>
                    </a:moveTo>
                    <a:lnTo>
                      <a:pt x="126504" y="416719"/>
                    </a:lnTo>
                    <a:moveTo>
                      <a:pt x="208359" y="357188"/>
                    </a:moveTo>
                    <a:lnTo>
                      <a:pt x="208359" y="416719"/>
                    </a:lnTo>
                    <a:moveTo>
                      <a:pt x="290215" y="357188"/>
                    </a:moveTo>
                    <a:lnTo>
                      <a:pt x="290215" y="416719"/>
                    </a:lnTo>
                    <a:moveTo>
                      <a:pt x="0" y="126504"/>
                    </a:moveTo>
                    <a:lnTo>
                      <a:pt x="59531" y="126504"/>
                    </a:lnTo>
                    <a:moveTo>
                      <a:pt x="0" y="208359"/>
                    </a:moveTo>
                    <a:lnTo>
                      <a:pt x="59531" y="208359"/>
                    </a:lnTo>
                    <a:moveTo>
                      <a:pt x="0" y="290215"/>
                    </a:moveTo>
                    <a:lnTo>
                      <a:pt x="59531" y="290215"/>
                    </a:lnTo>
                    <a:moveTo>
                      <a:pt x="357188" y="126504"/>
                    </a:moveTo>
                    <a:lnTo>
                      <a:pt x="416719" y="126504"/>
                    </a:lnTo>
                    <a:moveTo>
                      <a:pt x="357188" y="208359"/>
                    </a:moveTo>
                    <a:lnTo>
                      <a:pt x="416719" y="208359"/>
                    </a:lnTo>
                    <a:moveTo>
                      <a:pt x="357188" y="290215"/>
                    </a:moveTo>
                    <a:lnTo>
                      <a:pt x="416719" y="290215"/>
                    </a:lnTo>
                  </a:path>
                </a:pathLst>
              </a:custGeom>
              <a:noFill/>
              <a:ln w="22324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4" name="TextBox 14"/>
            <p:cNvSpPr txBox="1"/>
            <p:nvPr>
              <p:custDataLst>
                <p:tags r:id="rId7"/>
              </p:custDataLst>
            </p:nvPr>
          </p:nvSpPr>
          <p:spPr>
            <a:xfrm>
              <a:off x="1401604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2852440" y="4892873"/>
              <a:ext cx="394395" cy="386953"/>
              <a:chOff x="2852440" y="4892873"/>
              <a:chExt cx="394395" cy="386953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2852440" y="4944963"/>
                <a:ext cx="282773" cy="297656"/>
              </a:xfrm>
              <a:custGeom>
                <a:avLst/>
                <a:gdLst/>
                <a:ahLst/>
                <a:cxnLst/>
                <a:rect l="l" t="t" r="r" b="b"/>
                <a:pathLst>
                  <a:path w="282773" h="297656">
                    <a:moveTo>
                      <a:pt x="0" y="0"/>
                    </a:moveTo>
                    <a:lnTo>
                      <a:pt x="0" y="230684"/>
                    </a:lnTo>
                    <a:cubicBezTo>
                      <a:pt x="0" y="297656"/>
                      <a:pt x="282773" y="297656"/>
                      <a:pt x="282773" y="230684"/>
                    </a:cubicBezTo>
                    <a:lnTo>
                      <a:pt x="282773" y="0"/>
                    </a:lnTo>
                  </a:path>
                </a:pathLst>
              </a:custGeom>
              <a:solidFill>
                <a:schemeClr val="lt1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19" name="Ellipse 19"/>
              <p:cNvSpPr/>
              <p:nvPr/>
            </p:nvSpPr>
            <p:spPr>
              <a:xfrm>
                <a:off x="2852440" y="4892873"/>
                <a:ext cx="282773" cy="104180"/>
              </a:xfrm>
              <a:prstGeom prst="ellipse">
                <a:avLst/>
              </a:prstGeom>
              <a:solidFill>
                <a:schemeClr val="lt1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2852440" y="5049143"/>
                <a:ext cx="282773" cy="66973"/>
              </a:xfrm>
              <a:custGeom>
                <a:avLst/>
                <a:gdLst/>
                <a:ahLst/>
                <a:cxnLst/>
                <a:rect l="l" t="t" r="r" b="b"/>
                <a:pathLst>
                  <a:path w="282773" h="66973">
                    <a:moveTo>
                      <a:pt x="0" y="0"/>
                    </a:moveTo>
                    <a:cubicBezTo>
                      <a:pt x="0" y="66973"/>
                      <a:pt x="282773" y="66973"/>
                      <a:pt x="282773" y="0"/>
                    </a:cubicBezTo>
                  </a:path>
                </a:pathLst>
              </a:custGeom>
              <a:noFill/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3038475" y="5064026"/>
                <a:ext cx="163711" cy="163711"/>
              </a:xfrm>
              <a:prstGeom prst="ellipse">
                <a:avLst/>
              </a:prstGeom>
              <a:solidFill>
                <a:schemeClr val="accent3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3179862" y="5205412"/>
                <a:ext cx="66973" cy="74414"/>
              </a:xfrm>
              <a:custGeom>
                <a:avLst/>
                <a:gdLst/>
                <a:ahLst/>
                <a:cxnLst/>
                <a:rect l="l" t="t" r="r" b="b"/>
                <a:pathLst>
                  <a:path w="66973" h="74414">
                    <a:moveTo>
                      <a:pt x="0" y="0"/>
                    </a:moveTo>
                    <a:lnTo>
                      <a:pt x="66973" y="74414"/>
                    </a:lnTo>
                  </a:path>
                </a:pathLst>
              </a:custGeom>
              <a:solidFill>
                <a:schemeClr val="lt1"/>
              </a:solidFill>
              <a:ln w="29766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4" name="TextBox 24"/>
            <p:cNvSpPr txBox="1"/>
            <p:nvPr>
              <p:custDataLst>
                <p:tags r:id="rId8"/>
              </p:custDataLst>
            </p:nvPr>
          </p:nvSpPr>
          <p:spPr>
            <a:xfrm>
              <a:off x="3516154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995267" y="4881711"/>
              <a:ext cx="267891" cy="361653"/>
              <a:chOff x="4995267" y="4881711"/>
              <a:chExt cx="267891" cy="361653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995267" y="4881711"/>
                <a:ext cx="267891" cy="36165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697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055543" y="496877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055543" y="504244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055543" y="511611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055543" y="5189786"/>
                <a:ext cx="154037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4037" h="9525">
                    <a:moveTo>
                      <a:pt x="0" y="0"/>
                    </a:moveTo>
                    <a:lnTo>
                      <a:pt x="154037" y="0"/>
                    </a:lnTo>
                  </a:path>
                </a:pathLst>
              </a:custGeom>
              <a:noFill/>
              <a:ln w="13395" cap="rnd">
                <a:solidFill>
                  <a:srgbClr val="7294A9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202436" y="5135761"/>
              <a:ext cx="148828" cy="148828"/>
              <a:chOff x="5202436" y="5135761"/>
              <a:chExt cx="148828" cy="148828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202436" y="5135761"/>
                <a:ext cx="148828" cy="148828"/>
              </a:xfrm>
              <a:prstGeom prst="ellipse">
                <a:avLst/>
              </a:prstGeom>
              <a:solidFill>
                <a:srgbClr val="EAF0F4"/>
              </a:solidFill>
              <a:ln w="7441">
                <a:solidFill>
                  <a:schemeClr val="accent1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235178" y="5210175"/>
                <a:ext cx="29766" cy="29766"/>
              </a:xfrm>
              <a:custGeom>
                <a:avLst/>
                <a:gdLst/>
                <a:ahLst/>
                <a:cxnLst/>
                <a:rect l="l" t="t" r="r" b="b"/>
                <a:pathLst>
                  <a:path w="29766" h="29766">
                    <a:moveTo>
                      <a:pt x="0" y="0"/>
                    </a:moveTo>
                    <a:lnTo>
                      <a:pt x="29766" y="29766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264944" y="5177433"/>
                <a:ext cx="56555" cy="62508"/>
              </a:xfrm>
              <a:custGeom>
                <a:avLst/>
                <a:gdLst/>
                <a:ahLst/>
                <a:cxnLst/>
                <a:rect l="l" t="t" r="r" b="b"/>
                <a:pathLst>
                  <a:path w="56555" h="62508">
                    <a:moveTo>
                      <a:pt x="0" y="62508"/>
                    </a:moveTo>
                    <a:lnTo>
                      <a:pt x="56555" y="0"/>
                    </a:lnTo>
                  </a:path>
                </a:pathLst>
              </a:custGeom>
              <a:noFill/>
              <a:ln w="11906" cap="rnd">
                <a:solidFill>
                  <a:schemeClr val="accent1"/>
                </a:solidFill>
              </a:ln>
            </p:spPr>
          </p:sp>
        </p:grpSp>
        <p:sp>
          <p:nvSpPr>
            <p:cNvPr id="38" name="TextBox 38"/>
            <p:cNvSpPr txBox="1"/>
            <p:nvPr>
              <p:custDataLst>
                <p:tags r:id="rId9"/>
              </p:custDataLst>
            </p:nvPr>
          </p:nvSpPr>
          <p:spPr>
            <a:xfrm>
              <a:off x="5630704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111305" y="4885432"/>
              <a:ext cx="349746" cy="409277"/>
              <a:chOff x="7111305" y="4885432"/>
              <a:chExt cx="349746" cy="409277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111305" y="4885432"/>
                <a:ext cx="312539" cy="401836"/>
              </a:xfrm>
              <a:custGeom>
                <a:avLst/>
                <a:gdLst/>
                <a:ahLst/>
                <a:cxnLst/>
                <a:rect l="l" t="t" r="r" b="b"/>
                <a:pathLst>
                  <a:path w="312539" h="401836">
                    <a:moveTo>
                      <a:pt x="156270" y="0"/>
                    </a:moveTo>
                    <a:lnTo>
                      <a:pt x="312539" y="66973"/>
                    </a:lnTo>
                    <a:lnTo>
                      <a:pt x="312539" y="186035"/>
                    </a:lnTo>
                    <a:cubicBezTo>
                      <a:pt x="312539" y="282773"/>
                      <a:pt x="238125" y="349746"/>
                      <a:pt x="156270" y="401836"/>
                    </a:cubicBezTo>
                    <a:cubicBezTo>
                      <a:pt x="74414" y="349746"/>
                      <a:pt x="0" y="282773"/>
                      <a:pt x="0" y="186035"/>
                    </a:cubicBezTo>
                    <a:lnTo>
                      <a:pt x="0" y="66973"/>
                    </a:lnTo>
                    <a:close/>
                  </a:path>
                </a:pathLst>
              </a:custGeom>
              <a:solidFill>
                <a:schemeClr val="lt1"/>
              </a:solidFill>
              <a:ln w="22324" cap="rnd">
                <a:solidFill>
                  <a:schemeClr val="accent1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185720" y="5011936"/>
                <a:ext cx="171152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71152" h="119062">
                    <a:moveTo>
                      <a:pt x="0" y="59531"/>
                    </a:moveTo>
                    <a:lnTo>
                      <a:pt x="59531" y="119062"/>
                    </a:lnTo>
                    <a:lnTo>
                      <a:pt x="171152" y="0"/>
                    </a:lnTo>
                  </a:path>
                </a:pathLst>
              </a:custGeom>
              <a:noFill/>
              <a:ln w="29766" cap="rnd">
                <a:solidFill>
                  <a:schemeClr val="accent1"/>
                </a:solidFill>
                <a:round/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364313" y="5168205"/>
                <a:ext cx="96738" cy="126504"/>
              </a:xfrm>
              <a:custGeom>
                <a:avLst/>
                <a:gdLst/>
                <a:ahLst/>
                <a:cxnLst/>
                <a:rect l="l" t="t" r="r" b="b"/>
                <a:pathLst>
                  <a:path w="96738" h="126504">
                    <a:moveTo>
                      <a:pt x="22324" y="0"/>
                    </a:moveTo>
                    <a:lnTo>
                      <a:pt x="96738" y="0"/>
                    </a:lnTo>
                    <a:lnTo>
                      <a:pt x="96738" y="89297"/>
                    </a:lnTo>
                    <a:lnTo>
                      <a:pt x="0" y="89297"/>
                    </a:lnTo>
                    <a:moveTo>
                      <a:pt x="37207" y="52090"/>
                    </a:moveTo>
                    <a:lnTo>
                      <a:pt x="0" y="89297"/>
                    </a:lnTo>
                    <a:lnTo>
                      <a:pt x="37207" y="126504"/>
                    </a:lnTo>
                  </a:path>
                </a:pathLst>
              </a:custGeom>
              <a:noFill/>
              <a:ln w="22324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6" name="TextBox 46"/>
            <p:cNvSpPr txBox="1"/>
            <p:nvPr>
              <p:custDataLst>
                <p:tags r:id="rId10"/>
              </p:custDataLst>
            </p:nvPr>
          </p:nvSpPr>
          <p:spPr>
            <a:xfrm>
              <a:off x="7745254" y="4959350"/>
              <a:ext cx="54483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grpSp>
          <p:nvGrpSpPr>
            <p:cNvPr id="78" name="Group 78"/>
            <p:cNvGrpSpPr/>
            <p:nvPr/>
          </p:nvGrpSpPr>
          <p:grpSpPr>
            <a:xfrm>
              <a:off x="8954691" y="1639491"/>
              <a:ext cx="2550318" cy="2550318"/>
              <a:chOff x="8954691" y="1639491"/>
              <a:chExt cx="2550318" cy="2550318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9217819" y="1902619"/>
                <a:ext cx="2024062" cy="2024062"/>
              </a:xfrm>
              <a:prstGeom prst="ellipse">
                <a:avLst/>
              </a:prstGeom>
              <a:solidFill>
                <a:srgbClr val="EAF0F4"/>
              </a:solidFill>
              <a:ln w="40481">
                <a:solidFill>
                  <a:srgbClr val="D6DDE0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9217819" y="1902619"/>
                <a:ext cx="2024062" cy="2024062"/>
              </a:xfrm>
              <a:custGeom>
                <a:avLst/>
                <a:gdLst/>
                <a:ahLst/>
                <a:cxnLst/>
                <a:rect l="l" t="t" r="r" b="b"/>
                <a:pathLst>
                  <a:path w="2024062" h="2024062">
                    <a:moveTo>
                      <a:pt x="1012031" y="0"/>
                    </a:moveTo>
                    <a:cubicBezTo>
                      <a:pt x="1686719" y="0"/>
                      <a:pt x="2024062" y="337344"/>
                      <a:pt x="2024062" y="1012031"/>
                    </a:cubicBezTo>
                    <a:cubicBezTo>
                      <a:pt x="2024062" y="1686719"/>
                      <a:pt x="1686719" y="2024062"/>
                      <a:pt x="1012031" y="2024062"/>
                    </a:cubicBezTo>
                    <a:cubicBezTo>
                      <a:pt x="337344" y="2024062"/>
                      <a:pt x="0" y="1686719"/>
                      <a:pt x="0" y="1012031"/>
                    </a:cubicBezTo>
                    <a:cubicBezTo>
                      <a:pt x="0" y="337344"/>
                      <a:pt x="337344" y="0"/>
                      <a:pt x="1012031" y="0"/>
                    </a:cubicBezTo>
                  </a:path>
                </a:pathLst>
              </a:custGeom>
              <a:noFill/>
              <a:ln w="52626">
                <a:solidFill>
                  <a:schemeClr val="accent1"/>
                </a:solidFill>
              </a:ln>
            </p:spPr>
          </p:sp>
          <p:grpSp>
            <p:nvGrpSpPr>
              <p:cNvPr id="52" name="Group 52"/>
              <p:cNvGrpSpPr/>
              <p:nvPr/>
            </p:nvGrpSpPr>
            <p:grpSpPr>
              <a:xfrm>
                <a:off x="9884494" y="2470621"/>
                <a:ext cx="772940" cy="904504"/>
                <a:chOff x="9884494" y="2470621"/>
                <a:chExt cx="772940" cy="904504"/>
              </a:xfrm>
            </p:grpSpPr>
            <p:sp>
              <p:nvSpPr>
                <p:cNvPr id="49" name="Freeform 49"/>
                <p:cNvSpPr/>
                <p:nvPr/>
              </p:nvSpPr>
              <p:spPr>
                <a:xfrm>
                  <a:off x="9884494" y="2470621"/>
                  <a:ext cx="690711" cy="8880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0711" h="888057">
                      <a:moveTo>
                        <a:pt x="345356" y="0"/>
                      </a:moveTo>
                      <a:lnTo>
                        <a:pt x="690711" y="148010"/>
                      </a:lnTo>
                      <a:lnTo>
                        <a:pt x="690711" y="411138"/>
                      </a:lnTo>
                      <a:cubicBezTo>
                        <a:pt x="690711" y="624929"/>
                        <a:pt x="526256" y="772939"/>
                        <a:pt x="345356" y="888057"/>
                      </a:cubicBezTo>
                      <a:cubicBezTo>
                        <a:pt x="164455" y="772939"/>
                        <a:pt x="0" y="624929"/>
                        <a:pt x="0" y="411138"/>
                      </a:cubicBezTo>
                      <a:lnTo>
                        <a:pt x="0" y="14801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 w="49337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10048949" y="2750195"/>
                  <a:ext cx="378247" cy="2631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247" h="263128">
                      <a:moveTo>
                        <a:pt x="0" y="131564"/>
                      </a:moveTo>
                      <a:lnTo>
                        <a:pt x="131564" y="263128"/>
                      </a:lnTo>
                      <a:lnTo>
                        <a:pt x="378247" y="0"/>
                      </a:lnTo>
                    </a:path>
                  </a:pathLst>
                </a:custGeom>
                <a:noFill/>
                <a:ln w="65782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10443642" y="3095551"/>
                  <a:ext cx="213792" cy="2795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3792" h="279574">
                      <a:moveTo>
                        <a:pt x="49337" y="0"/>
                      </a:moveTo>
                      <a:lnTo>
                        <a:pt x="213792" y="0"/>
                      </a:lnTo>
                      <a:lnTo>
                        <a:pt x="213792" y="197346"/>
                      </a:lnTo>
                      <a:lnTo>
                        <a:pt x="0" y="197346"/>
                      </a:lnTo>
                      <a:moveTo>
                        <a:pt x="82228" y="115119"/>
                      </a:moveTo>
                      <a:lnTo>
                        <a:pt x="0" y="197346"/>
                      </a:lnTo>
                      <a:lnTo>
                        <a:pt x="82228" y="279574"/>
                      </a:lnTo>
                    </a:path>
                  </a:pathLst>
                </a:custGeom>
                <a:noFill/>
                <a:ln w="49337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53" name="Ellipse 53"/>
              <p:cNvSpPr/>
              <p:nvPr/>
            </p:nvSpPr>
            <p:spPr>
              <a:xfrm>
                <a:off x="9966722" y="1639491"/>
                <a:ext cx="526256" cy="526256"/>
              </a:xfrm>
              <a:prstGeom prst="ellipse">
                <a:avLst/>
              </a:prstGeom>
              <a:solidFill>
                <a:schemeClr val="lt1"/>
              </a:solidFill>
              <a:ln w="28337">
                <a:solidFill>
                  <a:srgbClr val="D6DDE0"/>
                </a:solidFill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10052745" y="1725513"/>
                <a:ext cx="354211" cy="354211"/>
                <a:chOff x="10052745" y="1725513"/>
                <a:chExt cx="354211" cy="354211"/>
              </a:xfrm>
            </p:grpSpPr>
            <p:sp>
              <p:nvSpPr>
                <p:cNvPr id="54" name="Rectangle 54"/>
                <p:cNvSpPr/>
                <p:nvPr/>
              </p:nvSpPr>
              <p:spPr>
                <a:xfrm>
                  <a:off x="10103346" y="1776115"/>
                  <a:ext cx="253008" cy="253008"/>
                </a:xfrm>
                <a:prstGeom prst="roundRect">
                  <a:avLst>
                    <a:gd name="adj" fmla="val 12500"/>
                  </a:avLst>
                </a:pr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5" name="Rectangle 55"/>
                <p:cNvSpPr/>
                <p:nvPr/>
              </p:nvSpPr>
              <p:spPr>
                <a:xfrm>
                  <a:off x="10172923" y="1845692"/>
                  <a:ext cx="113854" cy="113854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accent3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10052745" y="1725513"/>
                  <a:ext cx="354211" cy="3542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4211" h="354211">
                      <a:moveTo>
                        <a:pt x="107528" y="0"/>
                      </a:moveTo>
                      <a:lnTo>
                        <a:pt x="107528" y="50602"/>
                      </a:lnTo>
                      <a:moveTo>
                        <a:pt x="177105" y="0"/>
                      </a:moveTo>
                      <a:lnTo>
                        <a:pt x="177105" y="50602"/>
                      </a:lnTo>
                      <a:moveTo>
                        <a:pt x="246683" y="0"/>
                      </a:moveTo>
                      <a:lnTo>
                        <a:pt x="246683" y="50602"/>
                      </a:lnTo>
                      <a:moveTo>
                        <a:pt x="107528" y="303609"/>
                      </a:moveTo>
                      <a:lnTo>
                        <a:pt x="107528" y="354211"/>
                      </a:lnTo>
                      <a:moveTo>
                        <a:pt x="177105" y="303609"/>
                      </a:moveTo>
                      <a:lnTo>
                        <a:pt x="177105" y="354211"/>
                      </a:lnTo>
                      <a:moveTo>
                        <a:pt x="246683" y="303609"/>
                      </a:moveTo>
                      <a:lnTo>
                        <a:pt x="246683" y="354211"/>
                      </a:lnTo>
                      <a:moveTo>
                        <a:pt x="0" y="107528"/>
                      </a:moveTo>
                      <a:lnTo>
                        <a:pt x="50602" y="107528"/>
                      </a:lnTo>
                      <a:moveTo>
                        <a:pt x="0" y="177105"/>
                      </a:moveTo>
                      <a:lnTo>
                        <a:pt x="50602" y="177105"/>
                      </a:lnTo>
                      <a:moveTo>
                        <a:pt x="0" y="246683"/>
                      </a:moveTo>
                      <a:lnTo>
                        <a:pt x="50602" y="246683"/>
                      </a:lnTo>
                      <a:moveTo>
                        <a:pt x="303609" y="107528"/>
                      </a:moveTo>
                      <a:lnTo>
                        <a:pt x="354211" y="107528"/>
                      </a:lnTo>
                      <a:moveTo>
                        <a:pt x="303609" y="177105"/>
                      </a:moveTo>
                      <a:lnTo>
                        <a:pt x="354211" y="177105"/>
                      </a:lnTo>
                      <a:moveTo>
                        <a:pt x="303609" y="246683"/>
                      </a:moveTo>
                      <a:lnTo>
                        <a:pt x="354211" y="246683"/>
                      </a:lnTo>
                    </a:path>
                  </a:pathLst>
                </a:custGeom>
                <a:noFill/>
                <a:ln w="18976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58" name="Ellipse 58"/>
              <p:cNvSpPr/>
              <p:nvPr/>
            </p:nvSpPr>
            <p:spPr>
              <a:xfrm>
                <a:off x="10978753" y="2651522"/>
                <a:ext cx="526256" cy="526256"/>
              </a:xfrm>
              <a:prstGeom prst="ellipse">
                <a:avLst/>
              </a:prstGeom>
              <a:solidFill>
                <a:schemeClr val="lt1"/>
              </a:solidFill>
              <a:ln w="28337">
                <a:solidFill>
                  <a:srgbClr val="D6DDE0"/>
                </a:solidFill>
              </a:ln>
            </p:spPr>
          </p:sp>
          <p:grpSp>
            <p:nvGrpSpPr>
              <p:cNvPr id="64" name="Group 64"/>
              <p:cNvGrpSpPr/>
              <p:nvPr/>
            </p:nvGrpSpPr>
            <p:grpSpPr>
              <a:xfrm>
                <a:off x="11083751" y="2750195"/>
                <a:ext cx="335236" cy="328910"/>
                <a:chOff x="11083751" y="2750195"/>
                <a:chExt cx="335236" cy="328910"/>
              </a:xfrm>
            </p:grpSpPr>
            <p:sp>
              <p:nvSpPr>
                <p:cNvPr id="59" name="Freeform 59"/>
                <p:cNvSpPr/>
                <p:nvPr/>
              </p:nvSpPr>
              <p:spPr>
                <a:xfrm>
                  <a:off x="11083751" y="2794471"/>
                  <a:ext cx="240357" cy="2530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57" h="253008">
                      <a:moveTo>
                        <a:pt x="0" y="0"/>
                      </a:moveTo>
                      <a:lnTo>
                        <a:pt x="0" y="196081"/>
                      </a:lnTo>
                      <a:cubicBezTo>
                        <a:pt x="0" y="253008"/>
                        <a:pt x="240357" y="253008"/>
                        <a:pt x="240357" y="196081"/>
                      </a:cubicBezTo>
                      <a:lnTo>
                        <a:pt x="240357" y="0"/>
                      </a:lnTo>
                    </a:path>
                  </a:pathLst>
                </a:cu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0" name="Ellipse 60"/>
                <p:cNvSpPr/>
                <p:nvPr/>
              </p:nvSpPr>
              <p:spPr>
                <a:xfrm>
                  <a:off x="11083751" y="2750195"/>
                  <a:ext cx="240357" cy="88553"/>
                </a:xfrm>
                <a:prstGeom prst="ellipse">
                  <a:avLst/>
                </a:pr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11083751" y="2883024"/>
                  <a:ext cx="240357" cy="569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357" h="56927">
                      <a:moveTo>
                        <a:pt x="0" y="0"/>
                      </a:moveTo>
                      <a:cubicBezTo>
                        <a:pt x="0" y="56927"/>
                        <a:pt x="240357" y="56927"/>
                        <a:pt x="240357" y="0"/>
                      </a:cubicBezTo>
                    </a:path>
                  </a:pathLst>
                </a:custGeom>
                <a:noFill/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2" name="Ellipse 62"/>
                <p:cNvSpPr/>
                <p:nvPr/>
              </p:nvSpPr>
              <p:spPr>
                <a:xfrm>
                  <a:off x="11241881" y="2895674"/>
                  <a:ext cx="139154" cy="139154"/>
                </a:xfrm>
                <a:prstGeom prst="ellipse">
                  <a:avLst/>
                </a:prstGeom>
                <a:solidFill>
                  <a:schemeClr val="accent3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11362060" y="3015853"/>
                  <a:ext cx="56927" cy="632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927" h="63252">
                      <a:moveTo>
                        <a:pt x="0" y="0"/>
                      </a:moveTo>
                      <a:lnTo>
                        <a:pt x="56927" y="63252"/>
                      </a:lnTo>
                    </a:path>
                  </a:pathLst>
                </a:custGeom>
                <a:solidFill>
                  <a:schemeClr val="lt1"/>
                </a:solidFill>
                <a:ln w="25301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65" name="Ellipse 65"/>
              <p:cNvSpPr/>
              <p:nvPr/>
            </p:nvSpPr>
            <p:spPr>
              <a:xfrm>
                <a:off x="9966722" y="3663553"/>
                <a:ext cx="526256" cy="526256"/>
              </a:xfrm>
              <a:prstGeom prst="ellipse">
                <a:avLst/>
              </a:prstGeom>
              <a:solidFill>
                <a:schemeClr val="lt1"/>
              </a:solidFill>
              <a:ln w="28337">
                <a:solidFill>
                  <a:srgbClr val="D6DDE0"/>
                </a:solidFill>
              </a:ln>
            </p:spPr>
          </p:sp>
          <p:grpSp>
            <p:nvGrpSpPr>
              <p:cNvPr id="68" name="Group 68"/>
              <p:cNvGrpSpPr/>
              <p:nvPr/>
            </p:nvGrpSpPr>
            <p:grpSpPr>
              <a:xfrm>
                <a:off x="10071720" y="3774877"/>
                <a:ext cx="316260" cy="303609"/>
                <a:chOff x="10071720" y="3774877"/>
                <a:chExt cx="316260" cy="303609"/>
              </a:xfrm>
            </p:grpSpPr>
            <p:sp>
              <p:nvSpPr>
                <p:cNvPr id="66" name="Rectangle 66"/>
                <p:cNvSpPr/>
                <p:nvPr/>
              </p:nvSpPr>
              <p:spPr>
                <a:xfrm>
                  <a:off x="10071720" y="3774877"/>
                  <a:ext cx="316260" cy="303609"/>
                </a:xfrm>
                <a:prstGeom prst="roundRect">
                  <a:avLst>
                    <a:gd name="adj" fmla="val 8333"/>
                  </a:avLst>
                </a:pr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10071720" y="3774877"/>
                  <a:ext cx="316260" cy="3036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6260" h="303609">
                      <a:moveTo>
                        <a:pt x="0" y="101203"/>
                      </a:moveTo>
                      <a:lnTo>
                        <a:pt x="316260" y="101203"/>
                      </a:lnTo>
                      <a:moveTo>
                        <a:pt x="0" y="202406"/>
                      </a:moveTo>
                      <a:lnTo>
                        <a:pt x="316260" y="202406"/>
                      </a:lnTo>
                      <a:moveTo>
                        <a:pt x="101203" y="0"/>
                      </a:moveTo>
                      <a:lnTo>
                        <a:pt x="101203" y="101203"/>
                      </a:lnTo>
                      <a:moveTo>
                        <a:pt x="227707" y="0"/>
                      </a:moveTo>
                      <a:lnTo>
                        <a:pt x="227707" y="101203"/>
                      </a:lnTo>
                      <a:moveTo>
                        <a:pt x="56927" y="101203"/>
                      </a:moveTo>
                      <a:lnTo>
                        <a:pt x="56927" y="202406"/>
                      </a:lnTo>
                      <a:moveTo>
                        <a:pt x="189756" y="101203"/>
                      </a:moveTo>
                      <a:lnTo>
                        <a:pt x="189756" y="202406"/>
                      </a:lnTo>
                      <a:moveTo>
                        <a:pt x="101203" y="202406"/>
                      </a:moveTo>
                      <a:lnTo>
                        <a:pt x="101203" y="303609"/>
                      </a:lnTo>
                      <a:moveTo>
                        <a:pt x="227707" y="202406"/>
                      </a:moveTo>
                      <a:lnTo>
                        <a:pt x="227707" y="303609"/>
                      </a:lnTo>
                    </a:path>
                  </a:pathLst>
                </a:custGeom>
                <a:noFill/>
                <a:ln w="18976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69" name="Ellipse 69"/>
              <p:cNvSpPr/>
              <p:nvPr/>
            </p:nvSpPr>
            <p:spPr>
              <a:xfrm>
                <a:off x="8954691" y="2651522"/>
                <a:ext cx="526256" cy="526256"/>
              </a:xfrm>
              <a:prstGeom prst="ellipse">
                <a:avLst/>
              </a:prstGeom>
              <a:solidFill>
                <a:schemeClr val="lt1"/>
              </a:solidFill>
              <a:ln w="28337">
                <a:solidFill>
                  <a:srgbClr val="D6DDE0"/>
                </a:solidFill>
              </a:ln>
            </p:spPr>
          </p:sp>
          <p:grpSp>
            <p:nvGrpSpPr>
              <p:cNvPr id="76" name="Group 76"/>
              <p:cNvGrpSpPr/>
              <p:nvPr/>
            </p:nvGrpSpPr>
            <p:grpSpPr>
              <a:xfrm>
                <a:off x="9034388" y="2743870"/>
                <a:ext cx="366861" cy="335235"/>
                <a:chOff x="9034388" y="2743870"/>
                <a:chExt cx="366861" cy="335235"/>
              </a:xfrm>
            </p:grpSpPr>
            <p:sp>
              <p:nvSpPr>
                <p:cNvPr id="70" name="Rectangle 70"/>
                <p:cNvSpPr/>
                <p:nvPr/>
              </p:nvSpPr>
              <p:spPr>
                <a:xfrm>
                  <a:off x="9091315" y="2743870"/>
                  <a:ext cx="253008" cy="126504"/>
                </a:xfrm>
                <a:prstGeom prst="roundRect">
                  <a:avLst>
                    <a:gd name="adj" fmla="val 20000"/>
                  </a:avLst>
                </a:pr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71" name="Freeform 71"/>
                <p:cNvSpPr/>
                <p:nvPr/>
              </p:nvSpPr>
              <p:spPr>
                <a:xfrm>
                  <a:off x="9078664" y="2870374"/>
                  <a:ext cx="278309" cy="1265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309" h="126504">
                      <a:moveTo>
                        <a:pt x="139154" y="0"/>
                      </a:moveTo>
                      <a:lnTo>
                        <a:pt x="139154" y="82228"/>
                      </a:lnTo>
                      <a:moveTo>
                        <a:pt x="0" y="82228"/>
                      </a:moveTo>
                      <a:lnTo>
                        <a:pt x="278309" y="82228"/>
                      </a:lnTo>
                      <a:moveTo>
                        <a:pt x="0" y="82228"/>
                      </a:moveTo>
                      <a:lnTo>
                        <a:pt x="0" y="126504"/>
                      </a:lnTo>
                      <a:moveTo>
                        <a:pt x="139154" y="82228"/>
                      </a:moveTo>
                      <a:lnTo>
                        <a:pt x="139154" y="126504"/>
                      </a:lnTo>
                      <a:moveTo>
                        <a:pt x="278309" y="82228"/>
                      </a:moveTo>
                      <a:lnTo>
                        <a:pt x="278309" y="126504"/>
                      </a:lnTo>
                    </a:path>
                  </a:pathLst>
                </a:custGeom>
                <a:noFill/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72" name="Rectangle 72"/>
                <p:cNvSpPr/>
                <p:nvPr/>
              </p:nvSpPr>
              <p:spPr>
                <a:xfrm>
                  <a:off x="9034388" y="2996878"/>
                  <a:ext cx="88553" cy="82228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73" name="Rectangle 73"/>
                <p:cNvSpPr/>
                <p:nvPr/>
              </p:nvSpPr>
              <p:spPr>
                <a:xfrm>
                  <a:off x="9173542" y="2996878"/>
                  <a:ext cx="88553" cy="82228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74" name="Rectangle 74"/>
                <p:cNvSpPr/>
                <p:nvPr/>
              </p:nvSpPr>
              <p:spPr>
                <a:xfrm>
                  <a:off x="9312697" y="2996878"/>
                  <a:ext cx="88553" cy="82228"/>
                </a:xfrm>
                <a:prstGeom prst="roundRect">
                  <a:avLst>
                    <a:gd name="adj" fmla="val 23077"/>
                  </a:avLst>
                </a:pr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9141916" y="2807122"/>
                  <a:ext cx="15180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805" h="9525">
                      <a:moveTo>
                        <a:pt x="0" y="0"/>
                      </a:moveTo>
                      <a:lnTo>
                        <a:pt x="151805" y="0"/>
                      </a:lnTo>
                    </a:path>
                  </a:pathLst>
                </a:custGeom>
                <a:solidFill>
                  <a:schemeClr val="lt1"/>
                </a:solidFill>
                <a:ln w="18976" cap="rnd">
                  <a:solidFill>
                    <a:schemeClr val="accent1"/>
                  </a:solidFill>
                  <a:round/>
                </a:ln>
              </p:spPr>
            </p:sp>
          </p:grpSp>
          <p:sp>
            <p:nvSpPr>
              <p:cNvPr id="77" name="Ellipse 77"/>
              <p:cNvSpPr/>
              <p:nvPr/>
            </p:nvSpPr>
            <p:spPr>
              <a:xfrm>
                <a:off x="10857309" y="2125266"/>
                <a:ext cx="161925" cy="161925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</p:sp>
        </p:grpSp>
      </p:grpSp>
      <p:grpSp>
        <p:nvGrpSpPr>
          <p:cNvPr id="92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80" name="Line 8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81" name="TextBox 81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2" name="TextBox 82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84" name="Rectangle 8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86" name="Rectangle 8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87" name="Rectangle 8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OpeningFilm_30s_Embedded">
            <a:hlinkClick r:id="" action="ppaction://media"/>
            <a:extLst>
              <a:ext uri="{FF2B5EF4-FFF2-40B4-BE49-F238E27FC236}">
                <a16:creationId xmlns:a16="http://schemas.microsoft.com/office/drawing/2014/main" id="{2DF7044A-F50A-4404-86F6-C4039600A46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696587" cy="1085850"/>
            <a:chOff x="593598" y="257175"/>
            <a:chExt cx="4696587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32"/>
              </p:custDataLst>
            </p:nvPr>
          </p:nvSpPr>
          <p:spPr>
            <a:xfrm>
              <a:off x="755523" y="314325"/>
              <a:ext cx="154810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33"/>
              </p:custDataLst>
            </p:nvPr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89" name="page-content"/>
          <p:cNvGrpSpPr/>
          <p:nvPr/>
        </p:nvGrpSpPr>
        <p:grpSpPr>
          <a:xfrm>
            <a:off x="47625" y="1504950"/>
            <a:ext cx="11991975" cy="4824857"/>
            <a:chOff x="47625" y="1504950"/>
            <a:chExt cx="11991975" cy="4824857"/>
          </a:xfrm>
        </p:grpSpPr>
        <p:sp>
          <p:nvSpPr>
            <p:cNvPr id="7" name="Rectangle 7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sp>
          <p:nvSpPr>
            <p:cNvPr id="8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314706" y="1593850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824930" y="1568351"/>
              <a:ext cx="293490" cy="268188"/>
              <a:chOff x="1824930" y="1568351"/>
              <a:chExt cx="293490" cy="268188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870472" y="1568351"/>
                <a:ext cx="202406" cy="101203"/>
              </a:xfrm>
              <a:prstGeom prst="roundRect">
                <a:avLst>
                  <a:gd name="adj" fmla="val 20000"/>
                </a:avLst>
              </a:pr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860352" y="1669554"/>
                <a:ext cx="222647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222647" h="101203">
                    <a:moveTo>
                      <a:pt x="111323" y="0"/>
                    </a:moveTo>
                    <a:lnTo>
                      <a:pt x="111323" y="65782"/>
                    </a:lnTo>
                    <a:moveTo>
                      <a:pt x="0" y="65782"/>
                    </a:moveTo>
                    <a:lnTo>
                      <a:pt x="222647" y="65782"/>
                    </a:lnTo>
                    <a:moveTo>
                      <a:pt x="0" y="65782"/>
                    </a:moveTo>
                    <a:lnTo>
                      <a:pt x="0" y="101203"/>
                    </a:lnTo>
                    <a:moveTo>
                      <a:pt x="111323" y="65782"/>
                    </a:moveTo>
                    <a:lnTo>
                      <a:pt x="111323" y="101203"/>
                    </a:lnTo>
                    <a:moveTo>
                      <a:pt x="222647" y="65782"/>
                    </a:moveTo>
                    <a:lnTo>
                      <a:pt x="222647" y="101203"/>
                    </a:lnTo>
                  </a:path>
                </a:pathLst>
              </a:custGeom>
              <a:noFill/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1824930" y="1770757"/>
                <a:ext cx="70842" cy="65782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1936254" y="1770757"/>
                <a:ext cx="70842" cy="65782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2047577" y="1770757"/>
                <a:ext cx="70842" cy="65782"/>
              </a:xfrm>
              <a:prstGeom prst="roundRect">
                <a:avLst>
                  <a:gd name="adj" fmla="val 23077"/>
                </a:avLst>
              </a:pr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910953" y="1618952"/>
                <a:ext cx="121444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1444" h="9525">
                    <a:moveTo>
                      <a:pt x="0" y="0"/>
                    </a:moveTo>
                    <a:lnTo>
                      <a:pt x="121444" y="0"/>
                    </a:lnTo>
                  </a:path>
                </a:pathLst>
              </a:custGeom>
              <a:solidFill>
                <a:schemeClr val="lt1"/>
              </a:solidFill>
              <a:ln w="15180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6" name="TextBox 16"/>
            <p:cNvSpPr txBox="1"/>
            <p:nvPr>
              <p:custDataLst>
                <p:tags r:id="rId4"/>
              </p:custDataLst>
            </p:nvPr>
          </p:nvSpPr>
          <p:spPr>
            <a:xfrm>
              <a:off x="315849" y="2085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17" name="TextBox 17"/>
            <p:cNvSpPr txBox="1"/>
            <p:nvPr>
              <p:custDataLst>
                <p:tags r:id="rId5"/>
              </p:custDataLst>
            </p:nvPr>
          </p:nvSpPr>
          <p:spPr>
            <a:xfrm>
              <a:off x="315468" y="25019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8" name="TextBox 18"/>
            <p:cNvSpPr txBox="1"/>
            <p:nvPr>
              <p:custDataLst>
                <p:tags r:id="rId6"/>
              </p:custDataLst>
            </p:nvPr>
          </p:nvSpPr>
          <p:spPr>
            <a:xfrm>
              <a:off x="315468" y="2806700"/>
              <a:ext cx="120553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時間差·方向</a:t>
              </a:r>
            </a:p>
          </p:txBody>
        </p:sp>
        <p:sp>
          <p:nvSpPr>
            <p:cNvPr id="19" name="TextBox 19"/>
            <p:cNvSpPr txBox="1"/>
            <p:nvPr>
              <p:custDataLst>
                <p:tags r:id="rId7"/>
              </p:custDataLst>
            </p:nvPr>
          </p:nvSpPr>
          <p:spPr>
            <a:xfrm>
              <a:off x="316230" y="3117850"/>
              <a:ext cx="17017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遮罩欄位·流量切窗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2707481" y="1583531"/>
              <a:ext cx="300038" cy="300038"/>
              <a:chOff x="2707481" y="1583531"/>
              <a:chExt cx="300038" cy="300038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2750344" y="1626394"/>
                <a:ext cx="214312" cy="214312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2809280" y="1685330"/>
                <a:ext cx="96441" cy="96441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2707481" y="1583531"/>
                <a:ext cx="300038" cy="300038"/>
              </a:xfrm>
              <a:custGeom>
                <a:avLst/>
                <a:gdLst/>
                <a:ahLst/>
                <a:cxnLst/>
                <a:rect l="l" t="t" r="r" b="b"/>
                <a:pathLst>
                  <a:path w="300038" h="300038">
                    <a:moveTo>
                      <a:pt x="91083" y="0"/>
                    </a:moveTo>
                    <a:lnTo>
                      <a:pt x="91083" y="42862"/>
                    </a:lnTo>
                    <a:moveTo>
                      <a:pt x="150019" y="0"/>
                    </a:moveTo>
                    <a:lnTo>
                      <a:pt x="150019" y="42862"/>
                    </a:lnTo>
                    <a:moveTo>
                      <a:pt x="208955" y="0"/>
                    </a:moveTo>
                    <a:lnTo>
                      <a:pt x="208955" y="42862"/>
                    </a:lnTo>
                    <a:moveTo>
                      <a:pt x="91083" y="257175"/>
                    </a:moveTo>
                    <a:lnTo>
                      <a:pt x="91083" y="300038"/>
                    </a:lnTo>
                    <a:moveTo>
                      <a:pt x="150019" y="257175"/>
                    </a:moveTo>
                    <a:lnTo>
                      <a:pt x="150019" y="300038"/>
                    </a:lnTo>
                    <a:moveTo>
                      <a:pt x="208955" y="257175"/>
                    </a:moveTo>
                    <a:lnTo>
                      <a:pt x="208955" y="300038"/>
                    </a:lnTo>
                    <a:moveTo>
                      <a:pt x="0" y="91083"/>
                    </a:moveTo>
                    <a:lnTo>
                      <a:pt x="42862" y="91083"/>
                    </a:lnTo>
                    <a:moveTo>
                      <a:pt x="0" y="150019"/>
                    </a:moveTo>
                    <a:lnTo>
                      <a:pt x="42862" y="150019"/>
                    </a:lnTo>
                    <a:moveTo>
                      <a:pt x="0" y="208955"/>
                    </a:moveTo>
                    <a:lnTo>
                      <a:pt x="42862" y="208955"/>
                    </a:lnTo>
                    <a:moveTo>
                      <a:pt x="257175" y="91083"/>
                    </a:moveTo>
                    <a:lnTo>
                      <a:pt x="300038" y="91083"/>
                    </a:lnTo>
                    <a:moveTo>
                      <a:pt x="257175" y="150019"/>
                    </a:moveTo>
                    <a:lnTo>
                      <a:pt x="300038" y="150019"/>
                    </a:lnTo>
                    <a:moveTo>
                      <a:pt x="257175" y="208955"/>
                    </a:moveTo>
                    <a:lnTo>
                      <a:pt x="300038" y="208955"/>
                    </a:lnTo>
                  </a:path>
                </a:pathLst>
              </a:custGeom>
              <a:noFill/>
              <a:ln w="16073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5" name="TextBox 25"/>
            <p:cNvSpPr txBox="1"/>
            <p:nvPr>
              <p:custDataLst>
                <p:tags r:id="rId8"/>
              </p:custDataLst>
            </p:nvPr>
          </p:nvSpPr>
          <p:spPr>
            <a:xfrm>
              <a:off x="3115056" y="1593850"/>
              <a:ext cx="25472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b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互補模型與 17 類判定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27" name="TextBox 27"/>
            <p:cNvSpPr txBox="1"/>
            <p:nvPr>
              <p:custDataLst>
                <p:tags r:id="rId9"/>
              </p:custDataLst>
            </p:nvPr>
          </p:nvSpPr>
          <p:spPr>
            <a:xfrm>
              <a:off x="2943606" y="2051050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28" name="TextBox 28"/>
            <p:cNvSpPr txBox="1"/>
            <p:nvPr>
              <p:custDataLst>
                <p:tags r:id="rId10"/>
              </p:custDataLst>
            </p:nvPr>
          </p:nvSpPr>
          <p:spPr>
            <a:xfrm>
              <a:off x="2945130" y="2317750"/>
              <a:ext cx="15708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內容·時間差·方向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30" name="TextBox 30"/>
            <p:cNvSpPr txBox="1"/>
            <p:nvPr>
              <p:custDataLst>
                <p:tags r:id="rId11"/>
              </p:custDataLst>
            </p:nvPr>
          </p:nvSpPr>
          <p:spPr>
            <a:xfrm>
              <a:off x="2943606" y="2794000"/>
              <a:ext cx="10891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31" name="TextBox 31"/>
            <p:cNvSpPr txBox="1"/>
            <p:nvPr>
              <p:custDataLst>
                <p:tags r:id="rId12"/>
              </p:custDataLst>
            </p:nvPr>
          </p:nvSpPr>
          <p:spPr>
            <a:xfrm>
              <a:off x="2945130" y="30607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33" name="TextBox 33"/>
            <p:cNvSpPr txBox="1"/>
            <p:nvPr>
              <p:custDataLst>
                <p:tags r:id="rId13"/>
              </p:custDataLst>
            </p:nvPr>
          </p:nvSpPr>
          <p:spPr>
            <a:xfrm>
              <a:off x="6486906" y="2308225"/>
              <a:ext cx="20301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34" name="TextBox 34"/>
            <p:cNvSpPr txBox="1"/>
            <p:nvPr>
              <p:custDataLst>
                <p:tags r:id="rId14"/>
              </p:custDataLst>
            </p:nvPr>
          </p:nvSpPr>
          <p:spPr>
            <a:xfrm>
              <a:off x="6487668" y="26733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36" name="TextBox 36"/>
            <p:cNvSpPr txBox="1"/>
            <p:nvPr>
              <p:custDataLst>
                <p:tags r:id="rId15"/>
              </p:custDataLst>
            </p:nvPr>
          </p:nvSpPr>
          <p:spPr>
            <a:xfrm>
              <a:off x="9382506" y="230822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類正式判定</a:t>
              </a:r>
            </a:p>
          </p:txBody>
        </p:sp>
        <p:sp>
          <p:nvSpPr>
            <p:cNvPr id="37" name="TextBox 37"/>
            <p:cNvSpPr txBox="1"/>
            <p:nvPr>
              <p:custDataLst>
                <p:tags r:id="rId16"/>
              </p:custDataLst>
            </p:nvPr>
          </p:nvSpPr>
          <p:spPr>
            <a:xfrm>
              <a:off x="9384030" y="2698750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維表徵＋17 維機率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361355" y="4127897"/>
              <a:ext cx="283963" cy="278606"/>
              <a:chOff x="361355" y="4127897"/>
              <a:chExt cx="283963" cy="278606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361355" y="4165402"/>
                <a:ext cx="203597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03597" h="214312">
                    <a:moveTo>
                      <a:pt x="0" y="0"/>
                    </a:moveTo>
                    <a:lnTo>
                      <a:pt x="0" y="166092"/>
                    </a:lnTo>
                    <a:cubicBezTo>
                      <a:pt x="0" y="214312"/>
                      <a:pt x="203597" y="214312"/>
                      <a:pt x="203597" y="166092"/>
                    </a:cubicBezTo>
                    <a:lnTo>
                      <a:pt x="203597" y="0"/>
                    </a:lnTo>
                  </a:path>
                </a:pathLst>
              </a:custGeom>
              <a:solidFill>
                <a:schemeClr val="lt1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361355" y="4127897"/>
                <a:ext cx="203597" cy="75009"/>
              </a:xfrm>
              <a:prstGeom prst="ellipse">
                <a:avLst/>
              </a:prstGeom>
              <a:solidFill>
                <a:schemeClr val="lt1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361355" y="4240411"/>
                <a:ext cx="203597" cy="48220"/>
              </a:xfrm>
              <a:custGeom>
                <a:avLst/>
                <a:gdLst/>
                <a:ahLst/>
                <a:cxnLst/>
                <a:rect l="l" t="t" r="r" b="b"/>
                <a:pathLst>
                  <a:path w="203597" h="48220">
                    <a:moveTo>
                      <a:pt x="0" y="0"/>
                    </a:moveTo>
                    <a:cubicBezTo>
                      <a:pt x="0" y="48220"/>
                      <a:pt x="203597" y="48220"/>
                      <a:pt x="203597" y="0"/>
                    </a:cubicBezTo>
                  </a:path>
                </a:pathLst>
              </a:custGeom>
              <a:noFill/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52" name="Ellipse 52"/>
              <p:cNvSpPr/>
              <p:nvPr/>
            </p:nvSpPr>
            <p:spPr>
              <a:xfrm>
                <a:off x="495300" y="4251127"/>
                <a:ext cx="117872" cy="117872"/>
              </a:xfrm>
              <a:prstGeom prst="ellipse">
                <a:avLst/>
              </a:prstGeom>
              <a:solidFill>
                <a:schemeClr val="accent3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597098" y="4352925"/>
                <a:ext cx="48220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48220" h="53578">
                    <a:moveTo>
                      <a:pt x="0" y="0"/>
                    </a:moveTo>
                    <a:lnTo>
                      <a:pt x="48220" y="53578"/>
                    </a:lnTo>
                  </a:path>
                </a:pathLst>
              </a:custGeom>
              <a:solidFill>
                <a:schemeClr val="lt1"/>
              </a:solidFill>
              <a:ln w="21431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55" name="TextBox 55"/>
            <p:cNvSpPr txBox="1"/>
            <p:nvPr>
              <p:custDataLst>
                <p:tags r:id="rId17"/>
              </p:custDataLst>
            </p:nvPr>
          </p:nvSpPr>
          <p:spPr>
            <a:xfrm>
              <a:off x="752856" y="4127500"/>
              <a:ext cx="2877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57" name="TextBox 57"/>
            <p:cNvSpPr txBox="1"/>
            <p:nvPr>
              <p:custDataLst>
                <p:tags r:id="rId18"/>
              </p:custDataLst>
            </p:nvPr>
          </p:nvSpPr>
          <p:spPr>
            <a:xfrm>
              <a:off x="505968" y="4711700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58" name="TextBox 58"/>
            <p:cNvSpPr txBox="1"/>
            <p:nvPr>
              <p:custDataLst>
                <p:tags r:id="rId19"/>
              </p:custDataLst>
            </p:nvPr>
          </p:nvSpPr>
          <p:spPr>
            <a:xfrm>
              <a:off x="506730" y="5032375"/>
              <a:ext cx="973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60" name="TextBox 60"/>
            <p:cNvSpPr txBox="1"/>
            <p:nvPr>
              <p:custDataLst>
                <p:tags r:id="rId20"/>
              </p:custDataLst>
            </p:nvPr>
          </p:nvSpPr>
          <p:spPr>
            <a:xfrm>
              <a:off x="2601468" y="4711700"/>
              <a:ext cx="16109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1" name="TextBox 61"/>
            <p:cNvSpPr txBox="1"/>
            <p:nvPr>
              <p:custDataLst>
                <p:tags r:id="rId21"/>
              </p:custDataLst>
            </p:nvPr>
          </p:nvSpPr>
          <p:spPr>
            <a:xfrm>
              <a:off x="2602230" y="503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63" name="TextBox 63"/>
            <p:cNvSpPr txBox="1"/>
            <p:nvPr>
              <p:custDataLst>
                <p:tags r:id="rId22"/>
              </p:custDataLst>
            </p:nvPr>
          </p:nvSpPr>
          <p:spPr>
            <a:xfrm>
              <a:off x="5268468" y="4711700"/>
              <a:ext cx="1364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4" name="TextBox 64"/>
            <p:cNvSpPr txBox="1"/>
            <p:nvPr>
              <p:custDataLst>
                <p:tags r:id="rId23"/>
              </p:custDataLst>
            </p:nvPr>
          </p:nvSpPr>
          <p:spPr>
            <a:xfrm>
              <a:off x="5269230" y="50323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7" name="TextBox 67"/>
            <p:cNvSpPr txBox="1"/>
            <p:nvPr>
              <p:custDataLst>
                <p:tags r:id="rId24"/>
              </p:custDataLst>
            </p:nvPr>
          </p:nvSpPr>
          <p:spPr>
            <a:xfrm>
              <a:off x="4682155" y="3435350"/>
              <a:ext cx="23943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正式類別·信心·模型表徵</a:t>
              </a:r>
            </a:p>
          </p:txBody>
        </p:sp>
        <p:sp>
          <p:nvSpPr>
            <p:cNvPr id="68" name="Freeform 68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9" name="Freeform 69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70" name="Freeform 70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72" name="TextBox 72"/>
            <p:cNvSpPr txBox="1"/>
            <p:nvPr>
              <p:custDataLst>
                <p:tags r:id="rId25"/>
              </p:custDataLst>
            </p:nvPr>
          </p:nvSpPr>
          <p:spPr>
            <a:xfrm>
              <a:off x="3083242" y="5499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73" name="Freeform 73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53666E"/>
              </a:solidFill>
              <a:custDash>
                <a:ds d="250000" sp="200000"/>
              </a:custDash>
            </a:ln>
          </p:spPr>
        </p:sp>
        <p:sp>
          <p:nvSpPr>
            <p:cNvPr id="74" name="Freeform 74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53666E"/>
              </a:solidFill>
            </a:ln>
          </p:spPr>
        </p:sp>
        <p:sp>
          <p:nvSpPr>
            <p:cNvPr id="75" name="TextBox 75"/>
            <p:cNvSpPr txBox="1"/>
            <p:nvPr>
              <p:custDataLst>
                <p:tags r:id="rId26"/>
              </p:custDataLst>
            </p:nvPr>
          </p:nvSpPr>
          <p:spPr>
            <a:xfrm>
              <a:off x="5269230" y="54991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8612386" y="4113014"/>
              <a:ext cx="251818" cy="294680"/>
              <a:chOff x="8612386" y="4113014"/>
              <a:chExt cx="251818" cy="29468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8612386" y="4113014"/>
                <a:ext cx="225028" cy="289322"/>
              </a:xfrm>
              <a:custGeom>
                <a:avLst/>
                <a:gdLst/>
                <a:ahLst/>
                <a:cxnLst/>
                <a:rect l="l" t="t" r="r" b="b"/>
                <a:pathLst>
                  <a:path w="225028" h="289322">
                    <a:moveTo>
                      <a:pt x="112514" y="0"/>
                    </a:moveTo>
                    <a:lnTo>
                      <a:pt x="225028" y="48220"/>
                    </a:lnTo>
                    <a:lnTo>
                      <a:pt x="225028" y="133945"/>
                    </a:lnTo>
                    <a:cubicBezTo>
                      <a:pt x="225028" y="203597"/>
                      <a:pt x="171450" y="251817"/>
                      <a:pt x="112514" y="289322"/>
                    </a:cubicBezTo>
                    <a:cubicBezTo>
                      <a:pt x="53578" y="251817"/>
                      <a:pt x="0" y="203597"/>
                      <a:pt x="0" y="133945"/>
                    </a:cubicBezTo>
                    <a:lnTo>
                      <a:pt x="0" y="48220"/>
                    </a:lnTo>
                    <a:close/>
                  </a:path>
                </a:pathLst>
              </a:custGeom>
              <a:solidFill>
                <a:schemeClr val="lt1"/>
              </a:solidFill>
              <a:ln w="16073" cap="rnd">
                <a:solidFill>
                  <a:schemeClr val="accent1"/>
                </a:solidFill>
                <a:round/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8665964" y="4204097"/>
                <a:ext cx="12323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23230" h="85725">
                    <a:moveTo>
                      <a:pt x="0" y="42862"/>
                    </a:moveTo>
                    <a:lnTo>
                      <a:pt x="42862" y="85725"/>
                    </a:lnTo>
                    <a:lnTo>
                      <a:pt x="123230" y="0"/>
                    </a:lnTo>
                  </a:path>
                </a:pathLst>
              </a:custGeom>
              <a:noFill/>
              <a:ln w="21431" cap="rnd">
                <a:solidFill>
                  <a:schemeClr val="accent1"/>
                </a:solidFill>
                <a:round/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8794552" y="4316611"/>
                <a:ext cx="69652" cy="91083"/>
              </a:xfrm>
              <a:custGeom>
                <a:avLst/>
                <a:gdLst/>
                <a:ahLst/>
                <a:cxnLst/>
                <a:rect l="l" t="t" r="r" b="b"/>
                <a:pathLst>
                  <a:path w="69652" h="91083">
                    <a:moveTo>
                      <a:pt x="16073" y="0"/>
                    </a:moveTo>
                    <a:lnTo>
                      <a:pt x="69652" y="0"/>
                    </a:lnTo>
                    <a:lnTo>
                      <a:pt x="69652" y="64294"/>
                    </a:lnTo>
                    <a:lnTo>
                      <a:pt x="0" y="64294"/>
                    </a:lnTo>
                    <a:moveTo>
                      <a:pt x="26789" y="37505"/>
                    </a:moveTo>
                    <a:lnTo>
                      <a:pt x="0" y="64294"/>
                    </a:lnTo>
                    <a:lnTo>
                      <a:pt x="26789" y="91083"/>
                    </a:lnTo>
                  </a:path>
                </a:pathLst>
              </a:custGeom>
              <a:noFill/>
              <a:ln w="16073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1" name="TextBox 81"/>
            <p:cNvSpPr txBox="1"/>
            <p:nvPr>
              <p:custDataLst>
                <p:tags r:id="rId27"/>
              </p:custDataLst>
            </p:nvPr>
          </p:nvSpPr>
          <p:spPr>
            <a:xfrm>
              <a:off x="8982456" y="4127500"/>
              <a:ext cx="1920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82" name="TextBox 82"/>
            <p:cNvSpPr txBox="1"/>
            <p:nvPr>
              <p:custDataLst>
                <p:tags r:id="rId28"/>
              </p:custDataLst>
            </p:nvPr>
          </p:nvSpPr>
          <p:spPr>
            <a:xfrm>
              <a:off x="8601456" y="4603750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策略檢查 → 套用</a:t>
              </a:r>
            </a:p>
          </p:txBody>
        </p:sp>
        <p:sp>
          <p:nvSpPr>
            <p:cNvPr id="83" name="TextBox 83"/>
            <p:cNvSpPr txBox="1"/>
            <p:nvPr>
              <p:custDataLst>
                <p:tags r:id="rId29"/>
              </p:custDataLst>
            </p:nvPr>
          </p:nvSpPr>
          <p:spPr>
            <a:xfrm>
              <a:off x="8601456" y="4956175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 → 到期撤銷</a:t>
              </a:r>
            </a:p>
          </p:txBody>
        </p:sp>
        <p:sp>
          <p:nvSpPr>
            <p:cNvPr id="84" name="TextBox 84"/>
            <p:cNvSpPr txBox="1"/>
            <p:nvPr>
              <p:custDataLst>
                <p:tags r:id="rId30"/>
              </p:custDataLst>
            </p:nvPr>
          </p:nvSpPr>
          <p:spPr>
            <a:xfrm>
              <a:off x="8602980" y="5470525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複核／不確定 → 蒐證</a:t>
              </a:r>
            </a:p>
          </p:txBody>
        </p:sp>
        <p:sp>
          <p:nvSpPr>
            <p:cNvPr id="85" name="Freeform 85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86" name="Freeform 86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chemeClr val="accent3"/>
            </a:solidFill>
            <a:ln w="9525">
              <a:solidFill>
                <a:srgbClr val="D6DDE0"/>
              </a:solidFill>
            </a:ln>
          </p:spPr>
        </p:sp>
        <p:sp>
          <p:nvSpPr>
            <p:cNvPr id="88" name="TextBox 88"/>
            <p:cNvSpPr txBox="1"/>
            <p:nvPr>
              <p:custDataLst>
                <p:tags r:id="rId31"/>
              </p:custDataLst>
            </p:nvPr>
          </p:nvSpPr>
          <p:spPr>
            <a:xfrm>
              <a:off x="2796352" y="6007100"/>
              <a:ext cx="65469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102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90" name="Line 9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91" name="TextBox 91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2" name="TextBox 92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120640" cy="1085850"/>
            <a:chOff x="593598" y="257175"/>
            <a:chExt cx="5120640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7"/>
              </p:custDataLst>
            </p:nvPr>
          </p:nvSpPr>
          <p:spPr>
            <a:xfrm>
              <a:off x="755523" y="314325"/>
              <a:ext cx="133979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8"/>
              </p:custDataLst>
            </p:nvPr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61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7" name="Rectangle 7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809244" y="1968500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9" name="TextBox 9"/>
            <p:cNvSpPr txBox="1"/>
            <p:nvPr>
              <p:custDataLst>
                <p:tags r:id="rId4"/>
              </p:custDataLst>
            </p:nvPr>
          </p:nvSpPr>
          <p:spPr>
            <a:xfrm>
              <a:off x="810006" y="2565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extBox 15"/>
            <p:cNvSpPr txBox="1"/>
            <p:nvPr>
              <p:custDataLst>
                <p:tags r:id="rId5"/>
              </p:custDataLst>
            </p:nvPr>
          </p:nvSpPr>
          <p:spPr>
            <a:xfrm>
              <a:off x="810006" y="334645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TextBox 21"/>
            <p:cNvSpPr txBox="1"/>
            <p:nvPr>
              <p:custDataLst>
                <p:tags r:id="rId6"/>
              </p:custDataLst>
            </p:nvPr>
          </p:nvSpPr>
          <p:spPr>
            <a:xfrm>
              <a:off x="810006" y="41275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3524250" y="1866900"/>
              <a:ext cx="38100" cy="1409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3763566" y="2058591"/>
              <a:ext cx="683419" cy="683419"/>
              <a:chOff x="3763566" y="2058591"/>
              <a:chExt cx="683419" cy="683419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3861197" y="2156222"/>
                <a:ext cx="488156" cy="488156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36612" cap="rnd">
                <a:solidFill>
                  <a:schemeClr val="accent1"/>
                </a:solidFill>
                <a:round/>
              </a:ln>
            </p:spPr>
          </p:sp>
          <p:sp>
            <p:nvSpPr>
              <p:cNvPr id="34" name="Rectangle 34"/>
              <p:cNvSpPr/>
              <p:nvPr/>
            </p:nvSpPr>
            <p:spPr>
              <a:xfrm>
                <a:off x="3995440" y="2290465"/>
                <a:ext cx="219670" cy="219670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36612" cap="rnd">
                <a:solidFill>
                  <a:schemeClr val="accent1"/>
                </a:solidFill>
                <a:round/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3763566" y="2058591"/>
                <a:ext cx="683419" cy="683419"/>
              </a:xfrm>
              <a:custGeom>
                <a:avLst/>
                <a:gdLst/>
                <a:ahLst/>
                <a:cxnLst/>
                <a:rect l="l" t="t" r="r" b="b"/>
                <a:pathLst>
                  <a:path w="683419" h="683419">
                    <a:moveTo>
                      <a:pt x="207466" y="0"/>
                    </a:moveTo>
                    <a:lnTo>
                      <a:pt x="207466" y="97631"/>
                    </a:lnTo>
                    <a:moveTo>
                      <a:pt x="341709" y="0"/>
                    </a:moveTo>
                    <a:lnTo>
                      <a:pt x="341709" y="97631"/>
                    </a:lnTo>
                    <a:moveTo>
                      <a:pt x="475952" y="0"/>
                    </a:moveTo>
                    <a:lnTo>
                      <a:pt x="475952" y="97631"/>
                    </a:lnTo>
                    <a:moveTo>
                      <a:pt x="207466" y="585788"/>
                    </a:moveTo>
                    <a:lnTo>
                      <a:pt x="207466" y="683419"/>
                    </a:lnTo>
                    <a:moveTo>
                      <a:pt x="341709" y="585788"/>
                    </a:moveTo>
                    <a:lnTo>
                      <a:pt x="341709" y="683419"/>
                    </a:lnTo>
                    <a:moveTo>
                      <a:pt x="475952" y="585788"/>
                    </a:moveTo>
                    <a:lnTo>
                      <a:pt x="475952" y="683419"/>
                    </a:lnTo>
                    <a:moveTo>
                      <a:pt x="0" y="207466"/>
                    </a:moveTo>
                    <a:lnTo>
                      <a:pt x="97631" y="207466"/>
                    </a:lnTo>
                    <a:moveTo>
                      <a:pt x="0" y="341709"/>
                    </a:moveTo>
                    <a:lnTo>
                      <a:pt x="97631" y="341709"/>
                    </a:lnTo>
                    <a:moveTo>
                      <a:pt x="0" y="475952"/>
                    </a:moveTo>
                    <a:lnTo>
                      <a:pt x="97631" y="475952"/>
                    </a:lnTo>
                    <a:moveTo>
                      <a:pt x="585788" y="207466"/>
                    </a:moveTo>
                    <a:lnTo>
                      <a:pt x="683419" y="207466"/>
                    </a:lnTo>
                    <a:moveTo>
                      <a:pt x="585788" y="341709"/>
                    </a:moveTo>
                    <a:lnTo>
                      <a:pt x="683419" y="341709"/>
                    </a:lnTo>
                    <a:moveTo>
                      <a:pt x="585788" y="475952"/>
                    </a:moveTo>
                    <a:lnTo>
                      <a:pt x="683419" y="475952"/>
                    </a:lnTo>
                  </a:path>
                </a:pathLst>
              </a:custGeom>
              <a:noFill/>
              <a:ln w="3661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37" name="TextBox 37"/>
            <p:cNvSpPr txBox="1"/>
            <p:nvPr>
              <p:custDataLst>
                <p:tags r:id="rId7"/>
              </p:custDataLst>
            </p:nvPr>
          </p:nvSpPr>
          <p:spPr>
            <a:xfrm>
              <a:off x="4674108" y="1993900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8" name="TextBox 38"/>
            <p:cNvSpPr txBox="1"/>
            <p:nvPr>
              <p:custDataLst>
                <p:tags r:id="rId8"/>
              </p:custDataLst>
            </p:nvPr>
          </p:nvSpPr>
          <p:spPr>
            <a:xfrm>
              <a:off x="4678299" y="2457450"/>
              <a:ext cx="144187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內容·時序·方向</a:t>
              </a:r>
            </a:p>
          </p:txBody>
        </p:sp>
        <p:sp>
          <p:nvSpPr>
            <p:cNvPr id="39" name="TextBox 39"/>
            <p:cNvSpPr txBox="1"/>
            <p:nvPr>
              <p:custDataLst>
                <p:tags r:id="rId9"/>
              </p:custDataLst>
            </p:nvPr>
          </p:nvSpPr>
          <p:spPr>
            <a:xfrm>
              <a:off x="3744849" y="28860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lt1"/>
            </a:solidFill>
            <a:ln w="9525">
              <a:solidFill>
                <a:srgbClr val="D6DDE0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3524250" y="3629025"/>
              <a:ext cx="38100" cy="1409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3804940" y="3947220"/>
              <a:ext cx="562570" cy="375046"/>
              <a:chOff x="3804940" y="3947220"/>
              <a:chExt cx="562570" cy="375046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3804940" y="3947220"/>
                <a:ext cx="562570" cy="375047"/>
              </a:xfrm>
              <a:prstGeom prst="roundRect">
                <a:avLst>
                  <a:gd name="adj" fmla="val 13889"/>
                </a:avLst>
              </a:prstGeom>
              <a:solidFill>
                <a:schemeClr val="lt1"/>
              </a:solidFill>
              <a:ln w="10418">
                <a:solidFill>
                  <a:schemeClr val="accent1"/>
                </a:solidFill>
              </a:ln>
            </p:spPr>
          </p:sp>
          <p:sp>
            <p:nvSpPr>
              <p:cNvPr id="43" name="Line 43"/>
              <p:cNvSpPr/>
              <p:nvPr/>
            </p:nvSpPr>
            <p:spPr>
              <a:xfrm>
                <a:off x="3804940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0"/>
                    </a:moveTo>
                    <a:lnTo>
                      <a:pt x="281285" y="208359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  <p:sp>
            <p:nvSpPr>
              <p:cNvPr id="44" name="Line 44"/>
              <p:cNvSpPr/>
              <p:nvPr/>
            </p:nvSpPr>
            <p:spPr>
              <a:xfrm>
                <a:off x="4086225" y="3947220"/>
                <a:ext cx="281285" cy="208359"/>
              </a:xfrm>
              <a:custGeom>
                <a:avLst/>
                <a:gdLst/>
                <a:ahLst/>
                <a:cxnLst/>
                <a:rect l="l" t="t" r="r" b="b"/>
                <a:pathLst>
                  <a:path w="281285" h="208359">
                    <a:moveTo>
                      <a:pt x="0" y="208359"/>
                    </a:moveTo>
                    <a:lnTo>
                      <a:pt x="281285" y="0"/>
                    </a:lnTo>
                  </a:path>
                </a:pathLst>
              </a:custGeom>
              <a:noFill/>
              <a:ln w="26045" cap="rnd">
                <a:solidFill>
                  <a:schemeClr val="accent1"/>
                </a:solidFill>
              </a:ln>
            </p:spPr>
          </p:sp>
        </p:grpSp>
        <p:sp>
          <p:nvSpPr>
            <p:cNvPr id="46" name="TextBox 46"/>
            <p:cNvSpPr txBox="1"/>
            <p:nvPr>
              <p:custDataLst>
                <p:tags r:id="rId10"/>
              </p:custDataLst>
            </p:nvPr>
          </p:nvSpPr>
          <p:spPr>
            <a:xfrm>
              <a:off x="4674108" y="3756025"/>
              <a:ext cx="145218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1"/>
              </p:custDataLst>
            </p:nvPr>
          </p:nvSpPr>
          <p:spPr>
            <a:xfrm>
              <a:off x="4678299" y="42386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48" name="TextBox 48"/>
            <p:cNvSpPr txBox="1"/>
            <p:nvPr>
              <p:custDataLst>
                <p:tags r:id="rId12"/>
              </p:custDataLst>
            </p:nvPr>
          </p:nvSpPr>
          <p:spPr>
            <a:xfrm>
              <a:off x="3744849" y="46482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4" name="TextBox 54"/>
            <p:cNvSpPr txBox="1"/>
            <p:nvPr>
              <p:custDataLst>
                <p:tags r:id="rId13"/>
              </p:custDataLst>
            </p:nvPr>
          </p:nvSpPr>
          <p:spPr>
            <a:xfrm>
              <a:off x="7941945" y="2768600"/>
              <a:ext cx="25376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55" name="TextBox 55"/>
            <p:cNvSpPr txBox="1"/>
            <p:nvPr>
              <p:custDataLst>
                <p:tags r:id="rId14"/>
              </p:custDataLst>
            </p:nvPr>
          </p:nvSpPr>
          <p:spPr>
            <a:xfrm>
              <a:off x="7943850" y="3248025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56" name="TextBox 56"/>
            <p:cNvSpPr txBox="1"/>
            <p:nvPr>
              <p:custDataLst>
                <p:tags r:id="rId15"/>
              </p:custDataLst>
            </p:nvPr>
          </p:nvSpPr>
          <p:spPr>
            <a:xfrm>
              <a:off x="7944612" y="37084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8" name="Freeform 58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0" name="TextBox 60"/>
            <p:cNvSpPr txBox="1"/>
            <p:nvPr>
              <p:custDataLst>
                <p:tags r:id="rId16"/>
              </p:custDataLst>
            </p:nvPr>
          </p:nvSpPr>
          <p:spPr>
            <a:xfrm>
              <a:off x="828675" y="5534025"/>
              <a:ext cx="608355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類判定 ＋ 校準信心 ＋ 模型表徵 → 後段檢索與稽核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62" name="Line 62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63" name="TextBox 63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4" name="TextBox 64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968746" cy="1085850"/>
            <a:chOff x="593598" y="257175"/>
            <a:chExt cx="5968746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8"/>
              </p:custDataLst>
            </p:nvPr>
          </p:nvSpPr>
          <p:spPr>
            <a:xfrm>
              <a:off x="755523" y="314325"/>
              <a:ext cx="118004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9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86" name="page-content"/>
          <p:cNvGrpSpPr/>
          <p:nvPr/>
        </p:nvGrpSpPr>
        <p:grpSpPr>
          <a:xfrm>
            <a:off x="600456" y="1612900"/>
            <a:ext cx="10981944" cy="4504944"/>
            <a:chOff x="600456" y="1612900"/>
            <a:chExt cx="10981944" cy="4504944"/>
          </a:xfrm>
        </p:grpSpPr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60083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 組合任務向量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69888" y="2317998"/>
              <a:ext cx="403324" cy="374154"/>
              <a:chOff x="769888" y="2317998"/>
              <a:chExt cx="403324" cy="374154"/>
            </a:xfrm>
          </p:grpSpPr>
          <p:sp>
            <p:nvSpPr>
              <p:cNvPr id="9" name="Line 9"/>
              <p:cNvSpPr/>
              <p:nvPr/>
            </p:nvSpPr>
            <p:spPr>
              <a:xfrm>
                <a:off x="769888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769888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769888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112639" y="23179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163687" y="23179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4" name="Line 14"/>
              <p:cNvSpPr/>
              <p:nvPr/>
            </p:nvSpPr>
            <p:spPr>
              <a:xfrm>
                <a:off x="1112639" y="26826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864691" y="23617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864691" y="24419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864691" y="25221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8" name="Rectangle 18"/>
              <p:cNvSpPr/>
              <p:nvPr/>
            </p:nvSpPr>
            <p:spPr>
              <a:xfrm>
                <a:off x="864691" y="26024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</p:grpSp>
        <p:sp>
          <p:nvSpPr>
            <p:cNvPr id="20" name="TextBox 20"/>
            <p:cNvSpPr txBox="1"/>
            <p:nvPr>
              <p:custDataLst>
                <p:tags r:id="rId4"/>
              </p:custDataLst>
            </p:nvPr>
          </p:nvSpPr>
          <p:spPr>
            <a:xfrm>
              <a:off x="1470279" y="2374900"/>
              <a:ext cx="1193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512 維表徵</a:t>
              </a:r>
            </a:p>
          </p:txBody>
        </p:sp>
        <p:sp>
          <p:nvSpPr>
            <p:cNvPr id="21" name="TextBox 21"/>
            <p:cNvSpPr txBox="1"/>
            <p:nvPr>
              <p:custDataLst>
                <p:tags r:id="rId5"/>
              </p:custDataLst>
            </p:nvPr>
          </p:nvSpPr>
          <p:spPr>
            <a:xfrm>
              <a:off x="1649253" y="2911475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69888" y="3575298"/>
              <a:ext cx="403324" cy="374154"/>
              <a:chOff x="769888" y="3575298"/>
              <a:chExt cx="403324" cy="374154"/>
            </a:xfrm>
          </p:grpSpPr>
          <p:sp>
            <p:nvSpPr>
              <p:cNvPr id="23" name="Line 23"/>
              <p:cNvSpPr/>
              <p:nvPr/>
            </p:nvSpPr>
            <p:spPr>
              <a:xfrm>
                <a:off x="769888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9888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9888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112639" y="3575298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0" y="0"/>
                    </a:moveTo>
                    <a:lnTo>
                      <a:pt x="51048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1163687" y="3575298"/>
                <a:ext cx="9525" cy="36462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64629">
                    <a:moveTo>
                      <a:pt x="0" y="0"/>
                    </a:moveTo>
                    <a:lnTo>
                      <a:pt x="0" y="364629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1112639" y="3939927"/>
                <a:ext cx="5104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048" h="9525">
                    <a:moveTo>
                      <a:pt x="51048" y="0"/>
                    </a:moveTo>
                    <a:lnTo>
                      <a:pt x="0" y="0"/>
                    </a:lnTo>
                  </a:path>
                </a:pathLst>
              </a:custGeom>
              <a:noFill/>
              <a:ln w="18231" cap="rnd">
                <a:solidFill>
                  <a:schemeClr val="accent1"/>
                </a:solidFill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864691" y="3619054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864691" y="3699272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1" name="Rectangle 31"/>
              <p:cNvSpPr/>
              <p:nvPr/>
            </p:nvSpPr>
            <p:spPr>
              <a:xfrm>
                <a:off x="864691" y="3779490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32" name="Rectangle 32"/>
              <p:cNvSpPr/>
              <p:nvPr/>
            </p:nvSpPr>
            <p:spPr>
              <a:xfrm>
                <a:off x="864691" y="3859709"/>
                <a:ext cx="204192" cy="43755"/>
              </a:xfrm>
              <a:prstGeom prst="roundRect">
                <a:avLst>
                  <a:gd name="adj" fmla="val 33333"/>
                </a:avLst>
              </a:prstGeom>
              <a:solidFill>
                <a:srgbClr val="7294A9"/>
              </a:solidFill>
              <a:ln>
                <a:noFill/>
              </a:ln>
            </p:spPr>
          </p:sp>
        </p:grpSp>
        <p:sp>
          <p:nvSpPr>
            <p:cNvPr id="34" name="TextBox 34"/>
            <p:cNvSpPr txBox="1"/>
            <p:nvPr>
              <p:custDataLst>
                <p:tags r:id="rId6"/>
              </p:custDataLst>
            </p:nvPr>
          </p:nvSpPr>
          <p:spPr>
            <a:xfrm>
              <a:off x="1327976" y="3622675"/>
              <a:ext cx="148107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維類別機率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0" name="TextBox 40"/>
            <p:cNvSpPr txBox="1"/>
            <p:nvPr>
              <p:custDataLst>
                <p:tags r:id="rId7"/>
              </p:custDataLst>
            </p:nvPr>
          </p:nvSpPr>
          <p:spPr>
            <a:xfrm>
              <a:off x="908018" y="4721225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維任務向量</a:t>
              </a:r>
            </a:p>
          </p:txBody>
        </p:sp>
        <p:sp>
          <p:nvSpPr>
            <p:cNvPr id="41" name="TextBox 41"/>
            <p:cNvSpPr txBox="1"/>
            <p:nvPr>
              <p:custDataLst>
                <p:tags r:id="rId8"/>
              </p:custDataLst>
            </p:nvPr>
          </p:nvSpPr>
          <p:spPr>
            <a:xfrm>
              <a:off x="1309720" y="5105400"/>
              <a:ext cx="10254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L2 </a:t>
              </a:r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TextBox 44"/>
            <p:cNvSpPr txBox="1"/>
            <p:nvPr>
              <p:custDataLst>
                <p:tags r:id="rId9"/>
              </p:custDataLst>
            </p:nvPr>
          </p:nvSpPr>
          <p:spPr>
            <a:xfrm>
              <a:off x="408698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 找出相似案例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4369743" y="2149376"/>
              <a:ext cx="1064865" cy="1044773"/>
              <a:chOff x="4369743" y="2149376"/>
              <a:chExt cx="1064865" cy="104477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4369743" y="2290018"/>
                <a:ext cx="763488" cy="803672"/>
              </a:xfrm>
              <a:custGeom>
                <a:avLst/>
                <a:gdLst/>
                <a:ahLst/>
                <a:cxnLst/>
                <a:rect l="l" t="t" r="r" b="b"/>
                <a:pathLst>
                  <a:path w="763488" h="803672">
                    <a:moveTo>
                      <a:pt x="0" y="0"/>
                    </a:moveTo>
                    <a:lnTo>
                      <a:pt x="0" y="622846"/>
                    </a:lnTo>
                    <a:cubicBezTo>
                      <a:pt x="0" y="803672"/>
                      <a:pt x="763488" y="803672"/>
                      <a:pt x="763488" y="622846"/>
                    </a:cubicBezTo>
                    <a:lnTo>
                      <a:pt x="763488" y="0"/>
                    </a:lnTo>
                  </a:path>
                </a:pathLst>
              </a:custGeom>
              <a:solidFill>
                <a:schemeClr val="lt1"/>
              </a:solidFill>
              <a:ln w="602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6" name="Ellipse 46"/>
              <p:cNvSpPr/>
              <p:nvPr/>
            </p:nvSpPr>
            <p:spPr>
              <a:xfrm>
                <a:off x="4369743" y="2149376"/>
                <a:ext cx="763488" cy="281285"/>
              </a:xfrm>
              <a:prstGeom prst="ellipse">
                <a:avLst/>
              </a:prstGeom>
              <a:solidFill>
                <a:schemeClr val="lt1"/>
              </a:solidFill>
              <a:ln w="602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4369743" y="2571304"/>
                <a:ext cx="763488" cy="180826"/>
              </a:xfrm>
              <a:custGeom>
                <a:avLst/>
                <a:gdLst/>
                <a:ahLst/>
                <a:cxnLst/>
                <a:rect l="l" t="t" r="r" b="b"/>
                <a:pathLst>
                  <a:path w="763488" h="180826">
                    <a:moveTo>
                      <a:pt x="0" y="0"/>
                    </a:moveTo>
                    <a:cubicBezTo>
                      <a:pt x="0" y="180826"/>
                      <a:pt x="763488" y="180826"/>
                      <a:pt x="763488" y="0"/>
                    </a:cubicBezTo>
                  </a:path>
                </a:pathLst>
              </a:custGeom>
              <a:noFill/>
              <a:ln w="602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8" name="Ellipse 48"/>
              <p:cNvSpPr/>
              <p:nvPr/>
            </p:nvSpPr>
            <p:spPr>
              <a:xfrm>
                <a:off x="4872038" y="2611487"/>
                <a:ext cx="442020" cy="442020"/>
              </a:xfrm>
              <a:prstGeom prst="ellipse">
                <a:avLst/>
              </a:prstGeom>
              <a:solidFill>
                <a:schemeClr val="accent3"/>
              </a:solidFill>
              <a:ln w="60275" cap="rnd">
                <a:solidFill>
                  <a:schemeClr val="accent1"/>
                </a:solidFill>
                <a:round/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5253782" y="2993231"/>
                <a:ext cx="180826" cy="200918"/>
              </a:xfrm>
              <a:custGeom>
                <a:avLst/>
                <a:gdLst/>
                <a:ahLst/>
                <a:cxnLst/>
                <a:rect l="l" t="t" r="r" b="b"/>
                <a:pathLst>
                  <a:path w="180826" h="200918">
                    <a:moveTo>
                      <a:pt x="0" y="0"/>
                    </a:moveTo>
                    <a:lnTo>
                      <a:pt x="180826" y="200918"/>
                    </a:lnTo>
                  </a:path>
                </a:pathLst>
              </a:custGeom>
              <a:solidFill>
                <a:schemeClr val="lt1"/>
              </a:solidFill>
              <a:ln w="80367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51" name="TextBox 51"/>
            <p:cNvSpPr txBox="1"/>
            <p:nvPr>
              <p:custDataLst>
                <p:tags r:id="rId10"/>
              </p:custDataLst>
            </p:nvPr>
          </p:nvSpPr>
          <p:spPr>
            <a:xfrm>
              <a:off x="5762625" y="21431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2" name="TextBox 52"/>
            <p:cNvSpPr txBox="1"/>
            <p:nvPr>
              <p:custDataLst>
                <p:tags r:id="rId11"/>
              </p:custDataLst>
            </p:nvPr>
          </p:nvSpPr>
          <p:spPr>
            <a:xfrm>
              <a:off x="5763768" y="2520950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1,550 筆案例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4" name="TextBox 54"/>
            <p:cNvSpPr txBox="1"/>
            <p:nvPr>
              <p:custDataLst>
                <p:tags r:id="rId12"/>
              </p:custDataLst>
            </p:nvPr>
          </p:nvSpPr>
          <p:spPr>
            <a:xfrm>
              <a:off x="426072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6" name="TextBox 56"/>
            <p:cNvSpPr txBox="1"/>
            <p:nvPr>
              <p:custDataLst>
                <p:tags r:id="rId13"/>
              </p:custDataLst>
            </p:nvPr>
          </p:nvSpPr>
          <p:spPr>
            <a:xfrm>
              <a:off x="488937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58" name="TextBox 58"/>
            <p:cNvSpPr txBox="1"/>
            <p:nvPr>
              <p:custDataLst>
                <p:tags r:id="rId14"/>
              </p:custDataLst>
            </p:nvPr>
          </p:nvSpPr>
          <p:spPr>
            <a:xfrm>
              <a:off x="551802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60" name="TextBox 60"/>
            <p:cNvSpPr txBox="1"/>
            <p:nvPr>
              <p:custDataLst>
                <p:tags r:id="rId15"/>
              </p:custDataLst>
            </p:nvPr>
          </p:nvSpPr>
          <p:spPr>
            <a:xfrm>
              <a:off x="614667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 w="9525">
              <a:solidFill>
                <a:schemeClr val="accent1"/>
              </a:solidFill>
            </a:ln>
          </p:spPr>
        </p:sp>
        <p:sp>
          <p:nvSpPr>
            <p:cNvPr id="62" name="TextBox 62"/>
            <p:cNvSpPr txBox="1"/>
            <p:nvPr>
              <p:custDataLst>
                <p:tags r:id="rId16"/>
              </p:custDataLst>
            </p:nvPr>
          </p:nvSpPr>
          <p:spPr>
            <a:xfrm>
              <a:off x="6775323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63" name="TextBox 63"/>
            <p:cNvSpPr txBox="1"/>
            <p:nvPr>
              <p:custDataLst>
                <p:tags r:id="rId17"/>
              </p:custDataLst>
            </p:nvPr>
          </p:nvSpPr>
          <p:spPr>
            <a:xfrm>
              <a:off x="4086225" y="4724400"/>
              <a:ext cx="180319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64" name="TextBox 64"/>
            <p:cNvSpPr txBox="1"/>
            <p:nvPr>
              <p:custDataLst>
                <p:tags r:id="rId18"/>
              </p:custDataLst>
            </p:nvPr>
          </p:nvSpPr>
          <p:spPr>
            <a:xfrm>
              <a:off x="4087749" y="51149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65" name="Freeform 65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6" name="Freeform 66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7" name="TextBox 67"/>
            <p:cNvSpPr txBox="1"/>
            <p:nvPr>
              <p:custDataLst>
                <p:tags r:id="rId19"/>
              </p:custDataLst>
            </p:nvPr>
          </p:nvSpPr>
          <p:spPr>
            <a:xfrm>
              <a:off x="8087487" y="1612900"/>
              <a:ext cx="17282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 本機</a:t>
              </a:r>
              <a:r>
                <a:rPr lang="en-US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68" name="Rectangle 68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9" name="TextBox 69"/>
            <p:cNvSpPr txBox="1"/>
            <p:nvPr>
              <p:custDataLst>
                <p:tags r:id="rId20"/>
              </p:custDataLst>
            </p:nvPr>
          </p:nvSpPr>
          <p:spPr>
            <a:xfrm>
              <a:off x="8879682" y="250190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70" name="TextBox 70"/>
            <p:cNvSpPr txBox="1"/>
            <p:nvPr>
              <p:custDataLst>
                <p:tags r:id="rId21"/>
              </p:custDataLst>
            </p:nvPr>
          </p:nvSpPr>
          <p:spPr>
            <a:xfrm>
              <a:off x="9138380" y="28924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71" name="Freeform 71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2" name="Freeform 72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3" name="Freeform 73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4" name="Freeform 74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5" name="Freeform 75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8" name="TextBox 78"/>
            <p:cNvSpPr txBox="1"/>
            <p:nvPr>
              <p:custDataLst>
                <p:tags r:id="rId22"/>
              </p:custDataLst>
            </p:nvPr>
          </p:nvSpPr>
          <p:spPr>
            <a:xfrm>
              <a:off x="8378190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0" name="TextBox 80"/>
            <p:cNvSpPr txBox="1"/>
            <p:nvPr>
              <p:custDataLst>
                <p:tags r:id="rId23"/>
              </p:custDataLst>
            </p:nvPr>
          </p:nvSpPr>
          <p:spPr>
            <a:xfrm>
              <a:off x="9559290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2" name="TextBox 82"/>
            <p:cNvSpPr txBox="1"/>
            <p:nvPr>
              <p:custDataLst>
                <p:tags r:id="rId24"/>
              </p:custDataLst>
            </p:nvPr>
          </p:nvSpPr>
          <p:spPr>
            <a:xfrm>
              <a:off x="10619232" y="38989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83" name="TextBox 83"/>
            <p:cNvSpPr txBox="1"/>
            <p:nvPr>
              <p:custDataLst>
                <p:tags r:id="rId25"/>
              </p:custDataLst>
            </p:nvPr>
          </p:nvSpPr>
          <p:spPr>
            <a:xfrm>
              <a:off x="8086725" y="47244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84" name="TextBox 84"/>
            <p:cNvSpPr txBox="1"/>
            <p:nvPr>
              <p:custDataLst>
                <p:tags r:id="rId26"/>
              </p:custDataLst>
            </p:nvPr>
          </p:nvSpPr>
          <p:spPr>
            <a:xfrm>
              <a:off x="8088249" y="511492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85" name="TextBox 85"/>
            <p:cNvSpPr txBox="1"/>
            <p:nvPr>
              <p:custDataLst>
                <p:tags r:id="rId27"/>
              </p:custDataLst>
            </p:nvPr>
          </p:nvSpPr>
          <p:spPr>
            <a:xfrm>
              <a:off x="600456" y="5765800"/>
              <a:ext cx="5270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99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87" name="Line 87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88" name="TextBox 88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89" name="TextBox 89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  <p:sp>
          <p:nvSpPr>
            <p:cNvPr id="90" name="Rectangle 90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2" name="Rectangle 92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4" name="Rectangle 94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6" name="Rectangle 96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7" name="Rectangle 97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6392799" cy="1085850"/>
            <a:chOff x="593598" y="257175"/>
            <a:chExt cx="6392799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7"/>
              </p:custDataLst>
            </p:nvPr>
          </p:nvSpPr>
          <p:spPr>
            <a:xfrm>
              <a:off x="755523" y="314325"/>
              <a:ext cx="1130787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8"/>
              </p:custDataLst>
            </p:nvPr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67" name="page-content"/>
          <p:cNvGrpSpPr/>
          <p:nvPr/>
        </p:nvGrpSpPr>
        <p:grpSpPr>
          <a:xfrm>
            <a:off x="609600" y="1857375"/>
            <a:ext cx="10972800" cy="4238625"/>
            <a:chOff x="609600" y="1857375"/>
            <a:chExt cx="10972800" cy="4238625"/>
          </a:xfrm>
        </p:grpSpPr>
        <p:sp>
          <p:nvSpPr>
            <p:cNvPr id="7" name="Rectangle 7"/>
            <p:cNvSpPr/>
            <p:nvPr/>
          </p:nvSpPr>
          <p:spPr>
            <a:xfrm>
              <a:off x="6096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8115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1532930" y="2362795"/>
              <a:ext cx="811411" cy="949524"/>
              <a:chOff x="1532930" y="2362795"/>
              <a:chExt cx="811411" cy="949524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532930" y="2362795"/>
                <a:ext cx="725091" cy="932259"/>
              </a:xfrm>
              <a:custGeom>
                <a:avLst/>
                <a:gdLst/>
                <a:ahLst/>
                <a:cxnLst/>
                <a:rect l="l" t="t" r="r" b="b"/>
                <a:pathLst>
                  <a:path w="725091" h="932259">
                    <a:moveTo>
                      <a:pt x="362545" y="0"/>
                    </a:moveTo>
                    <a:lnTo>
                      <a:pt x="725091" y="155377"/>
                    </a:lnTo>
                    <a:lnTo>
                      <a:pt x="725091" y="431602"/>
                    </a:lnTo>
                    <a:cubicBezTo>
                      <a:pt x="725091" y="656034"/>
                      <a:pt x="552450" y="811411"/>
                      <a:pt x="362545" y="932259"/>
                    </a:cubicBezTo>
                    <a:cubicBezTo>
                      <a:pt x="172641" y="811411"/>
                      <a:pt x="0" y="656034"/>
                      <a:pt x="0" y="431602"/>
                    </a:cubicBezTo>
                    <a:lnTo>
                      <a:pt x="0" y="155377"/>
                    </a:lnTo>
                    <a:close/>
                  </a:path>
                </a:pathLst>
              </a:custGeom>
              <a:solidFill>
                <a:schemeClr val="lt1"/>
              </a:solidFill>
              <a:ln w="51792" cap="rnd">
                <a:solidFill>
                  <a:schemeClr val="accent1"/>
                </a:solidFill>
                <a:round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705570" y="2656284"/>
                <a:ext cx="397073" cy="276225"/>
              </a:xfrm>
              <a:custGeom>
                <a:avLst/>
                <a:gdLst/>
                <a:ahLst/>
                <a:cxnLst/>
                <a:rect l="l" t="t" r="r" b="b"/>
                <a:pathLst>
                  <a:path w="397073" h="276225">
                    <a:moveTo>
                      <a:pt x="0" y="138112"/>
                    </a:moveTo>
                    <a:lnTo>
                      <a:pt x="138112" y="276225"/>
                    </a:lnTo>
                    <a:lnTo>
                      <a:pt x="397073" y="0"/>
                    </a:lnTo>
                  </a:path>
                </a:pathLst>
              </a:custGeom>
              <a:noFill/>
              <a:ln w="69056" cap="rnd">
                <a:solidFill>
                  <a:schemeClr val="accent1"/>
                </a:solidFill>
                <a:round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119908" y="3018830"/>
                <a:ext cx="224433" cy="293489"/>
              </a:xfrm>
              <a:custGeom>
                <a:avLst/>
                <a:gdLst/>
                <a:ahLst/>
                <a:cxnLst/>
                <a:rect l="l" t="t" r="r" b="b"/>
                <a:pathLst>
                  <a:path w="224433" h="293489">
                    <a:moveTo>
                      <a:pt x="51792" y="0"/>
                    </a:moveTo>
                    <a:lnTo>
                      <a:pt x="224433" y="0"/>
                    </a:lnTo>
                    <a:lnTo>
                      <a:pt x="224433" y="207169"/>
                    </a:lnTo>
                    <a:lnTo>
                      <a:pt x="0" y="207169"/>
                    </a:lnTo>
                    <a:moveTo>
                      <a:pt x="86320" y="120848"/>
                    </a:moveTo>
                    <a:lnTo>
                      <a:pt x="0" y="207169"/>
                    </a:lnTo>
                    <a:lnTo>
                      <a:pt x="86320" y="293489"/>
                    </a:lnTo>
                  </a:path>
                </a:pathLst>
              </a:custGeom>
              <a:noFill/>
              <a:ln w="5179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3" name="TextBox 13"/>
            <p:cNvSpPr txBox="1"/>
            <p:nvPr>
              <p:custDataLst>
                <p:tags r:id="rId4"/>
              </p:custDataLst>
            </p:nvPr>
          </p:nvSpPr>
          <p:spPr>
            <a:xfrm>
              <a:off x="1262558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14" name="TextBox 14"/>
            <p:cNvSpPr txBox="1"/>
            <p:nvPr>
              <p:custDataLst>
                <p:tags r:id="rId5"/>
              </p:custDataLst>
            </p:nvPr>
          </p:nvSpPr>
          <p:spPr>
            <a:xfrm>
              <a:off x="985273" y="3927475"/>
              <a:ext cx="17727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範圍·允許動作·期限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31813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432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4099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>
              <p:custDataLst>
                <p:tags r:id="rId6"/>
              </p:custDataLst>
            </p:nvPr>
          </p:nvSpPr>
          <p:spPr>
            <a:xfrm>
              <a:off x="36118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4310062" y="2495550"/>
              <a:ext cx="771526" cy="685800"/>
              <a:chOff x="4310062" y="2495550"/>
              <a:chExt cx="771526" cy="6858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10062" y="2495550"/>
                <a:ext cx="771525" cy="68580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310062" y="27241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310062" y="2952750"/>
                <a:ext cx="771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71525" h="9525">
                    <a:moveTo>
                      <a:pt x="0" y="0"/>
                    </a:moveTo>
                    <a:lnTo>
                      <a:pt x="771525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456723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3" name="Line 23"/>
              <p:cNvSpPr/>
              <p:nvPr/>
            </p:nvSpPr>
            <p:spPr>
              <a:xfrm>
                <a:off x="4852988" y="24955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4452938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4767262" y="27241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456723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4852988" y="2952750"/>
                <a:ext cx="95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8600">
                    <a:moveTo>
                      <a:pt x="0" y="0"/>
                    </a:moveTo>
                    <a:lnTo>
                      <a:pt x="0" y="22860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</p:grpSp>
        <p:sp>
          <p:nvSpPr>
            <p:cNvPr id="29" name="TextBox 29"/>
            <p:cNvSpPr txBox="1"/>
            <p:nvPr>
              <p:custDataLst>
                <p:tags r:id="rId7"/>
              </p:custDataLst>
            </p:nvPr>
          </p:nvSpPr>
          <p:spPr>
            <a:xfrm>
              <a:off x="4062908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30" name="TextBox 30"/>
            <p:cNvSpPr txBox="1"/>
            <p:nvPr>
              <p:custDataLst>
                <p:tags r:id="rId8"/>
              </p:custDataLst>
            </p:nvPr>
          </p:nvSpPr>
          <p:spPr>
            <a:xfrm>
              <a:off x="3856672" y="39274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598170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14362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1030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4" name="TextBox 34"/>
            <p:cNvSpPr txBox="1"/>
            <p:nvPr>
              <p:custDataLst>
                <p:tags r:id="rId9"/>
              </p:custDataLst>
            </p:nvPr>
          </p:nvSpPr>
          <p:spPr>
            <a:xfrm>
              <a:off x="641223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7210425" y="2452688"/>
              <a:ext cx="571500" cy="771524"/>
              <a:chOff x="7210425" y="2452688"/>
              <a:chExt cx="571500" cy="771524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7210425" y="2452688"/>
                <a:ext cx="571500" cy="771525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4288">
                <a:solidFill>
                  <a:schemeClr val="accent1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7339012" y="2638425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7339012" y="2795588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7339012" y="2952750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7339012" y="3109912"/>
                <a:ext cx="3286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8612" h="9525">
                    <a:moveTo>
                      <a:pt x="0" y="0"/>
                    </a:moveTo>
                    <a:lnTo>
                      <a:pt x="328612" y="0"/>
                    </a:lnTo>
                  </a:path>
                </a:pathLst>
              </a:custGeom>
              <a:noFill/>
              <a:ln w="28575" cap="rnd">
                <a:solidFill>
                  <a:srgbClr val="7294A9"/>
                </a:solidFill>
              </a:ln>
            </p:spPr>
          </p:sp>
        </p:grpSp>
        <p:sp>
          <p:nvSpPr>
            <p:cNvPr id="41" name="TextBox 41"/>
            <p:cNvSpPr txBox="1"/>
            <p:nvPr>
              <p:custDataLst>
                <p:tags r:id="rId10"/>
              </p:custDataLst>
            </p:nvPr>
          </p:nvSpPr>
          <p:spPr>
            <a:xfrm>
              <a:off x="6863258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42" name="TextBox 42"/>
            <p:cNvSpPr txBox="1"/>
            <p:nvPr>
              <p:custDataLst>
                <p:tags r:id="rId11"/>
              </p:custDataLst>
            </p:nvPr>
          </p:nvSpPr>
          <p:spPr>
            <a:xfrm>
              <a:off x="6556057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核對規則與事件回條</a:t>
              </a:r>
            </a:p>
          </p:txBody>
        </p:sp>
        <p:sp>
          <p:nvSpPr>
            <p:cNvPr id="43" name="Freeform 43"/>
            <p:cNvSpPr/>
            <p:nvPr/>
          </p:nvSpPr>
          <p:spPr>
            <a:xfrm>
              <a:off x="8782050" y="30765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9439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010650" y="1857375"/>
              <a:ext cx="2571750" cy="2447925"/>
            </a:xfrm>
            <a:prstGeom prst="roundRect">
              <a:avLst>
                <a:gd name="adj" fmla="val 3113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6" name="TextBox 46"/>
            <p:cNvSpPr txBox="1"/>
            <p:nvPr>
              <p:custDataLst>
                <p:tags r:id="rId12"/>
              </p:custDataLst>
            </p:nvPr>
          </p:nvSpPr>
          <p:spPr>
            <a:xfrm>
              <a:off x="9212580" y="2032000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9939338" y="2438400"/>
              <a:ext cx="714374" cy="800100"/>
              <a:chOff x="9939338" y="2438400"/>
              <a:chExt cx="714374" cy="800100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9939338" y="2481262"/>
                <a:ext cx="714375" cy="714375"/>
              </a:xfrm>
              <a:prstGeom prst="ellipse">
                <a:avLst/>
              </a:prstGeom>
              <a:solidFill>
                <a:schemeClr val="lt1"/>
              </a:solidFill>
              <a:ln w="35719">
                <a:solidFill>
                  <a:schemeClr val="accent1"/>
                </a:solidFill>
              </a:ln>
            </p:spPr>
          </p:sp>
          <p:sp>
            <p:nvSpPr>
              <p:cNvPr id="48" name="Line 48"/>
              <p:cNvSpPr/>
              <p:nvPr/>
            </p:nvSpPr>
            <p:spPr>
              <a:xfrm>
                <a:off x="10296525" y="2581275"/>
                <a:ext cx="952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7175">
                    <a:moveTo>
                      <a:pt x="0" y="257175"/>
                    </a:moveTo>
                    <a:lnTo>
                      <a:pt x="0" y="0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49" name="Line 49"/>
              <p:cNvSpPr/>
              <p:nvPr/>
            </p:nvSpPr>
            <p:spPr>
              <a:xfrm>
                <a:off x="10296525" y="2838450"/>
                <a:ext cx="2000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00012">
                    <a:moveTo>
                      <a:pt x="0" y="0"/>
                    </a:moveTo>
                    <a:lnTo>
                      <a:pt x="200025" y="100012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50" name="Line 50"/>
              <p:cNvSpPr/>
              <p:nvPr/>
            </p:nvSpPr>
            <p:spPr>
              <a:xfrm>
                <a:off x="10296525" y="2438400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  <p:sp>
            <p:nvSpPr>
              <p:cNvPr id="51" name="Line 51"/>
              <p:cNvSpPr/>
              <p:nvPr/>
            </p:nvSpPr>
            <p:spPr>
              <a:xfrm>
                <a:off x="10296525" y="3167062"/>
                <a:ext cx="9525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1438">
                    <a:moveTo>
                      <a:pt x="0" y="0"/>
                    </a:moveTo>
                    <a:lnTo>
                      <a:pt x="0" y="71438"/>
                    </a:lnTo>
                  </a:path>
                </a:pathLst>
              </a:custGeom>
              <a:noFill/>
              <a:ln w="35719" cap="rnd">
                <a:solidFill>
                  <a:schemeClr val="accent1"/>
                </a:solidFill>
              </a:ln>
            </p:spPr>
          </p:sp>
        </p:grpSp>
        <p:sp>
          <p:nvSpPr>
            <p:cNvPr id="53" name="TextBox 53"/>
            <p:cNvSpPr txBox="1"/>
            <p:nvPr>
              <p:custDataLst>
                <p:tags r:id="rId13"/>
              </p:custDataLst>
            </p:nvPr>
          </p:nvSpPr>
          <p:spPr>
            <a:xfrm>
              <a:off x="9663608" y="3457575"/>
              <a:ext cx="1195984" cy="4263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54" name="TextBox 54"/>
            <p:cNvSpPr txBox="1"/>
            <p:nvPr>
              <p:custDataLst>
                <p:tags r:id="rId14"/>
              </p:custDataLst>
            </p:nvPr>
          </p:nvSpPr>
          <p:spPr>
            <a:xfrm>
              <a:off x="9356407" y="39274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55" name="Freeform 55"/>
            <p:cNvSpPr/>
            <p:nvPr/>
          </p:nvSpPr>
          <p:spPr>
            <a:xfrm>
              <a:off x="1895475" y="4305300"/>
              <a:ext cx="2143125" cy="581025"/>
            </a:xfrm>
            <a:custGeom>
              <a:avLst/>
              <a:gdLst/>
              <a:ahLst/>
              <a:cxnLst/>
              <a:rect l="l" t="t" r="r" b="b"/>
              <a:pathLst>
                <a:path w="2143125" h="581025">
                  <a:moveTo>
                    <a:pt x="0" y="0"/>
                  </a:moveTo>
                  <a:lnTo>
                    <a:pt x="0" y="581025"/>
                  </a:lnTo>
                  <a:lnTo>
                    <a:pt x="2143125" y="581025"/>
                  </a:lnTo>
                </a:path>
              </a:pathLst>
            </a:custGeom>
            <a:noFill/>
            <a:ln w="23812">
              <a:solidFill>
                <a:srgbClr val="53666E"/>
              </a:solidFill>
              <a:custDash>
                <a:ds d="240000" sp="200000"/>
              </a:custDash>
            </a:ln>
          </p:spPr>
        </p:sp>
        <p:sp>
          <p:nvSpPr>
            <p:cNvPr id="56" name="Freeform 56"/>
            <p:cNvSpPr/>
            <p:nvPr/>
          </p:nvSpPr>
          <p:spPr>
            <a:xfrm>
              <a:off x="3971925" y="4838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53666E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4038600" y="4552950"/>
              <a:ext cx="7543800" cy="657225"/>
            </a:xfrm>
            <a:prstGeom prst="roundRect">
              <a:avLst>
                <a:gd name="adj" fmla="val 11594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4285059" y="4698504"/>
              <a:ext cx="250032" cy="337542"/>
              <a:chOff x="4285059" y="4698504"/>
              <a:chExt cx="250032" cy="337542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285059" y="4698504"/>
                <a:ext cx="250031" cy="337542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6251">
                <a:solidFill>
                  <a:schemeClr val="accent1"/>
                </a:solidFill>
              </a:ln>
            </p:spPr>
          </p:sp>
          <p:sp>
            <p:nvSpPr>
              <p:cNvPr id="59" name="Line 59"/>
              <p:cNvSpPr/>
              <p:nvPr/>
            </p:nvSpPr>
            <p:spPr>
              <a:xfrm>
                <a:off x="4341316" y="4779764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60" name="Line 60"/>
              <p:cNvSpPr/>
              <p:nvPr/>
            </p:nvSpPr>
            <p:spPr>
              <a:xfrm>
                <a:off x="4341316" y="4848523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61" name="Line 61"/>
              <p:cNvSpPr/>
              <p:nvPr/>
            </p:nvSpPr>
            <p:spPr>
              <a:xfrm>
                <a:off x="4341316" y="4917281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  <p:sp>
            <p:nvSpPr>
              <p:cNvPr id="62" name="Line 62"/>
              <p:cNvSpPr/>
              <p:nvPr/>
            </p:nvSpPr>
            <p:spPr>
              <a:xfrm>
                <a:off x="4341316" y="4986040"/>
                <a:ext cx="14376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3768" h="9525">
                    <a:moveTo>
                      <a:pt x="0" y="0"/>
                    </a:moveTo>
                    <a:lnTo>
                      <a:pt x="143768" y="0"/>
                    </a:lnTo>
                  </a:path>
                </a:pathLst>
              </a:custGeom>
              <a:noFill/>
              <a:ln w="12502" cap="rnd">
                <a:solidFill>
                  <a:srgbClr val="7294A9"/>
                </a:solidFill>
              </a:ln>
            </p:spPr>
          </p:sp>
        </p:grpSp>
        <p:sp>
          <p:nvSpPr>
            <p:cNvPr id="64" name="TextBox 64"/>
            <p:cNvSpPr txBox="1"/>
            <p:nvPr>
              <p:custDataLst>
                <p:tags r:id="rId15"/>
              </p:custDataLst>
            </p:nvPr>
          </p:nvSpPr>
          <p:spPr>
            <a:xfrm>
              <a:off x="4752594" y="4721225"/>
              <a:ext cx="332346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複核／不確定 → 監測或蒐證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09600" y="5486400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6" name="TextBox 66"/>
            <p:cNvSpPr txBox="1"/>
            <p:nvPr>
              <p:custDataLst>
                <p:tags r:id="rId16"/>
              </p:custDataLst>
            </p:nvPr>
          </p:nvSpPr>
          <p:spPr>
            <a:xfrm>
              <a:off x="829818" y="5664200"/>
              <a:ext cx="77880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 種隔離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情境：4 種套用規則、2 種監測或蒐證；背景保留與回復皆 6/6。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68" name="Line 68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69" name="TextBox 69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70" name="TextBox 70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544693" cy="1085850"/>
            <a:chOff x="593598" y="257175"/>
            <a:chExt cx="5544693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8"/>
              </p:custDataLst>
            </p:nvPr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9"/>
              </p:custDataLst>
            </p:nvPr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30" name="page-content"/>
          <p:cNvGrpSpPr/>
          <p:nvPr/>
        </p:nvGrpSpPr>
        <p:grpSpPr>
          <a:xfrm>
            <a:off x="600456" y="1498600"/>
            <a:ext cx="10981944" cy="4642676"/>
            <a:chOff x="600456" y="1498600"/>
            <a:chExt cx="10981944" cy="4642676"/>
          </a:xfrm>
        </p:grpSpPr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600456" y="1498600"/>
              <a:ext cx="387211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相同 18,998 筆封存測試</a:t>
              </a:r>
              <a:r>
                <a:rPr lang="en-US" sz="18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 · Macro-F1</a:t>
              </a:r>
            </a:p>
          </p:txBody>
        </p:sp>
        <p:grpSp>
          <p:nvGrpSpPr>
            <p:cNvPr id="23" name="detector-comparison-chartArea"/>
            <p:cNvGrpSpPr/>
            <p:nvPr/>
          </p:nvGrpSpPr>
          <p:grpSpPr>
            <a:xfrm>
              <a:off x="600837" y="2095500"/>
              <a:ext cx="7983329" cy="3592195"/>
              <a:chOff x="600837" y="2095500"/>
              <a:chExt cx="7983329" cy="3592195"/>
            </a:xfrm>
          </p:grpSpPr>
          <p:sp>
            <p:nvSpPr>
              <p:cNvPr id="8" name="Line 8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9" name="TextBox 9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1731364" y="5394325"/>
                <a:ext cx="2996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10" name="Line 10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11" name="TextBox 11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4773649" y="5394325"/>
                <a:ext cx="4063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2" name="Line 12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6DDE0"/>
                </a:solidFill>
              </a:ln>
            </p:spPr>
          </p:sp>
          <p:sp>
            <p:nvSpPr>
              <p:cNvPr id="13" name="TextBox 13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7815934" y="5394325"/>
                <a:ext cx="5130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6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4" name="TextBox 14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600837" y="2479675"/>
                <a:ext cx="1008164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5" name="Rectangle 15"/>
              <p:cNvSpPr/>
              <p:nvPr/>
            </p:nvSpPr>
            <p:spPr>
              <a:xfrm>
                <a:off x="1905000" y="2419350"/>
                <a:ext cx="4937396" cy="400050"/>
              </a:xfrm>
              <a:prstGeom prst="rect">
                <a:avLst/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6947933" y="24796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7" name="TextBox 17"/>
              <p:cNvSpPr txBox="1"/>
              <p:nvPr>
                <p:custDataLst>
                  <p:tags r:id="rId14"/>
                </p:custDataLst>
              </p:nvPr>
            </p:nvSpPr>
            <p:spPr>
              <a:xfrm>
                <a:off x="600837" y="3527425"/>
                <a:ext cx="85944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1905000" y="3467100"/>
                <a:ext cx="5702313" cy="400050"/>
              </a:xfrm>
              <a:prstGeom prst="rect">
                <a:avLst/>
              </a:prstGeom>
              <a:solidFill>
                <a:srgbClr val="7294A9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7712850" y="352742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dk1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20" name="TextBox 20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600837" y="4575175"/>
                <a:ext cx="124530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1905000" y="4514850"/>
                <a:ext cx="5760981" cy="40005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7771518" y="45751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4" name="Rectangle 24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25" name="TextBox 25"/>
            <p:cNvSpPr txBox="1"/>
            <p:nvPr>
              <p:custDataLst>
                <p:tags r:id="rId4"/>
              </p:custDataLst>
            </p:nvPr>
          </p:nvSpPr>
          <p:spPr>
            <a:xfrm>
              <a:off x="9305544" y="23876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6" name="TextBox 26"/>
            <p:cNvSpPr txBox="1"/>
            <p:nvPr>
              <p:custDataLst>
                <p:tags r:id="rId5"/>
              </p:custDataLst>
            </p:nvPr>
          </p:nvSpPr>
          <p:spPr>
            <a:xfrm>
              <a:off x="9297162" y="3041650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7" name="TextBox 27"/>
            <p:cNvSpPr txBox="1"/>
            <p:nvPr>
              <p:custDataLst>
                <p:tags r:id="rId6"/>
              </p:custDataLst>
            </p:nvPr>
          </p:nvSpPr>
          <p:spPr>
            <a:xfrm>
              <a:off x="9305925" y="3819525"/>
              <a:ext cx="111257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類分類</a:t>
              </a:r>
            </a:p>
          </p:txBody>
        </p:sp>
        <p:sp>
          <p:nvSpPr>
            <p:cNvPr id="28" name="TextBox 28"/>
            <p:cNvSpPr txBox="1"/>
            <p:nvPr>
              <p:custDataLst>
                <p:tags r:id="rId7"/>
              </p:custDataLst>
            </p:nvPr>
          </p:nvSpPr>
          <p:spPr>
            <a:xfrm>
              <a:off x="9307449" y="4371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9" name="TextBox 29"/>
            <p:cNvSpPr txBox="1"/>
            <p:nvPr>
              <p:custDataLst>
                <p:tags r:id="rId8"/>
              </p:custDataLst>
            </p:nvPr>
          </p:nvSpPr>
          <p:spPr>
            <a:xfrm>
              <a:off x="600837" y="5803900"/>
              <a:ext cx="80013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PBCNN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13.30 個百分點；相較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CTBM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 0.95 個百分點。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31" name="Line 31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32" name="TextBox 32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33" name="TextBox 33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270688" cy="1085850"/>
            <a:chOff x="593598" y="257175"/>
            <a:chExt cx="5270688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9"/>
              </p:custDataLst>
            </p:nvPr>
          </p:nvSpPr>
          <p:spPr>
            <a:xfrm>
              <a:off x="755523" y="314325"/>
              <a:ext cx="2341076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0"/>
              </p:custDataLst>
            </p:nvPr>
          </p:nvSpPr>
          <p:spPr>
            <a:xfrm>
              <a:off x="593598" y="723900"/>
              <a:ext cx="52706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43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7" name="Rectangle 7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TextBox 8"/>
            <p:cNvSpPr txBox="1"/>
            <p:nvPr>
              <p:custDataLst>
                <p:tags r:id="rId3"/>
              </p:custDataLst>
            </p:nvPr>
          </p:nvSpPr>
          <p:spPr>
            <a:xfrm>
              <a:off x="828675" y="1981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9" name="TextBox 9"/>
            <p:cNvSpPr txBox="1"/>
            <p:nvPr>
              <p:custDataLst>
                <p:tags r:id="rId4"/>
              </p:custDataLst>
            </p:nvPr>
          </p:nvSpPr>
          <p:spPr>
            <a:xfrm>
              <a:off x="819912" y="2498725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10" name="TextBox 10"/>
            <p:cNvSpPr txBox="1"/>
            <p:nvPr>
              <p:custDataLst>
                <p:tags r:id="rId5"/>
              </p:custDataLst>
            </p:nvPr>
          </p:nvSpPr>
          <p:spPr>
            <a:xfrm>
              <a:off x="829056" y="3089275"/>
              <a:ext cx="1484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11" name="TextBox 11"/>
            <p:cNvSpPr txBox="1"/>
            <p:nvPr>
              <p:custDataLst>
                <p:tags r:id="rId6"/>
              </p:custDataLst>
            </p:nvPr>
          </p:nvSpPr>
          <p:spPr>
            <a:xfrm>
              <a:off x="821436" y="3651250"/>
              <a:ext cx="14806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2" name="TextBox 12"/>
            <p:cNvSpPr txBox="1"/>
            <p:nvPr>
              <p:custDataLst>
                <p:tags r:id="rId7"/>
              </p:custDataLst>
            </p:nvPr>
          </p:nvSpPr>
          <p:spPr>
            <a:xfrm>
              <a:off x="829056" y="4194175"/>
              <a:ext cx="21982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MRR@5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3" name="TextBox 13"/>
            <p:cNvSpPr txBox="1"/>
            <p:nvPr>
              <p:custDataLst>
                <p:tags r:id="rId8"/>
              </p:custDataLst>
            </p:nvPr>
          </p:nvSpPr>
          <p:spPr>
            <a:xfrm>
              <a:off x="830199" y="4829175"/>
              <a:ext cx="203464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1,550 案例／463 查詢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15" name="TextBox 15"/>
            <p:cNvSpPr txBox="1"/>
            <p:nvPr>
              <p:custDataLst>
                <p:tags r:id="rId9"/>
              </p:custDataLst>
            </p:nvPr>
          </p:nvSpPr>
          <p:spPr>
            <a:xfrm>
              <a:off x="6097269" y="1987550"/>
              <a:ext cx="342011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463 筆事件 → 本機</a:t>
              </a:r>
              <a:r>
                <a:rPr lang="en-US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5337572" y="3356372"/>
              <a:ext cx="297656" cy="297656"/>
              <a:chOff x="5337572" y="3356372"/>
              <a:chExt cx="297656" cy="297656"/>
            </a:xfrm>
          </p:grpSpPr>
          <p:sp>
            <p:nvSpPr>
              <p:cNvPr id="23" name="Ellipse 23"/>
              <p:cNvSpPr/>
              <p:nvPr/>
            </p:nvSpPr>
            <p:spPr>
              <a:xfrm>
                <a:off x="5337572" y="3356372"/>
                <a:ext cx="297656" cy="297656"/>
              </a:xfrm>
              <a:prstGeom prst="ellipse">
                <a:avLst/>
              </a:prstGeom>
              <a:solidFill>
                <a:srgbClr val="EAF0F4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5403056" y="3505200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>
                    <a:moveTo>
                      <a:pt x="0" y="0"/>
                    </a:moveTo>
                    <a:lnTo>
                      <a:pt x="59531" y="59531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5462588" y="3439716"/>
                <a:ext cx="113109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113109" h="125016">
                    <a:moveTo>
                      <a:pt x="0" y="125016"/>
                    </a:moveTo>
                    <a:lnTo>
                      <a:pt x="113109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27" name="TextBox 27"/>
            <p:cNvSpPr txBox="1"/>
            <p:nvPr>
              <p:custDataLst>
                <p:tags r:id="rId10"/>
              </p:custDataLst>
            </p:nvPr>
          </p:nvSpPr>
          <p:spPr>
            <a:xfrm>
              <a:off x="5113998" y="3730625"/>
              <a:ext cx="65272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8" name="TextBox 28"/>
            <p:cNvSpPr txBox="1"/>
            <p:nvPr>
              <p:custDataLst>
                <p:tags r:id="rId11"/>
              </p:custDataLst>
            </p:nvPr>
          </p:nvSpPr>
          <p:spPr>
            <a:xfrm>
              <a:off x="5206365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702153" y="3368278"/>
              <a:ext cx="279797" cy="279797"/>
              <a:chOff x="7702153" y="3368278"/>
              <a:chExt cx="279797" cy="279797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7702153" y="3368278"/>
                <a:ext cx="202406" cy="202406"/>
              </a:xfrm>
              <a:prstGeom prst="ellipse">
                <a:avLst/>
              </a:prstGeom>
              <a:solidFill>
                <a:schemeClr val="l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7880747" y="3546872"/>
                <a:ext cx="101203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101203" h="101203">
                    <a:moveTo>
                      <a:pt x="0" y="0"/>
                    </a:moveTo>
                    <a:lnTo>
                      <a:pt x="101203" y="101203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</a:ln>
            </p:spPr>
          </p:sp>
        </p:grpSp>
        <p:sp>
          <p:nvSpPr>
            <p:cNvPr id="33" name="TextBox 33"/>
            <p:cNvSpPr txBox="1"/>
            <p:nvPr>
              <p:custDataLst>
                <p:tags r:id="rId12"/>
              </p:custDataLst>
            </p:nvPr>
          </p:nvSpPr>
          <p:spPr>
            <a:xfrm>
              <a:off x="7570508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34" name="TextBox 34"/>
            <p:cNvSpPr txBox="1"/>
            <p:nvPr>
              <p:custDataLst>
                <p:tags r:id="rId13"/>
              </p:custDataLst>
            </p:nvPr>
          </p:nvSpPr>
          <p:spPr>
            <a:xfrm>
              <a:off x="7559040" y="42418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042922" y="3356372"/>
              <a:ext cx="297656" cy="297656"/>
            </a:xfrm>
            <a:prstGeom prst="ellipse">
              <a:avLst/>
            </a:prstGeom>
            <a:solidFill>
              <a:srgbClr val="EAF0F4"/>
            </a:solidFill>
            <a:ln w="14883">
              <a:solidFill>
                <a:schemeClr val="accent1"/>
              </a:solidFill>
            </a:ln>
          </p:spPr>
        </p:sp>
        <p:sp>
          <p:nvSpPr>
            <p:cNvPr id="37" name="TextBox 37"/>
            <p:cNvSpPr txBox="1"/>
            <p:nvPr>
              <p:custDataLst>
                <p:tags r:id="rId14"/>
              </p:custDataLst>
            </p:nvPr>
          </p:nvSpPr>
          <p:spPr>
            <a:xfrm>
              <a:off x="10092036" y="3365500"/>
              <a:ext cx="143866" cy="3461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7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?</a:t>
              </a:r>
            </a:p>
          </p:txBody>
        </p:sp>
        <p:sp>
          <p:nvSpPr>
            <p:cNvPr id="38" name="TextBox 38"/>
            <p:cNvSpPr txBox="1"/>
            <p:nvPr>
              <p:custDataLst>
                <p:tags r:id="rId15"/>
              </p:custDataLst>
            </p:nvPr>
          </p:nvSpPr>
          <p:spPr>
            <a:xfrm>
              <a:off x="9923183" y="3730625"/>
              <a:ext cx="445059" cy="5720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9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39" name="TextBox 39"/>
            <p:cNvSpPr txBox="1"/>
            <p:nvPr>
              <p:custDataLst>
                <p:tags r:id="rId16"/>
              </p:custDataLst>
            </p:nvPr>
          </p:nvSpPr>
          <p:spPr>
            <a:xfrm>
              <a:off x="9790557" y="42418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40" name="TextBox 40"/>
            <p:cNvSpPr txBox="1"/>
            <p:nvPr>
              <p:custDataLst>
                <p:tags r:id="rId17"/>
              </p:custDataLst>
            </p:nvPr>
          </p:nvSpPr>
          <p:spPr>
            <a:xfrm>
              <a:off x="4467987" y="4908550"/>
              <a:ext cx="427839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支持精確率 97.11% · 正式分類保持可追溯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42" name="TextBox 42"/>
            <p:cNvSpPr txBox="1"/>
            <p:nvPr>
              <p:custDataLst>
                <p:tags r:id="rId18"/>
              </p:custDataLst>
            </p:nvPr>
          </p:nvSpPr>
          <p:spPr>
            <a:xfrm>
              <a:off x="828675" y="5715000"/>
              <a:ext cx="679771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/ 30 偵測誤判分流至複核或不確定；其餘 12 筆仍獲支持。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44" name="Line 4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45" name="TextBox 45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46" name="TextBox 46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5968746" cy="1085850"/>
            <a:chOff x="593598" y="257175"/>
            <a:chExt cx="5968746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15"/>
              </p:custDataLst>
            </p:nvPr>
          </p:nvSpPr>
          <p:spPr>
            <a:xfrm>
              <a:off x="755523" y="314325"/>
              <a:ext cx="304694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16"/>
              </p:custDataLst>
            </p:nvPr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49" name="page-content"/>
          <p:cNvGrpSpPr/>
          <p:nvPr/>
        </p:nvGrpSpPr>
        <p:grpSpPr>
          <a:xfrm>
            <a:off x="595884" y="1527175"/>
            <a:ext cx="10986516" cy="4752594"/>
            <a:chOff x="595884" y="1527175"/>
            <a:chExt cx="10986516" cy="4752594"/>
          </a:xfrm>
        </p:grpSpPr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595884" y="152717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1710928" y="2951262"/>
              <a:ext cx="369094" cy="498276"/>
              <a:chOff x="1710928" y="2951262"/>
              <a:chExt cx="369094" cy="498276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1710928" y="2951262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10" name="Line 10"/>
              <p:cNvSpPr/>
              <p:nvPr/>
            </p:nvSpPr>
            <p:spPr>
              <a:xfrm>
                <a:off x="1793974" y="3071217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1" name="Line 11"/>
              <p:cNvSpPr/>
              <p:nvPr/>
            </p:nvSpPr>
            <p:spPr>
              <a:xfrm>
                <a:off x="1793974" y="3172718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2" name="Line 12"/>
              <p:cNvSpPr/>
              <p:nvPr/>
            </p:nvSpPr>
            <p:spPr>
              <a:xfrm>
                <a:off x="1793974" y="3274219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13" name="Line 13"/>
              <p:cNvSpPr/>
              <p:nvPr/>
            </p:nvSpPr>
            <p:spPr>
              <a:xfrm>
                <a:off x="1793974" y="3375720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</p:grpSp>
        <p:sp>
          <p:nvSpPr>
            <p:cNvPr id="15" name="TextBox 15"/>
            <p:cNvSpPr txBox="1"/>
            <p:nvPr>
              <p:custDataLst>
                <p:tags r:id="rId4"/>
              </p:custDataLst>
            </p:nvPr>
          </p:nvSpPr>
          <p:spPr>
            <a:xfrm>
              <a:off x="13095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326832" y="4041775"/>
              <a:ext cx="10896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17 類＋信心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31813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3432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4465141" y="2969716"/>
              <a:ext cx="479823" cy="479823"/>
              <a:chOff x="4465141" y="2969716"/>
              <a:chExt cx="479823" cy="479823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465141" y="2969716"/>
                <a:ext cx="350639" cy="350639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1" name="Line 21"/>
              <p:cNvSpPr/>
              <p:nvPr/>
            </p:nvSpPr>
            <p:spPr>
              <a:xfrm>
                <a:off x="4769644" y="3274219"/>
                <a:ext cx="175320" cy="175320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75320">
                    <a:moveTo>
                      <a:pt x="0" y="0"/>
                    </a:moveTo>
                    <a:lnTo>
                      <a:pt x="175320" y="175320"/>
                    </a:lnTo>
                  </a:path>
                </a:pathLst>
              </a:custGeom>
              <a:noFill/>
              <a:ln w="46137" cap="rnd">
                <a:solidFill>
                  <a:schemeClr val="accent1"/>
                </a:solidFill>
              </a:ln>
            </p:spPr>
          </p:sp>
        </p:grpSp>
        <p:sp>
          <p:nvSpPr>
            <p:cNvPr id="23" name="TextBox 23"/>
            <p:cNvSpPr txBox="1"/>
            <p:nvPr>
              <p:custDataLst>
                <p:tags r:id="rId6"/>
              </p:custDataLst>
            </p:nvPr>
          </p:nvSpPr>
          <p:spPr>
            <a:xfrm>
              <a:off x="41099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24" name="TextBox 24"/>
            <p:cNvSpPr txBox="1"/>
            <p:nvPr>
              <p:custDataLst>
                <p:tags r:id="rId7"/>
              </p:custDataLst>
            </p:nvPr>
          </p:nvSpPr>
          <p:spPr>
            <a:xfrm>
              <a:off x="3952632" y="4041775"/>
              <a:ext cx="14387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25" name="Freeform 25"/>
            <p:cNvSpPr/>
            <p:nvPr/>
          </p:nvSpPr>
          <p:spPr>
            <a:xfrm>
              <a:off x="598170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614362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265491" y="2969716"/>
              <a:ext cx="461368" cy="461368"/>
              <a:chOff x="7265491" y="2969716"/>
              <a:chExt cx="461368" cy="461368"/>
            </a:xfrm>
          </p:grpSpPr>
          <p:sp>
            <p:nvSpPr>
              <p:cNvPr id="28" name="Ellipse 28"/>
              <p:cNvSpPr/>
              <p:nvPr/>
            </p:nvSpPr>
            <p:spPr>
              <a:xfrm>
                <a:off x="7265491" y="2969716"/>
                <a:ext cx="461367" cy="461367"/>
              </a:xfrm>
              <a:prstGeom prst="ellipse">
                <a:avLst/>
              </a:prstGeom>
              <a:solidFill>
                <a:srgbClr val="EAF0F4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7366992" y="3200400"/>
                <a:ext cx="92273" cy="92273"/>
              </a:xfrm>
              <a:custGeom>
                <a:avLst/>
                <a:gdLst/>
                <a:ahLst/>
                <a:cxnLst/>
                <a:rect l="l" t="t" r="r" b="b"/>
                <a:pathLst>
                  <a:path w="92273" h="92273">
                    <a:moveTo>
                      <a:pt x="0" y="0"/>
                    </a:moveTo>
                    <a:lnTo>
                      <a:pt x="92273" y="92273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7459266" y="3098899"/>
                <a:ext cx="175320" cy="193774"/>
              </a:xfrm>
              <a:custGeom>
                <a:avLst/>
                <a:gdLst/>
                <a:ahLst/>
                <a:cxnLst/>
                <a:rect l="l" t="t" r="r" b="b"/>
                <a:pathLst>
                  <a:path w="175320" h="193774">
                    <a:moveTo>
                      <a:pt x="0" y="193774"/>
                    </a:moveTo>
                    <a:lnTo>
                      <a:pt x="175320" y="0"/>
                    </a:lnTo>
                  </a:path>
                </a:pathLst>
              </a:custGeom>
              <a:noFill/>
              <a:ln w="36909" cap="rnd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>
              <p:custDataLst>
                <p:tags r:id="rId8"/>
              </p:custDataLst>
            </p:nvPr>
          </p:nvSpPr>
          <p:spPr>
            <a:xfrm>
              <a:off x="691027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33" name="TextBox 33"/>
            <p:cNvSpPr txBox="1"/>
            <p:nvPr>
              <p:custDataLst>
                <p:tags r:id="rId9"/>
              </p:custDataLst>
            </p:nvPr>
          </p:nvSpPr>
          <p:spPr>
            <a:xfrm>
              <a:off x="6556057" y="40417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8782050" y="362902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943975" y="3581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10065841" y="2942034"/>
              <a:ext cx="461368" cy="516732"/>
              <a:chOff x="10065841" y="2942034"/>
              <a:chExt cx="461368" cy="516732"/>
            </a:xfrm>
          </p:grpSpPr>
          <p:sp>
            <p:nvSpPr>
              <p:cNvPr id="37" name="Ellipse 37"/>
              <p:cNvSpPr/>
              <p:nvPr/>
            </p:nvSpPr>
            <p:spPr>
              <a:xfrm>
                <a:off x="10065841" y="2969716"/>
                <a:ext cx="461367" cy="461367"/>
              </a:xfrm>
              <a:prstGeom prst="ellipse">
                <a:avLst/>
              </a:prstGeom>
              <a:solidFill>
                <a:schemeClr val="lt1"/>
              </a:solidFill>
              <a:ln w="23068">
                <a:solidFill>
                  <a:schemeClr val="accent1"/>
                </a:solidFill>
              </a:ln>
            </p:spPr>
          </p:sp>
          <p:sp>
            <p:nvSpPr>
              <p:cNvPr id="38" name="Line 38"/>
              <p:cNvSpPr/>
              <p:nvPr/>
            </p:nvSpPr>
            <p:spPr>
              <a:xfrm>
                <a:off x="10296525" y="3034308"/>
                <a:ext cx="9525" cy="16609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66092">
                    <a:moveTo>
                      <a:pt x="0" y="166092"/>
                    </a:moveTo>
                    <a:lnTo>
                      <a:pt x="0" y="0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10296525" y="3200400"/>
                <a:ext cx="129183" cy="64591"/>
              </a:xfrm>
              <a:custGeom>
                <a:avLst/>
                <a:gdLst/>
                <a:ahLst/>
                <a:cxnLst/>
                <a:rect l="l" t="t" r="r" b="b"/>
                <a:pathLst>
                  <a:path w="129183" h="64591">
                    <a:moveTo>
                      <a:pt x="0" y="0"/>
                    </a:moveTo>
                    <a:lnTo>
                      <a:pt x="129183" y="64591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10296525" y="2942034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  <p:sp>
            <p:nvSpPr>
              <p:cNvPr id="41" name="Line 41"/>
              <p:cNvSpPr/>
              <p:nvPr/>
            </p:nvSpPr>
            <p:spPr>
              <a:xfrm>
                <a:off x="10296525" y="3412629"/>
                <a:ext cx="9525" cy="4613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6137">
                    <a:moveTo>
                      <a:pt x="0" y="0"/>
                    </a:moveTo>
                    <a:lnTo>
                      <a:pt x="0" y="46137"/>
                    </a:lnTo>
                  </a:path>
                </a:pathLst>
              </a:custGeom>
              <a:noFill/>
              <a:ln w="23068" cap="rnd">
                <a:solidFill>
                  <a:schemeClr val="accent1"/>
                </a:solidFill>
              </a:ln>
            </p:spPr>
          </p:sp>
        </p:grpSp>
        <p:sp>
          <p:nvSpPr>
            <p:cNvPr id="43" name="TextBox 43"/>
            <p:cNvSpPr txBox="1"/>
            <p:nvPr>
              <p:custDataLst>
                <p:tags r:id="rId10"/>
              </p:custDataLst>
            </p:nvPr>
          </p:nvSpPr>
          <p:spPr>
            <a:xfrm>
              <a:off x="9710623" y="3578225"/>
              <a:ext cx="1108304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44" name="TextBox 44"/>
            <p:cNvSpPr txBox="1"/>
            <p:nvPr>
              <p:custDataLst>
                <p:tags r:id="rId11"/>
              </p:custDataLst>
            </p:nvPr>
          </p:nvSpPr>
          <p:spPr>
            <a:xfrm>
              <a:off x="9558338" y="404177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FFF4DD"/>
            </a:solidFill>
            <a:ln>
              <a:noFill/>
            </a:ln>
          </p:spPr>
        </p:sp>
        <p:sp>
          <p:nvSpPr>
            <p:cNvPr id="46" name="TextBox 46"/>
            <p:cNvSpPr txBox="1"/>
            <p:nvPr>
              <p:custDataLst>
                <p:tags r:id="rId12"/>
              </p:custDataLst>
            </p:nvPr>
          </p:nvSpPr>
          <p:spPr>
            <a:xfrm>
              <a:off x="3078995" y="4902200"/>
              <a:ext cx="59720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  <a:r>
                <a:rPr lang="zh-TW" sz="19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3"/>
              </p:custDataLst>
            </p:nvPr>
          </p:nvSpPr>
          <p:spPr>
            <a:xfrm>
              <a:off x="599694" y="5511800"/>
              <a:ext cx="526682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類真實張量重跑 · 6 種隔離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  <p:sp>
          <p:nvSpPr>
            <p:cNvPr id="48" name="TextBox 48"/>
            <p:cNvSpPr txBox="1"/>
            <p:nvPr>
              <p:custDataLst>
                <p:tags r:id="rId14"/>
              </p:custDataLst>
            </p:nvPr>
          </p:nvSpPr>
          <p:spPr>
            <a:xfrm>
              <a:off x="600456" y="5927725"/>
              <a:ext cx="244144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感謝聆聽，敬請指教。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50" name="Line 50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51" name="TextBox 51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52" name="TextBox 52"/>
            <p:cNvSpPr txBox="1"/>
            <p:nvPr>
              <p:custDataLst>
                <p:tags r:id="rId2"/>
              </p:custDataLst>
            </p:nvPr>
          </p:nvSpPr>
          <p:spPr>
            <a:xfrm>
              <a:off x="11100752" y="6451600"/>
              <a:ext cx="45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9429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620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810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10001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191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382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2"/>
              </p:custDataLst>
            </p:nvPr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3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答詢圖解｜創新與整合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93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>
              <p:custDataLst>
                <p:tags r:id="rId3"/>
              </p:custDataLst>
            </p:nvPr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Q1</a:t>
              </a:r>
            </a:p>
          </p:txBody>
        </p:sp>
        <p:sp>
          <p:nvSpPr>
            <p:cNvPr id="11" name="TextBox 11"/>
            <p:cNvSpPr txBox="1"/>
            <p:nvPr>
              <p:custDataLst>
                <p:tags r:id="rId4"/>
              </p:custDataLst>
            </p:nvPr>
          </p:nvSpPr>
          <p:spPr>
            <a:xfrm>
              <a:off x="1361694" y="1711325"/>
              <a:ext cx="586686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創新在哪裡？與一般</a:t>
              </a:r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IDS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加上</a:t>
              </a:r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RAG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有何不同？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383506" y="2250281"/>
              <a:ext cx="700088" cy="700088"/>
              <a:chOff x="1383506" y="2250281"/>
              <a:chExt cx="700088" cy="700088"/>
            </a:xfrm>
          </p:grpSpPr>
          <p:sp>
            <p:nvSpPr>
              <p:cNvPr id="12" name="Rectangle 12"/>
              <p:cNvSpPr/>
              <p:nvPr/>
            </p:nvSpPr>
            <p:spPr>
              <a:xfrm>
                <a:off x="1483519" y="2350294"/>
                <a:ext cx="500062" cy="500062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1621036" y="2487811"/>
                <a:ext cx="225028" cy="225028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383506" y="2250281"/>
                <a:ext cx="700088" cy="700088"/>
              </a:xfrm>
              <a:custGeom>
                <a:avLst/>
                <a:gdLst/>
                <a:ahLst/>
                <a:cxnLst/>
                <a:rect l="l" t="t" r="r" b="b"/>
                <a:pathLst>
                  <a:path w="700088" h="700088">
                    <a:moveTo>
                      <a:pt x="212527" y="0"/>
                    </a:moveTo>
                    <a:lnTo>
                      <a:pt x="212527" y="100012"/>
                    </a:lnTo>
                    <a:moveTo>
                      <a:pt x="350044" y="0"/>
                    </a:moveTo>
                    <a:lnTo>
                      <a:pt x="350044" y="100012"/>
                    </a:lnTo>
                    <a:moveTo>
                      <a:pt x="487561" y="0"/>
                    </a:moveTo>
                    <a:lnTo>
                      <a:pt x="487561" y="100012"/>
                    </a:lnTo>
                    <a:moveTo>
                      <a:pt x="212527" y="600075"/>
                    </a:moveTo>
                    <a:lnTo>
                      <a:pt x="212527" y="700088"/>
                    </a:lnTo>
                    <a:moveTo>
                      <a:pt x="350044" y="600075"/>
                    </a:moveTo>
                    <a:lnTo>
                      <a:pt x="350044" y="700088"/>
                    </a:lnTo>
                    <a:moveTo>
                      <a:pt x="487561" y="600075"/>
                    </a:moveTo>
                    <a:lnTo>
                      <a:pt x="487561" y="700088"/>
                    </a:lnTo>
                    <a:moveTo>
                      <a:pt x="0" y="212527"/>
                    </a:moveTo>
                    <a:lnTo>
                      <a:pt x="100012" y="212527"/>
                    </a:lnTo>
                    <a:moveTo>
                      <a:pt x="0" y="350044"/>
                    </a:moveTo>
                    <a:lnTo>
                      <a:pt x="100012" y="350044"/>
                    </a:lnTo>
                    <a:moveTo>
                      <a:pt x="0" y="487561"/>
                    </a:moveTo>
                    <a:lnTo>
                      <a:pt x="100012" y="487561"/>
                    </a:lnTo>
                    <a:moveTo>
                      <a:pt x="600075" y="212527"/>
                    </a:moveTo>
                    <a:lnTo>
                      <a:pt x="700088" y="212527"/>
                    </a:lnTo>
                    <a:moveTo>
                      <a:pt x="600075" y="350044"/>
                    </a:moveTo>
                    <a:lnTo>
                      <a:pt x="700088" y="350044"/>
                    </a:lnTo>
                    <a:moveTo>
                      <a:pt x="600075" y="487561"/>
                    </a:moveTo>
                    <a:lnTo>
                      <a:pt x="700088" y="487561"/>
                    </a:lnTo>
                  </a:path>
                </a:pathLst>
              </a:custGeom>
              <a:noFill/>
              <a:ln w="37505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6" name="TextBox 16"/>
            <p:cNvSpPr txBox="1"/>
            <p:nvPr>
              <p:custDataLst>
                <p:tags r:id="rId5"/>
              </p:custDataLst>
            </p:nvPr>
          </p:nvSpPr>
          <p:spPr>
            <a:xfrm>
              <a:off x="1254728" y="305435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互補判定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22574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1242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3421261" y="2275284"/>
              <a:ext cx="662583" cy="650082"/>
              <a:chOff x="3421261" y="2275284"/>
              <a:chExt cx="662583" cy="650082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3421261" y="2362795"/>
                <a:ext cx="475059" cy="500062"/>
              </a:xfrm>
              <a:custGeom>
                <a:avLst/>
                <a:gdLst/>
                <a:ahLst/>
                <a:cxnLst/>
                <a:rect l="l" t="t" r="r" b="b"/>
                <a:pathLst>
                  <a:path w="475059" h="500062">
                    <a:moveTo>
                      <a:pt x="0" y="0"/>
                    </a:moveTo>
                    <a:lnTo>
                      <a:pt x="0" y="387548"/>
                    </a:lnTo>
                    <a:cubicBezTo>
                      <a:pt x="0" y="500062"/>
                      <a:pt x="475059" y="500062"/>
                      <a:pt x="475059" y="387548"/>
                    </a:cubicBezTo>
                    <a:lnTo>
                      <a:pt x="475059" y="0"/>
                    </a:lnTo>
                  </a:path>
                </a:pathLst>
              </a:custGeom>
              <a:solidFill>
                <a:schemeClr val="lt1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20" name="Ellipse 20"/>
              <p:cNvSpPr/>
              <p:nvPr/>
            </p:nvSpPr>
            <p:spPr>
              <a:xfrm>
                <a:off x="3421261" y="2275284"/>
                <a:ext cx="475059" cy="175022"/>
              </a:xfrm>
              <a:prstGeom prst="ellipse">
                <a:avLst/>
              </a:prstGeom>
              <a:solidFill>
                <a:schemeClr val="lt1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3421261" y="2537817"/>
                <a:ext cx="475059" cy="112514"/>
              </a:xfrm>
              <a:custGeom>
                <a:avLst/>
                <a:gdLst/>
                <a:ahLst/>
                <a:cxnLst/>
                <a:rect l="l" t="t" r="r" b="b"/>
                <a:pathLst>
                  <a:path w="475059" h="112514">
                    <a:moveTo>
                      <a:pt x="0" y="0"/>
                    </a:moveTo>
                    <a:cubicBezTo>
                      <a:pt x="0" y="112514"/>
                      <a:pt x="475059" y="112514"/>
                      <a:pt x="475059" y="0"/>
                    </a:cubicBezTo>
                  </a:path>
                </a:pathLst>
              </a:custGeom>
              <a:noFill/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22" name="Ellipse 22"/>
              <p:cNvSpPr/>
              <p:nvPr/>
            </p:nvSpPr>
            <p:spPr>
              <a:xfrm>
                <a:off x="3733800" y="2562820"/>
                <a:ext cx="275034" cy="275034"/>
              </a:xfrm>
              <a:prstGeom prst="ellipse">
                <a:avLst/>
              </a:prstGeom>
              <a:solidFill>
                <a:schemeClr val="accent3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3971330" y="2800350"/>
                <a:ext cx="112514" cy="125016"/>
              </a:xfrm>
              <a:custGeom>
                <a:avLst/>
                <a:gdLst/>
                <a:ahLst/>
                <a:cxnLst/>
                <a:rect l="l" t="t" r="r" b="b"/>
                <a:pathLst>
                  <a:path w="112514" h="125016">
                    <a:moveTo>
                      <a:pt x="0" y="0"/>
                    </a:moveTo>
                    <a:lnTo>
                      <a:pt x="112514" y="125016"/>
                    </a:lnTo>
                  </a:path>
                </a:pathLst>
              </a:custGeom>
              <a:solidFill>
                <a:schemeClr val="lt1"/>
              </a:solidFill>
              <a:ln w="50006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25" name="TextBox 25"/>
            <p:cNvSpPr txBox="1"/>
            <p:nvPr>
              <p:custDataLst>
                <p:tags r:id="rId6"/>
              </p:custDataLst>
            </p:nvPr>
          </p:nvSpPr>
          <p:spPr>
            <a:xfrm>
              <a:off x="3160680" y="3054350"/>
              <a:ext cx="109385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529 維檢索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425767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512445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5469017" y="2256532"/>
              <a:ext cx="450056" cy="607576"/>
              <a:chOff x="5469017" y="2256532"/>
              <a:chExt cx="450056" cy="607576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469017" y="2256532"/>
                <a:ext cx="450056" cy="607576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11251">
                <a:solidFill>
                  <a:schemeClr val="accent1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5570280" y="2402800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5570280" y="2526566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5570280" y="2650331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5570280" y="2774097"/>
                <a:ext cx="25878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8782" h="9525">
                    <a:moveTo>
                      <a:pt x="0" y="0"/>
                    </a:moveTo>
                    <a:lnTo>
                      <a:pt x="258782" y="0"/>
                    </a:lnTo>
                  </a:path>
                </a:pathLst>
              </a:custGeom>
              <a:noFill/>
              <a:ln w="22503" cap="rnd">
                <a:solidFill>
                  <a:srgbClr val="7294A9"/>
                </a:solidFill>
              </a:ln>
            </p:spPr>
          </p:sp>
        </p:grpSp>
        <p:grpSp>
          <p:nvGrpSpPr>
            <p:cNvPr id="37" name="Group 37"/>
            <p:cNvGrpSpPr/>
            <p:nvPr/>
          </p:nvGrpSpPr>
          <p:grpSpPr>
            <a:xfrm>
              <a:off x="5817060" y="2683335"/>
              <a:ext cx="250032" cy="250032"/>
              <a:chOff x="5817060" y="2683335"/>
              <a:chExt cx="250032" cy="250032"/>
            </a:xfrm>
          </p:grpSpPr>
          <p:sp>
            <p:nvSpPr>
              <p:cNvPr id="34" name="Ellipse 34"/>
              <p:cNvSpPr/>
              <p:nvPr/>
            </p:nvSpPr>
            <p:spPr>
              <a:xfrm>
                <a:off x="5817060" y="2683335"/>
                <a:ext cx="250031" cy="250031"/>
              </a:xfrm>
              <a:prstGeom prst="ellipse">
                <a:avLst/>
              </a:prstGeom>
              <a:solidFill>
                <a:srgbClr val="EAF0F4"/>
              </a:solidFill>
              <a:ln w="12502">
                <a:solidFill>
                  <a:schemeClr val="accent1"/>
                </a:solidFill>
              </a:ln>
            </p:spPr>
          </p:sp>
          <p:sp>
            <p:nvSpPr>
              <p:cNvPr id="35" name="Line 35"/>
              <p:cNvSpPr/>
              <p:nvPr/>
            </p:nvSpPr>
            <p:spPr>
              <a:xfrm>
                <a:off x="5872067" y="2808351"/>
                <a:ext cx="50006" cy="50006"/>
              </a:xfrm>
              <a:custGeom>
                <a:avLst/>
                <a:gdLst/>
                <a:ahLst/>
                <a:cxnLst/>
                <a:rect l="l" t="t" r="r" b="b"/>
                <a:pathLst>
                  <a:path w="50006" h="50006">
                    <a:moveTo>
                      <a:pt x="0" y="0"/>
                    </a:moveTo>
                    <a:lnTo>
                      <a:pt x="50006" y="50006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5922074" y="2753344"/>
                <a:ext cx="95012" cy="105013"/>
              </a:xfrm>
              <a:custGeom>
                <a:avLst/>
                <a:gdLst/>
                <a:ahLst/>
                <a:cxnLst/>
                <a:rect l="l" t="t" r="r" b="b"/>
                <a:pathLst>
                  <a:path w="95012" h="105013">
                    <a:moveTo>
                      <a:pt x="0" y="105013"/>
                    </a:moveTo>
                    <a:lnTo>
                      <a:pt x="95012" y="0"/>
                    </a:lnTo>
                  </a:path>
                </a:pathLst>
              </a:custGeom>
              <a:noFill/>
              <a:ln w="20002" cap="rnd">
                <a:solidFill>
                  <a:schemeClr val="accent1"/>
                </a:solidFill>
              </a:ln>
            </p:spPr>
          </p:sp>
        </p:grpSp>
        <p:sp>
          <p:nvSpPr>
            <p:cNvPr id="38" name="TextBox 38"/>
            <p:cNvSpPr txBox="1"/>
            <p:nvPr>
              <p:custDataLst>
                <p:tags r:id="rId7"/>
              </p:custDataLst>
            </p:nvPr>
          </p:nvSpPr>
          <p:spPr>
            <a:xfrm>
              <a:off x="5291368" y="3054350"/>
              <a:ext cx="83297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Freeform 39"/>
            <p:cNvSpPr/>
            <p:nvPr/>
          </p:nvSpPr>
          <p:spPr>
            <a:xfrm>
              <a:off x="6257925" y="2600325"/>
              <a:ext cx="933450" cy="9525"/>
            </a:xfrm>
            <a:custGeom>
              <a:avLst/>
              <a:gdLst/>
              <a:ahLst/>
              <a:cxnLst/>
              <a:rect l="l" t="t" r="r" b="b"/>
              <a:pathLst>
                <a:path w="933450" h="9525">
                  <a:moveTo>
                    <a:pt x="0" y="0"/>
                  </a:moveTo>
                  <a:lnTo>
                    <a:pt x="9334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124700" y="25527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471767" y="2262783"/>
              <a:ext cx="587573" cy="687586"/>
              <a:chOff x="7471767" y="2262783"/>
              <a:chExt cx="587573" cy="687586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471767" y="2262783"/>
                <a:ext cx="525066" cy="675084"/>
              </a:xfrm>
              <a:custGeom>
                <a:avLst/>
                <a:gdLst/>
                <a:ahLst/>
                <a:cxnLst/>
                <a:rect l="l" t="t" r="r" b="b"/>
                <a:pathLst>
                  <a:path w="525066" h="675084">
                    <a:moveTo>
                      <a:pt x="262533" y="0"/>
                    </a:moveTo>
                    <a:lnTo>
                      <a:pt x="525066" y="112514"/>
                    </a:lnTo>
                    <a:lnTo>
                      <a:pt x="525066" y="312539"/>
                    </a:lnTo>
                    <a:cubicBezTo>
                      <a:pt x="525066" y="475059"/>
                      <a:pt x="400050" y="587573"/>
                      <a:pt x="262533" y="675084"/>
                    </a:cubicBezTo>
                    <a:cubicBezTo>
                      <a:pt x="125016" y="587573"/>
                      <a:pt x="0" y="475059"/>
                      <a:pt x="0" y="312539"/>
                    </a:cubicBezTo>
                    <a:lnTo>
                      <a:pt x="0" y="112514"/>
                    </a:lnTo>
                    <a:close/>
                  </a:path>
                </a:pathLst>
              </a:custGeom>
              <a:solidFill>
                <a:schemeClr val="lt1"/>
              </a:solidFill>
              <a:ln w="37505" cap="rnd">
                <a:solidFill>
                  <a:schemeClr val="accent1"/>
                </a:solidFill>
                <a:round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596783" y="2475309"/>
                <a:ext cx="287536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87536" h="200025">
                    <a:moveTo>
                      <a:pt x="0" y="100012"/>
                    </a:moveTo>
                    <a:lnTo>
                      <a:pt x="100012" y="200025"/>
                    </a:lnTo>
                    <a:lnTo>
                      <a:pt x="287536" y="0"/>
                    </a:lnTo>
                  </a:path>
                </a:pathLst>
              </a:custGeom>
              <a:noFill/>
              <a:ln w="50006" cap="rnd">
                <a:solidFill>
                  <a:schemeClr val="accent1"/>
                </a:solidFill>
                <a:round/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7896820" y="2737842"/>
                <a:ext cx="162520" cy="212527"/>
              </a:xfrm>
              <a:custGeom>
                <a:avLst/>
                <a:gdLst/>
                <a:ahLst/>
                <a:cxnLst/>
                <a:rect l="l" t="t" r="r" b="b"/>
                <a:pathLst>
                  <a:path w="162520" h="212527">
                    <a:moveTo>
                      <a:pt x="37505" y="0"/>
                    </a:moveTo>
                    <a:lnTo>
                      <a:pt x="162520" y="0"/>
                    </a:lnTo>
                    <a:lnTo>
                      <a:pt x="162520" y="150019"/>
                    </a:lnTo>
                    <a:lnTo>
                      <a:pt x="0" y="150019"/>
                    </a:lnTo>
                    <a:moveTo>
                      <a:pt x="62508" y="87511"/>
                    </a:moveTo>
                    <a:lnTo>
                      <a:pt x="0" y="150019"/>
                    </a:lnTo>
                    <a:lnTo>
                      <a:pt x="62508" y="212527"/>
                    </a:lnTo>
                  </a:path>
                </a:pathLst>
              </a:custGeom>
              <a:noFill/>
              <a:ln w="37505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45" name="TextBox 45"/>
            <p:cNvSpPr txBox="1"/>
            <p:nvPr>
              <p:custDataLst>
                <p:tags r:id="rId8"/>
              </p:custDataLst>
            </p:nvPr>
          </p:nvSpPr>
          <p:spPr>
            <a:xfrm>
              <a:off x="7144417" y="30543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策略與回復</a:t>
              </a:r>
            </a:p>
          </p:txBody>
        </p:sp>
        <p:sp>
          <p:nvSpPr>
            <p:cNvPr id="46" name="TextBox 46"/>
            <p:cNvSpPr txBox="1"/>
            <p:nvPr>
              <p:custDataLst>
                <p:tags r:id="rId9"/>
              </p:custDataLst>
            </p:nvPr>
          </p:nvSpPr>
          <p:spPr>
            <a:xfrm>
              <a:off x="830580" y="3336925"/>
              <a:ext cx="400543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正式分類保留 · 稽核證據可追溯 · 策略可回復</a:t>
              </a:r>
            </a:p>
          </p:txBody>
        </p:sp>
        <p:sp>
          <p:nvSpPr>
            <p:cNvPr id="47" name="TextBox 47"/>
            <p:cNvSpPr txBox="1"/>
            <p:nvPr>
              <p:custDataLst>
                <p:tags r:id="rId10"/>
              </p:custDataLst>
            </p:nvPr>
          </p:nvSpPr>
          <p:spPr>
            <a:xfrm>
              <a:off x="9823607" y="2152650"/>
              <a:ext cx="112204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529 維</a:t>
              </a:r>
            </a:p>
          </p:txBody>
        </p:sp>
        <p:sp>
          <p:nvSpPr>
            <p:cNvPr id="48" name="TextBox 48"/>
            <p:cNvSpPr txBox="1"/>
            <p:nvPr>
              <p:custDataLst>
                <p:tags r:id="rId11"/>
              </p:custDataLst>
            </p:nvPr>
          </p:nvSpPr>
          <p:spPr>
            <a:xfrm>
              <a:off x="9545676" y="27813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任務導向證據向量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2" name="TextBox 52"/>
            <p:cNvSpPr txBox="1"/>
            <p:nvPr>
              <p:custDataLst>
                <p:tags r:id="rId12"/>
              </p:custDataLst>
            </p:nvPr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Q2</a:t>
              </a:r>
            </a:p>
          </p:txBody>
        </p:sp>
        <p:sp>
          <p:nvSpPr>
            <p:cNvPr id="53" name="TextBox 53"/>
            <p:cNvSpPr txBox="1"/>
            <p:nvPr>
              <p:custDataLst>
                <p:tags r:id="rId13"/>
              </p:custDataLst>
            </p:nvPr>
          </p:nvSpPr>
          <p:spPr>
            <a:xfrm>
              <a:off x="1361694" y="4035425"/>
              <a:ext cx="500748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如何證明前段判斷與後段處置已經串起來？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1586508" y="4571851"/>
              <a:ext cx="303609" cy="409873"/>
              <a:chOff x="1586508" y="4571851"/>
              <a:chExt cx="303609" cy="409873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15865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16548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16548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16548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58" name="Line 58"/>
              <p:cNvSpPr/>
              <p:nvPr/>
            </p:nvSpPr>
            <p:spPr>
              <a:xfrm>
                <a:off x="16548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60" name="TextBox 60"/>
            <p:cNvSpPr txBox="1"/>
            <p:nvPr>
              <p:custDataLst>
                <p:tags r:id="rId14"/>
              </p:custDataLst>
            </p:nvPr>
          </p:nvSpPr>
          <p:spPr>
            <a:xfrm>
              <a:off x="12747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20478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62" name="Freeform 62"/>
            <p:cNvSpPr/>
            <p:nvPr/>
          </p:nvSpPr>
          <p:spPr>
            <a:xfrm>
              <a:off x="33623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3586758" y="4571851"/>
              <a:ext cx="303609" cy="409873"/>
              <a:chOff x="3586758" y="4571851"/>
              <a:chExt cx="303609" cy="409873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35867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64" name="Line 64"/>
              <p:cNvSpPr/>
              <p:nvPr/>
            </p:nvSpPr>
            <p:spPr>
              <a:xfrm>
                <a:off x="36550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5" name="Line 65"/>
              <p:cNvSpPr/>
              <p:nvPr/>
            </p:nvSpPr>
            <p:spPr>
              <a:xfrm>
                <a:off x="36550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6" name="Line 66"/>
              <p:cNvSpPr/>
              <p:nvPr/>
            </p:nvSpPr>
            <p:spPr>
              <a:xfrm>
                <a:off x="36550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67" name="Line 67"/>
              <p:cNvSpPr/>
              <p:nvPr/>
            </p:nvSpPr>
            <p:spPr>
              <a:xfrm>
                <a:off x="36550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69" name="TextBox 69"/>
            <p:cNvSpPr txBox="1"/>
            <p:nvPr>
              <p:custDataLst>
                <p:tags r:id="rId15"/>
              </p:custDataLst>
            </p:nvPr>
          </p:nvSpPr>
          <p:spPr>
            <a:xfrm>
              <a:off x="3163377" y="5038725"/>
              <a:ext cx="1090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案例</a:t>
              </a:r>
            </a:p>
          </p:txBody>
        </p:sp>
        <p:sp>
          <p:nvSpPr>
            <p:cNvPr id="70" name="Freeform 70"/>
            <p:cNvSpPr/>
            <p:nvPr/>
          </p:nvSpPr>
          <p:spPr>
            <a:xfrm>
              <a:off x="404812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1" name="Freeform 71"/>
            <p:cNvSpPr/>
            <p:nvPr/>
          </p:nvSpPr>
          <p:spPr>
            <a:xfrm>
              <a:off x="536257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77" name="Group 77"/>
            <p:cNvGrpSpPr/>
            <p:nvPr/>
          </p:nvGrpSpPr>
          <p:grpSpPr>
            <a:xfrm>
              <a:off x="5587008" y="4571851"/>
              <a:ext cx="303609" cy="409873"/>
              <a:chOff x="5587008" y="4571851"/>
              <a:chExt cx="303609" cy="409873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558700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73" name="Line 73"/>
              <p:cNvSpPr/>
              <p:nvPr/>
            </p:nvSpPr>
            <p:spPr>
              <a:xfrm>
                <a:off x="565532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4" name="Line 74"/>
              <p:cNvSpPr/>
              <p:nvPr/>
            </p:nvSpPr>
            <p:spPr>
              <a:xfrm>
                <a:off x="565532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5" name="Line 75"/>
              <p:cNvSpPr/>
              <p:nvPr/>
            </p:nvSpPr>
            <p:spPr>
              <a:xfrm>
                <a:off x="565532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76" name="Line 76"/>
              <p:cNvSpPr/>
              <p:nvPr/>
            </p:nvSpPr>
            <p:spPr>
              <a:xfrm>
                <a:off x="565532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78" name="TextBox 78"/>
            <p:cNvSpPr txBox="1"/>
            <p:nvPr>
              <p:custDataLst>
                <p:tags r:id="rId16"/>
              </p:custDataLst>
            </p:nvPr>
          </p:nvSpPr>
          <p:spPr>
            <a:xfrm>
              <a:off x="527525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79" name="Freeform 79"/>
            <p:cNvSpPr/>
            <p:nvPr/>
          </p:nvSpPr>
          <p:spPr>
            <a:xfrm>
              <a:off x="6048375" y="4810125"/>
              <a:ext cx="1381125" cy="9525"/>
            </a:xfrm>
            <a:custGeom>
              <a:avLst/>
              <a:gdLst/>
              <a:ahLst/>
              <a:cxnLst/>
              <a:rect l="l" t="t" r="r" b="b"/>
              <a:pathLst>
                <a:path w="1381125" h="9525">
                  <a:moveTo>
                    <a:pt x="0" y="0"/>
                  </a:moveTo>
                  <a:lnTo>
                    <a:pt x="1381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0" name="Freeform 80"/>
            <p:cNvSpPr/>
            <p:nvPr/>
          </p:nvSpPr>
          <p:spPr>
            <a:xfrm>
              <a:off x="73628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grpSp>
          <p:nvGrpSpPr>
            <p:cNvPr id="86" name="Group 86"/>
            <p:cNvGrpSpPr/>
            <p:nvPr/>
          </p:nvGrpSpPr>
          <p:grpSpPr>
            <a:xfrm>
              <a:off x="7587258" y="4571851"/>
              <a:ext cx="303609" cy="409873"/>
              <a:chOff x="7587258" y="4571851"/>
              <a:chExt cx="303609" cy="409873"/>
            </a:xfrm>
          </p:grpSpPr>
          <p:sp>
            <p:nvSpPr>
              <p:cNvPr id="81" name="Rectangle 81"/>
              <p:cNvSpPr/>
              <p:nvPr/>
            </p:nvSpPr>
            <p:spPr>
              <a:xfrm>
                <a:off x="7587258" y="4571851"/>
                <a:ext cx="303609" cy="409873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7590">
                <a:solidFill>
                  <a:schemeClr val="accent1"/>
                </a:solidFill>
              </a:ln>
            </p:spPr>
          </p:sp>
          <p:sp>
            <p:nvSpPr>
              <p:cNvPr id="82" name="Line 82"/>
              <p:cNvSpPr/>
              <p:nvPr/>
            </p:nvSpPr>
            <p:spPr>
              <a:xfrm>
                <a:off x="7655570" y="4670524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83" name="Line 83"/>
              <p:cNvSpPr/>
              <p:nvPr/>
            </p:nvSpPr>
            <p:spPr>
              <a:xfrm>
                <a:off x="7655570" y="4754017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84" name="Line 84"/>
              <p:cNvSpPr/>
              <p:nvPr/>
            </p:nvSpPr>
            <p:spPr>
              <a:xfrm>
                <a:off x="7655570" y="4837509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  <p:sp>
            <p:nvSpPr>
              <p:cNvPr id="85" name="Line 85"/>
              <p:cNvSpPr/>
              <p:nvPr/>
            </p:nvSpPr>
            <p:spPr>
              <a:xfrm>
                <a:off x="7655570" y="4921002"/>
                <a:ext cx="174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575" h="9525">
                    <a:moveTo>
                      <a:pt x="0" y="0"/>
                    </a:moveTo>
                    <a:lnTo>
                      <a:pt x="174575" y="0"/>
                    </a:lnTo>
                  </a:path>
                </a:pathLst>
              </a:custGeom>
              <a:noFill/>
              <a:ln w="15180" cap="rnd">
                <a:solidFill>
                  <a:srgbClr val="7294A9"/>
                </a:solidFill>
              </a:ln>
            </p:spPr>
          </p:sp>
        </p:grpSp>
        <p:sp>
          <p:nvSpPr>
            <p:cNvPr id="87" name="TextBox 87"/>
            <p:cNvSpPr txBox="1"/>
            <p:nvPr>
              <p:custDataLst>
                <p:tags r:id="rId17"/>
              </p:custDataLst>
            </p:nvPr>
          </p:nvSpPr>
          <p:spPr>
            <a:xfrm>
              <a:off x="7275500" y="50387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88" name="Rectangle 88"/>
            <p:cNvSpPr/>
            <p:nvPr/>
          </p:nvSpPr>
          <p:spPr>
            <a:xfrm>
              <a:off x="838200" y="5334000"/>
              <a:ext cx="7791450" cy="295275"/>
            </a:xfrm>
            <a:prstGeom prst="roundRect">
              <a:avLst>
                <a:gd name="adj" fmla="val 19355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89" name="TextBox 89"/>
            <p:cNvSpPr txBox="1"/>
            <p:nvPr>
              <p:custDataLst>
                <p:tags r:id="rId18"/>
              </p:custDataLst>
            </p:nvPr>
          </p:nvSpPr>
          <p:spPr>
            <a:xfrm>
              <a:off x="3016562" y="5349875"/>
              <a:ext cx="33823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event_id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 同次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execution_id</a:t>
              </a:r>
            </a:p>
          </p:txBody>
        </p:sp>
        <p:sp>
          <p:nvSpPr>
            <p:cNvPr id="90" name="TextBox 90"/>
            <p:cNvSpPr txBox="1"/>
            <p:nvPr>
              <p:custDataLst>
                <p:tags r:id="rId19"/>
              </p:custDataLst>
            </p:nvPr>
          </p:nvSpPr>
          <p:spPr>
            <a:xfrm>
              <a:off x="830580" y="5661025"/>
              <a:ext cx="43238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分類、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、策略與回條綁定同一事件</a:t>
              </a:r>
            </a:p>
          </p:txBody>
        </p:sp>
        <p:sp>
          <p:nvSpPr>
            <p:cNvPr id="91" name="TextBox 91"/>
            <p:cNvSpPr txBox="1"/>
            <p:nvPr>
              <p:custDataLst>
                <p:tags r:id="rId20"/>
              </p:custDataLst>
            </p:nvPr>
          </p:nvSpPr>
          <p:spPr>
            <a:xfrm>
              <a:off x="9665243" y="4476750"/>
              <a:ext cx="143877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</a:t>
              </a:r>
              <a:r>
                <a:rPr lang="en-US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ID</a:t>
              </a:r>
            </a:p>
          </p:txBody>
        </p:sp>
        <p:sp>
          <p:nvSpPr>
            <p:cNvPr id="92" name="TextBox 92"/>
            <p:cNvSpPr txBox="1"/>
            <p:nvPr>
              <p:custDataLst>
                <p:tags r:id="rId21"/>
              </p:custDataLst>
            </p:nvPr>
          </p:nvSpPr>
          <p:spPr>
            <a:xfrm>
              <a:off x="9545676" y="51054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事件與執行可追溯</a:t>
              </a:r>
            </a:p>
          </p:txBody>
        </p:sp>
      </p:grpSp>
      <p:grpSp>
        <p:nvGrpSpPr>
          <p:cNvPr id="100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94" name="Line 9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95" name="TextBox 95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96" name="TextBox 96"/>
            <p:cNvSpPr txBox="1"/>
            <p:nvPr>
              <p:custDataLst>
                <p:tags r:id="rId2"/>
              </p:custDataLst>
            </p:nvPr>
          </p:nvSpPr>
          <p:spPr>
            <a:xfrm>
              <a:off x="10616566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1 / 3</a:t>
              </a:r>
            </a:p>
          </p:txBody>
        </p:sp>
        <p:sp>
          <p:nvSpPr>
            <p:cNvPr id="97" name="Rectangle 9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8" name="Rectangle 9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99" name="Rectangle 9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1"/>
              </p:custDataLst>
            </p:nvPr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2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答詢圖解｜評估與誤判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63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>
              <p:custDataLst>
                <p:tags r:id="rId3"/>
              </p:custDataLst>
            </p:nvPr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Q3</a:t>
              </a:r>
            </a:p>
          </p:txBody>
        </p:sp>
        <p:sp>
          <p:nvSpPr>
            <p:cNvPr id="11" name="TextBox 11"/>
            <p:cNvSpPr txBox="1"/>
            <p:nvPr>
              <p:custDataLst>
                <p:tags r:id="rId4"/>
              </p:custDataLst>
            </p:nvPr>
          </p:nvSpPr>
          <p:spPr>
            <a:xfrm>
              <a:off x="1361694" y="1711325"/>
              <a:ext cx="553250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評估資料如何切分？案例庫是否洩漏測試答案？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1715393" y="2323505"/>
              <a:ext cx="583704" cy="572690"/>
              <a:chOff x="1715393" y="2323505"/>
              <a:chExt cx="583704" cy="57269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715393" y="2400598"/>
                <a:ext cx="418505" cy="440531"/>
              </a:xfrm>
              <a:custGeom>
                <a:avLst/>
                <a:gdLst/>
                <a:ahLst/>
                <a:cxnLst/>
                <a:rect l="l" t="t" r="r" b="b"/>
                <a:pathLst>
                  <a:path w="418505" h="440531">
                    <a:moveTo>
                      <a:pt x="0" y="0"/>
                    </a:moveTo>
                    <a:lnTo>
                      <a:pt x="0" y="341412"/>
                    </a:lnTo>
                    <a:cubicBezTo>
                      <a:pt x="0" y="440531"/>
                      <a:pt x="418505" y="440531"/>
                      <a:pt x="418505" y="341412"/>
                    </a:cubicBezTo>
                    <a:lnTo>
                      <a:pt x="418505" y="0"/>
                    </a:lnTo>
                  </a:path>
                </a:pathLst>
              </a:custGeom>
              <a:solidFill>
                <a:schemeClr val="lt1"/>
              </a:solidFill>
              <a:ln w="33040" cap="rnd">
                <a:solidFill>
                  <a:schemeClr val="accent1"/>
                </a:solidFill>
                <a:round/>
              </a:ln>
            </p:spPr>
          </p:sp>
          <p:sp>
            <p:nvSpPr>
              <p:cNvPr id="13" name="Ellipse 13"/>
              <p:cNvSpPr/>
              <p:nvPr/>
            </p:nvSpPr>
            <p:spPr>
              <a:xfrm>
                <a:off x="1715393" y="2323505"/>
                <a:ext cx="418505" cy="154186"/>
              </a:xfrm>
              <a:prstGeom prst="ellipse">
                <a:avLst/>
              </a:prstGeom>
              <a:solidFill>
                <a:schemeClr val="lt1"/>
              </a:solidFill>
              <a:ln w="33040" cap="rnd">
                <a:solidFill>
                  <a:schemeClr val="accent1"/>
                </a:solidFill>
                <a:round/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715393" y="2554784"/>
                <a:ext cx="418505" cy="99120"/>
              </a:xfrm>
              <a:custGeom>
                <a:avLst/>
                <a:gdLst/>
                <a:ahLst/>
                <a:cxnLst/>
                <a:rect l="l" t="t" r="r" b="b"/>
                <a:pathLst>
                  <a:path w="418505" h="99120">
                    <a:moveTo>
                      <a:pt x="0" y="0"/>
                    </a:moveTo>
                    <a:cubicBezTo>
                      <a:pt x="0" y="99120"/>
                      <a:pt x="418505" y="99120"/>
                      <a:pt x="418505" y="0"/>
                    </a:cubicBezTo>
                  </a:path>
                </a:pathLst>
              </a:custGeom>
              <a:noFill/>
              <a:ln w="33040" cap="rnd">
                <a:solidFill>
                  <a:schemeClr val="accent1"/>
                </a:solidFill>
                <a:round/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1990725" y="2576810"/>
                <a:ext cx="242292" cy="242292"/>
              </a:xfrm>
              <a:prstGeom prst="ellipse">
                <a:avLst/>
              </a:prstGeom>
              <a:solidFill>
                <a:schemeClr val="accent3"/>
              </a:solidFill>
              <a:ln w="33040" cap="rnd">
                <a:solidFill>
                  <a:schemeClr val="accent1"/>
                </a:solidFill>
                <a:round/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2199977" y="2786062"/>
                <a:ext cx="99120" cy="110133"/>
              </a:xfrm>
              <a:custGeom>
                <a:avLst/>
                <a:gdLst/>
                <a:ahLst/>
                <a:cxnLst/>
                <a:rect l="l" t="t" r="r" b="b"/>
                <a:pathLst>
                  <a:path w="99120" h="110133">
                    <a:moveTo>
                      <a:pt x="0" y="0"/>
                    </a:moveTo>
                    <a:lnTo>
                      <a:pt x="99120" y="110133"/>
                    </a:lnTo>
                  </a:path>
                </a:pathLst>
              </a:custGeom>
              <a:solidFill>
                <a:schemeClr val="lt1"/>
              </a:solidFill>
              <a:ln w="44053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8" name="TextBox 18"/>
            <p:cNvSpPr txBox="1"/>
            <p:nvPr>
              <p:custDataLst>
                <p:tags r:id="rId5"/>
              </p:custDataLst>
            </p:nvPr>
          </p:nvSpPr>
          <p:spPr>
            <a:xfrm>
              <a:off x="1186065" y="2889250"/>
              <a:ext cx="15553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 1,550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4595217" y="2318742"/>
              <a:ext cx="526257" cy="526256"/>
              <a:chOff x="4595217" y="2318742"/>
              <a:chExt cx="526257" cy="526256"/>
            </a:xfrm>
          </p:grpSpPr>
          <p:sp>
            <p:nvSpPr>
              <p:cNvPr id="19" name="Ellipse 19"/>
              <p:cNvSpPr/>
              <p:nvPr/>
            </p:nvSpPr>
            <p:spPr>
              <a:xfrm>
                <a:off x="4595217" y="2318742"/>
                <a:ext cx="384572" cy="384572"/>
              </a:xfrm>
              <a:prstGeom prst="ellipse">
                <a:avLst/>
              </a:prstGeom>
              <a:solidFill>
                <a:schemeClr val="lt1"/>
              </a:solidFill>
              <a:ln w="25301">
                <a:solidFill>
                  <a:schemeClr val="accent1"/>
                </a:solidFill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4929188" y="2652712"/>
                <a:ext cx="192286" cy="192286"/>
              </a:xfrm>
              <a:custGeom>
                <a:avLst/>
                <a:gdLst/>
                <a:ahLst/>
                <a:cxnLst/>
                <a:rect l="l" t="t" r="r" b="b"/>
                <a:pathLst>
                  <a:path w="192286" h="192286">
                    <a:moveTo>
                      <a:pt x="0" y="0"/>
                    </a:moveTo>
                    <a:lnTo>
                      <a:pt x="192286" y="192286"/>
                    </a:lnTo>
                  </a:path>
                </a:pathLst>
              </a:custGeom>
              <a:noFill/>
              <a:ln w="50602" cap="rnd">
                <a:solidFill>
                  <a:schemeClr val="accent1"/>
                </a:solidFill>
              </a:ln>
            </p:spPr>
          </p:sp>
        </p:grpSp>
        <p:sp>
          <p:nvSpPr>
            <p:cNvPr id="22" name="TextBox 22"/>
            <p:cNvSpPr txBox="1"/>
            <p:nvPr>
              <p:custDataLst>
                <p:tags r:id="rId6"/>
              </p:custDataLst>
            </p:nvPr>
          </p:nvSpPr>
          <p:spPr>
            <a:xfrm>
              <a:off x="4199293" y="2889250"/>
              <a:ext cx="118673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Top-5 </a:t>
              </a:r>
              <a:r>
                <a:rPr lang="zh-TW" sz="172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grpSp>
          <p:nvGrpSpPr>
            <p:cNvPr id="28" name="Group 28"/>
            <p:cNvGrpSpPr/>
            <p:nvPr/>
          </p:nvGrpSpPr>
          <p:grpSpPr>
            <a:xfrm>
              <a:off x="7540228" y="2332137"/>
              <a:ext cx="369094" cy="498276"/>
              <a:chOff x="7540228" y="2332137"/>
              <a:chExt cx="369094" cy="498276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7540228" y="2332137"/>
                <a:ext cx="369094" cy="498277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9227">
                <a:solidFill>
                  <a:schemeClr val="accent1"/>
                </a:solidFill>
              </a:ln>
            </p:spPr>
          </p:sp>
          <p:sp>
            <p:nvSpPr>
              <p:cNvPr id="24" name="Line 24"/>
              <p:cNvSpPr/>
              <p:nvPr/>
            </p:nvSpPr>
            <p:spPr>
              <a:xfrm>
                <a:off x="7623274" y="2452092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7623274" y="2553593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7623274" y="2655094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7623274" y="2756595"/>
                <a:ext cx="21222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2229" h="9525">
                    <a:moveTo>
                      <a:pt x="0" y="0"/>
                    </a:moveTo>
                    <a:lnTo>
                      <a:pt x="212229" y="0"/>
                    </a:lnTo>
                  </a:path>
                </a:pathLst>
              </a:custGeom>
              <a:noFill/>
              <a:ln w="18455" cap="rnd">
                <a:solidFill>
                  <a:srgbClr val="7294A9"/>
                </a:solidFill>
              </a:ln>
            </p:spPr>
          </p:sp>
        </p:grpSp>
        <p:sp>
          <p:nvSpPr>
            <p:cNvPr id="29" name="TextBox 29"/>
            <p:cNvSpPr txBox="1"/>
            <p:nvPr>
              <p:custDataLst>
                <p:tags r:id="rId7"/>
              </p:custDataLst>
            </p:nvPr>
          </p:nvSpPr>
          <p:spPr>
            <a:xfrm>
              <a:off x="7011860" y="2889250"/>
              <a:ext cx="13718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測試查詢 463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2667000" y="2619375"/>
              <a:ext cx="1762125" cy="9525"/>
            </a:xfrm>
            <a:custGeom>
              <a:avLst/>
              <a:gdLst/>
              <a:ahLst/>
              <a:cxnLst/>
              <a:rect l="l" t="t" r="r" b="b"/>
              <a:pathLst>
                <a:path w="1762125" h="9525">
                  <a:moveTo>
                    <a:pt x="0" y="0"/>
                  </a:moveTo>
                  <a:lnTo>
                    <a:pt x="176212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4362450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5267325" y="2619375"/>
              <a:ext cx="2009775" cy="9525"/>
            </a:xfrm>
            <a:custGeom>
              <a:avLst/>
              <a:gdLst/>
              <a:ahLst/>
              <a:cxnLst/>
              <a:rect l="l" t="t" r="r" b="b"/>
              <a:pathLst>
                <a:path w="2009775" h="9525">
                  <a:moveTo>
                    <a:pt x="2009775" y="0"/>
                  </a:moveTo>
                  <a:lnTo>
                    <a:pt x="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267325" y="25717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66675" y="0"/>
                  </a:moveTo>
                  <a:lnTo>
                    <a:pt x="0" y="47625"/>
                  </a:lnTo>
                  <a:lnTo>
                    <a:pt x="66675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4" name="TextBox 34"/>
            <p:cNvSpPr txBox="1"/>
            <p:nvPr>
              <p:custDataLst>
                <p:tags r:id="rId8"/>
              </p:custDataLst>
            </p:nvPr>
          </p:nvSpPr>
          <p:spPr>
            <a:xfrm>
              <a:off x="830580" y="3336925"/>
              <a:ext cx="39778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訓練庫只讀 · 查詢不重疊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不看真實標籤</a:t>
              </a:r>
            </a:p>
          </p:txBody>
        </p:sp>
        <p:sp>
          <p:nvSpPr>
            <p:cNvPr id="35" name="TextBox 35"/>
            <p:cNvSpPr txBox="1"/>
            <p:nvPr>
              <p:custDataLst>
                <p:tags r:id="rId9"/>
              </p:custDataLst>
            </p:nvPr>
          </p:nvSpPr>
          <p:spPr>
            <a:xfrm>
              <a:off x="10268807" y="21399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36" name="TextBox 36"/>
            <p:cNvSpPr txBox="1"/>
            <p:nvPr>
              <p:custDataLst>
                <p:tags r:id="rId10"/>
              </p:custDataLst>
            </p:nvPr>
          </p:nvSpPr>
          <p:spPr>
            <a:xfrm>
              <a:off x="96520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訓練／查詢重疊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0" name="TextBox 40"/>
            <p:cNvSpPr txBox="1"/>
            <p:nvPr>
              <p:custDataLst>
                <p:tags r:id="rId11"/>
              </p:custDataLst>
            </p:nvPr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Q4</a:t>
              </a:r>
            </a:p>
          </p:txBody>
        </p:sp>
        <p:sp>
          <p:nvSpPr>
            <p:cNvPr id="41" name="TextBox 41"/>
            <p:cNvSpPr txBox="1"/>
            <p:nvPr>
              <p:custDataLst>
                <p:tags r:id="rId12"/>
              </p:custDataLst>
            </p:nvPr>
          </p:nvSpPr>
          <p:spPr>
            <a:xfrm>
              <a:off x="1361694" y="4035425"/>
              <a:ext cx="494099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若支持錯誤判斷，如何避免直接誤封？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38200" y="4914900"/>
              <a:ext cx="14287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3" name="TextBox 43"/>
            <p:cNvSpPr txBox="1"/>
            <p:nvPr>
              <p:custDataLst>
                <p:tags r:id="rId13"/>
              </p:custDataLst>
            </p:nvPr>
          </p:nvSpPr>
          <p:spPr>
            <a:xfrm>
              <a:off x="1038130" y="501650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30 筆誤判</a:t>
              </a:r>
            </a:p>
          </p:txBody>
        </p:sp>
        <p:sp>
          <p:nvSpPr>
            <p:cNvPr id="44" name="Freeform 44"/>
            <p:cNvSpPr/>
            <p:nvPr/>
          </p:nvSpPr>
          <p:spPr>
            <a:xfrm>
              <a:off x="2266950" y="4762500"/>
              <a:ext cx="704850" cy="381000"/>
            </a:xfrm>
            <a:custGeom>
              <a:avLst/>
              <a:gdLst/>
              <a:ahLst/>
              <a:cxnLst/>
              <a:rect l="l" t="t" r="r" b="b"/>
              <a:pathLst>
                <a:path w="704850" h="381000">
                  <a:moveTo>
                    <a:pt x="0" y="381000"/>
                  </a:moveTo>
                  <a:lnTo>
                    <a:pt x="342900" y="381000"/>
                  </a:lnTo>
                  <a:lnTo>
                    <a:pt x="342900" y="0"/>
                  </a:lnTo>
                  <a:lnTo>
                    <a:pt x="704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29051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609850" y="5143500"/>
              <a:ext cx="361950" cy="209550"/>
            </a:xfrm>
            <a:custGeom>
              <a:avLst/>
              <a:gdLst/>
              <a:ahLst/>
              <a:cxnLst/>
              <a:rect l="l" t="t" r="r" b="b"/>
              <a:pathLst>
                <a:path w="361950" h="209550">
                  <a:moveTo>
                    <a:pt x="0" y="0"/>
                  </a:moveTo>
                  <a:lnTo>
                    <a:pt x="0" y="209550"/>
                  </a:lnTo>
                  <a:lnTo>
                    <a:pt x="361950" y="2095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29051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2971800" y="453390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9" name="TextBox 49"/>
            <p:cNvSpPr txBox="1"/>
            <p:nvPr>
              <p:custDataLst>
                <p:tags r:id="rId14"/>
              </p:custDataLst>
            </p:nvPr>
          </p:nvSpPr>
          <p:spPr>
            <a:xfrm>
              <a:off x="3267171" y="4635500"/>
              <a:ext cx="16428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18 複核／不確定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2971800" y="5124450"/>
              <a:ext cx="228600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51" name="TextBox 51"/>
            <p:cNvSpPr txBox="1"/>
            <p:nvPr>
              <p:custDataLst>
                <p:tags r:id="rId15"/>
              </p:custDataLst>
            </p:nvPr>
          </p:nvSpPr>
          <p:spPr>
            <a:xfrm>
              <a:off x="3600354" y="5226050"/>
              <a:ext cx="9765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12 仍支持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5257800" y="476250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5762625" y="47148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5257800" y="5353050"/>
              <a:ext cx="571500" cy="9525"/>
            </a:xfrm>
            <a:custGeom>
              <a:avLst/>
              <a:gdLst/>
              <a:ahLst/>
              <a:cxnLst/>
              <a:rect l="l" t="t" r="r" b="b"/>
              <a:pathLst>
                <a:path w="571500" h="9525">
                  <a:moveTo>
                    <a:pt x="0" y="0"/>
                  </a:moveTo>
                  <a:lnTo>
                    <a:pt x="5715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5762625" y="5305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829300" y="453390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7" name="TextBox 57"/>
            <p:cNvSpPr txBox="1"/>
            <p:nvPr>
              <p:custDataLst>
                <p:tags r:id="rId16"/>
              </p:custDataLst>
            </p:nvPr>
          </p:nvSpPr>
          <p:spPr>
            <a:xfrm>
              <a:off x="6649117" y="46355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監測／蒐證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829300" y="5124450"/>
              <a:ext cx="28194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9" name="TextBox 59"/>
            <p:cNvSpPr txBox="1"/>
            <p:nvPr>
              <p:custDataLst>
                <p:tags r:id="rId17"/>
              </p:custDataLst>
            </p:nvPr>
          </p:nvSpPr>
          <p:spPr>
            <a:xfrm>
              <a:off x="6292596" y="5238750"/>
              <a:ext cx="184200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若觸發 → 策略檢查</a:t>
              </a:r>
            </a:p>
          </p:txBody>
        </p:sp>
        <p:sp>
          <p:nvSpPr>
            <p:cNvPr id="60" name="TextBox 60"/>
            <p:cNvSpPr txBox="1"/>
            <p:nvPr>
              <p:custDataLst>
                <p:tags r:id="rId18"/>
              </p:custDataLst>
            </p:nvPr>
          </p:nvSpPr>
          <p:spPr>
            <a:xfrm>
              <a:off x="830580" y="5661025"/>
              <a:ext cx="4320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12 筆為支持統計；處置與回復另以隔離情境驗證</a:t>
              </a:r>
            </a:p>
          </p:txBody>
        </p:sp>
        <p:sp>
          <p:nvSpPr>
            <p:cNvPr id="61" name="TextBox 61"/>
            <p:cNvSpPr txBox="1"/>
            <p:nvPr>
              <p:custDataLst>
                <p:tags r:id="rId19"/>
              </p:custDataLst>
            </p:nvPr>
          </p:nvSpPr>
          <p:spPr>
            <a:xfrm>
              <a:off x="9807115" y="4464050"/>
              <a:ext cx="1155032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18 / 30</a:t>
              </a:r>
            </a:p>
          </p:txBody>
        </p:sp>
        <p:sp>
          <p:nvSpPr>
            <p:cNvPr id="62" name="TextBox 62"/>
            <p:cNvSpPr txBox="1"/>
            <p:nvPr>
              <p:custDataLst>
                <p:tags r:id="rId20"/>
              </p:custDataLst>
            </p:nvPr>
          </p:nvSpPr>
          <p:spPr>
            <a:xfrm>
              <a:off x="9758375" y="5105400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偵測誤判分流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64" name="Line 64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65" name="TextBox 65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66" name="TextBox 66"/>
            <p:cNvSpPr txBox="1"/>
            <p:nvPr>
              <p:custDataLst>
                <p:tags r:id="rId2"/>
              </p:custDataLst>
            </p:nvPr>
          </p:nvSpPr>
          <p:spPr>
            <a:xfrm>
              <a:off x="10616566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2 / 3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line"/>
          <p:cNvGrpSpPr/>
          <p:nvPr/>
        </p:nvGrpSpPr>
        <p:grpSpPr>
          <a:xfrm>
            <a:off x="593598" y="257175"/>
            <a:ext cx="4272534" cy="1085850"/>
            <a:chOff x="593598" y="257175"/>
            <a:chExt cx="4272534" cy="1085850"/>
          </a:xfrm>
        </p:grpSpPr>
        <p:sp>
          <p:nvSpPr>
            <p:cNvPr id="2" name="Rectangle 2"/>
            <p:cNvSpPr/>
            <p:nvPr/>
          </p:nvSpPr>
          <p:spPr>
            <a:xfrm>
              <a:off x="609600" y="257175"/>
              <a:ext cx="38100" cy="285750"/>
            </a:xfrm>
            <a:prstGeom prst="roundRect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" name="TextBox 3"/>
            <p:cNvSpPr txBox="1"/>
            <p:nvPr>
              <p:custDataLst>
                <p:tags r:id="rId22"/>
              </p:custDataLst>
            </p:nvPr>
          </p:nvSpPr>
          <p:spPr>
            <a:xfrm>
              <a:off x="755523" y="314325"/>
              <a:ext cx="1585264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JUDGES · Q&amp;A</a:t>
              </a:r>
            </a:p>
          </p:txBody>
        </p:sp>
        <p:sp>
          <p:nvSpPr>
            <p:cNvPr id="4" name="TextBox 4"/>
            <p:cNvSpPr txBox="1"/>
            <p:nvPr>
              <p:custDataLst>
                <p:tags r:id="rId23"/>
              </p:custDataLst>
            </p:nvPr>
          </p:nvSpPr>
          <p:spPr>
            <a:xfrm>
              <a:off x="593598" y="723900"/>
              <a:ext cx="4272534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答詢圖解｜效果與部署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609600" y="1314450"/>
              <a:ext cx="762000" cy="2857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104" name="page-content"/>
          <p:cNvGrpSpPr/>
          <p:nvPr/>
        </p:nvGrpSpPr>
        <p:grpSpPr>
          <a:xfrm>
            <a:off x="609600" y="1571625"/>
            <a:ext cx="10972800" cy="4419600"/>
            <a:chOff x="609600" y="1571625"/>
            <a:chExt cx="10972800" cy="4419600"/>
          </a:xfrm>
        </p:grpSpPr>
        <p:sp>
          <p:nvSpPr>
            <p:cNvPr id="7" name="Rectangle 7"/>
            <p:cNvSpPr/>
            <p:nvPr/>
          </p:nvSpPr>
          <p:spPr>
            <a:xfrm>
              <a:off x="609600" y="15716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277350" y="15716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609600" y="1571625"/>
              <a:ext cx="38100" cy="2095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TextBox 10"/>
            <p:cNvSpPr txBox="1"/>
            <p:nvPr>
              <p:custDataLst>
                <p:tags r:id="rId3"/>
              </p:custDataLst>
            </p:nvPr>
          </p:nvSpPr>
          <p:spPr>
            <a:xfrm>
              <a:off x="829056" y="17367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Q5</a:t>
              </a:r>
            </a:p>
          </p:txBody>
        </p:sp>
        <p:sp>
          <p:nvSpPr>
            <p:cNvPr id="11" name="TextBox 11"/>
            <p:cNvSpPr txBox="1"/>
            <p:nvPr>
              <p:custDataLst>
                <p:tags r:id="rId4"/>
              </p:custDataLst>
            </p:nvPr>
          </p:nvSpPr>
          <p:spPr>
            <a:xfrm>
              <a:off x="1361694" y="1711325"/>
              <a:ext cx="490622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6/6 是否代表各種真實攻擊都能完全防住？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38200" y="2238375"/>
              <a:ext cx="3143250" cy="1038225"/>
            </a:xfrm>
            <a:prstGeom prst="roundRect">
              <a:avLst>
                <a:gd name="adj" fmla="val 5505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>
              <p:custDataLst>
                <p:tags r:id="rId5"/>
              </p:custDataLst>
            </p:nvPr>
          </p:nvSpPr>
          <p:spPr>
            <a:xfrm>
              <a:off x="1487362" y="2282825"/>
              <a:ext cx="17925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測試床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1234678" y="2632472"/>
              <a:ext cx="273844" cy="297656"/>
              <a:chOff x="1234678" y="2632472"/>
              <a:chExt cx="273844" cy="297656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123467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5" name="Ellipse 15"/>
              <p:cNvSpPr/>
              <p:nvPr/>
            </p:nvSpPr>
            <p:spPr>
              <a:xfrm>
                <a:off x="144899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127039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123467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18" name="Ellipse 18"/>
              <p:cNvSpPr/>
              <p:nvPr/>
            </p:nvSpPr>
            <p:spPr>
              <a:xfrm>
                <a:off x="144899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127039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123467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21" name="Ellipse 21"/>
              <p:cNvSpPr/>
              <p:nvPr/>
            </p:nvSpPr>
            <p:spPr>
              <a:xfrm>
                <a:off x="144899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22" name="Line 22"/>
              <p:cNvSpPr/>
              <p:nvPr/>
            </p:nvSpPr>
            <p:spPr>
              <a:xfrm>
                <a:off x="127039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2249091" y="2638425"/>
              <a:ext cx="321469" cy="285750"/>
              <a:chOff x="2249091" y="2638425"/>
              <a:chExt cx="321469" cy="285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2249091" y="2638425"/>
                <a:ext cx="321469" cy="285750"/>
              </a:xfrm>
              <a:prstGeom prst="roundRect">
                <a:avLst>
                  <a:gd name="adj" fmla="val 8333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25" name="Line 25"/>
              <p:cNvSpPr/>
              <p:nvPr/>
            </p:nvSpPr>
            <p:spPr>
              <a:xfrm>
                <a:off x="2249091" y="273367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2249091" y="2828925"/>
                <a:ext cx="32146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21469" h="9525">
                    <a:moveTo>
                      <a:pt x="0" y="0"/>
                    </a:moveTo>
                    <a:lnTo>
                      <a:pt x="321469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2356247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2475309" y="26384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2308622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2439591" y="273367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2356247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2475309" y="2828925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grpSp>
          <p:nvGrpSpPr>
            <p:cNvPr id="43" name="Group 43"/>
            <p:cNvGrpSpPr/>
            <p:nvPr/>
          </p:nvGrpSpPr>
          <p:grpSpPr>
            <a:xfrm>
              <a:off x="3311128" y="2632472"/>
              <a:ext cx="273844" cy="297656"/>
              <a:chOff x="3311128" y="2632472"/>
              <a:chExt cx="273844" cy="297656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3311128" y="2632472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5" name="Ellipse 35"/>
              <p:cNvSpPr/>
              <p:nvPr/>
            </p:nvSpPr>
            <p:spPr>
              <a:xfrm>
                <a:off x="3525441" y="2662238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6" name="Line 36"/>
              <p:cNvSpPr/>
              <p:nvPr/>
            </p:nvSpPr>
            <p:spPr>
              <a:xfrm>
                <a:off x="3346847" y="2674144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3311128" y="2739628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38" name="Ellipse 38"/>
              <p:cNvSpPr/>
              <p:nvPr/>
            </p:nvSpPr>
            <p:spPr>
              <a:xfrm>
                <a:off x="3525441" y="2769394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3346847" y="2781300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3311128" y="2846784"/>
                <a:ext cx="273844" cy="83344"/>
              </a:xfrm>
              <a:prstGeom prst="roundRect">
                <a:avLst>
                  <a:gd name="adj" fmla="val 21429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3525441" y="2876550"/>
                <a:ext cx="23812" cy="23812"/>
              </a:xfrm>
              <a:prstGeom prst="ellipse">
                <a:avLst/>
              </a:prstGeom>
              <a:solidFill>
                <a:schemeClr val="accent1"/>
              </a:solidFill>
              <a:ln w="14883">
                <a:solidFill>
                  <a:schemeClr val="accent1"/>
                </a:solidFill>
              </a:ln>
            </p:spPr>
          </p:sp>
          <p:sp>
            <p:nvSpPr>
              <p:cNvPr id="42" name="Line 42"/>
              <p:cNvSpPr/>
              <p:nvPr/>
            </p:nvSpPr>
            <p:spPr>
              <a:xfrm>
                <a:off x="3346847" y="2888456"/>
                <a:ext cx="1190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9525">
                    <a:moveTo>
                      <a:pt x="0" y="0"/>
                    </a:moveTo>
                    <a:lnTo>
                      <a:pt x="11906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sp>
          <p:nvSpPr>
            <p:cNvPr id="44" name="Freeform 44"/>
            <p:cNvSpPr/>
            <p:nvPr/>
          </p:nvSpPr>
          <p:spPr>
            <a:xfrm>
              <a:off x="1581150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2152650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2619375" y="2790825"/>
              <a:ext cx="638175" cy="9525"/>
            </a:xfrm>
            <a:custGeom>
              <a:avLst/>
              <a:gdLst/>
              <a:ahLst/>
              <a:cxnLst/>
              <a:rect l="l" t="t" r="r" b="b"/>
              <a:pathLst>
                <a:path w="638175" h="9525">
                  <a:moveTo>
                    <a:pt x="0" y="0"/>
                  </a:moveTo>
                  <a:lnTo>
                    <a:pt x="638175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3190875" y="27432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TextBox 48"/>
            <p:cNvSpPr txBox="1"/>
            <p:nvPr>
              <p:custDataLst>
                <p:tags r:id="rId6"/>
              </p:custDataLst>
            </p:nvPr>
          </p:nvSpPr>
          <p:spPr>
            <a:xfrm>
              <a:off x="1713548" y="3013075"/>
              <a:ext cx="13449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 規則＋2 監測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3981450" y="2486025"/>
              <a:ext cx="590550" cy="285750"/>
            </a:xfrm>
            <a:custGeom>
              <a:avLst/>
              <a:gdLst/>
              <a:ahLst/>
              <a:cxnLst/>
              <a:rect l="l" t="t" r="r" b="b"/>
              <a:pathLst>
                <a:path w="590550" h="285750">
                  <a:moveTo>
                    <a:pt x="0" y="285750"/>
                  </a:moveTo>
                  <a:lnTo>
                    <a:pt x="304800" y="285750"/>
                  </a:lnTo>
                  <a:lnTo>
                    <a:pt x="304800" y="0"/>
                  </a:lnTo>
                  <a:lnTo>
                    <a:pt x="5905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4505325" y="24384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4286250" y="2771775"/>
              <a:ext cx="285750" cy="247650"/>
            </a:xfrm>
            <a:custGeom>
              <a:avLst/>
              <a:gdLst/>
              <a:ahLst/>
              <a:cxnLst/>
              <a:rect l="l" t="t" r="r" b="b"/>
              <a:pathLst>
                <a:path w="285750" h="247650">
                  <a:moveTo>
                    <a:pt x="0" y="0"/>
                  </a:moveTo>
                  <a:lnTo>
                    <a:pt x="0" y="247650"/>
                  </a:lnTo>
                  <a:lnTo>
                    <a:pt x="285750" y="2476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4505325" y="2971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4572000" y="22574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4" name="TextBox 54"/>
            <p:cNvSpPr txBox="1"/>
            <p:nvPr>
              <p:custDataLst>
                <p:tags r:id="rId7"/>
              </p:custDataLst>
            </p:nvPr>
          </p:nvSpPr>
          <p:spPr>
            <a:xfrm>
              <a:off x="5671447" y="2359025"/>
              <a:ext cx="182541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背景服務保留 6 / 6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572000" y="2790825"/>
              <a:ext cx="4076700" cy="457200"/>
            </a:xfrm>
            <a:prstGeom prst="roundRect">
              <a:avLst>
                <a:gd name="adj" fmla="val 12500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56" name="TextBox 56"/>
            <p:cNvSpPr txBox="1"/>
            <p:nvPr>
              <p:custDataLst>
                <p:tags r:id="rId8"/>
              </p:custDataLst>
            </p:nvPr>
          </p:nvSpPr>
          <p:spPr>
            <a:xfrm>
              <a:off x="5782508" y="2892425"/>
              <a:ext cx="160329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回復完整性 6 / 6</a:t>
              </a:r>
            </a:p>
          </p:txBody>
        </p:sp>
        <p:sp>
          <p:nvSpPr>
            <p:cNvPr id="57" name="TextBox 57"/>
            <p:cNvSpPr txBox="1"/>
            <p:nvPr>
              <p:custDataLst>
                <p:tags r:id="rId9"/>
              </p:custDataLst>
            </p:nvPr>
          </p:nvSpPr>
          <p:spPr>
            <a:xfrm>
              <a:off x="830580" y="3336925"/>
              <a:ext cx="43798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6/6 驗證服務保留與回復；不等同真實攻擊防禦率</a:t>
              </a:r>
            </a:p>
          </p:txBody>
        </p:sp>
        <p:sp>
          <p:nvSpPr>
            <p:cNvPr id="58" name="TextBox 58"/>
            <p:cNvSpPr txBox="1"/>
            <p:nvPr>
              <p:custDataLst>
                <p:tags r:id="rId10"/>
              </p:custDataLst>
            </p:nvPr>
          </p:nvSpPr>
          <p:spPr>
            <a:xfrm>
              <a:off x="10009808" y="2139950"/>
              <a:ext cx="749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6 / 6</a:t>
              </a:r>
            </a:p>
          </p:txBody>
        </p:sp>
        <p:sp>
          <p:nvSpPr>
            <p:cNvPr id="59" name="TextBox 59"/>
            <p:cNvSpPr txBox="1"/>
            <p:nvPr>
              <p:custDataLst>
                <p:tags r:id="rId11"/>
              </p:custDataLst>
            </p:nvPr>
          </p:nvSpPr>
          <p:spPr>
            <a:xfrm>
              <a:off x="9652025" y="2781300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背景保留與回復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09600" y="3895725"/>
              <a:ext cx="10972800" cy="209550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9277350" y="3895725"/>
              <a:ext cx="2305050" cy="2095500"/>
            </a:xfrm>
            <a:prstGeom prst="roundRect">
              <a:avLst>
                <a:gd name="adj" fmla="val 363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09600" y="3895725"/>
              <a:ext cx="38100" cy="2095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3" name="TextBox 63"/>
            <p:cNvSpPr txBox="1"/>
            <p:nvPr>
              <p:custDataLst>
                <p:tags r:id="rId12"/>
              </p:custDataLst>
            </p:nvPr>
          </p:nvSpPr>
          <p:spPr>
            <a:xfrm>
              <a:off x="829056" y="4060825"/>
              <a:ext cx="41555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Q6</a:t>
              </a:r>
            </a:p>
          </p:txBody>
        </p:sp>
        <p:sp>
          <p:nvSpPr>
            <p:cNvPr id="64" name="TextBox 64"/>
            <p:cNvSpPr txBox="1"/>
            <p:nvPr>
              <p:custDataLst>
                <p:tags r:id="rId13"/>
              </p:custDataLst>
            </p:nvPr>
          </p:nvSpPr>
          <p:spPr>
            <a:xfrm>
              <a:off x="1361694" y="4035425"/>
              <a:ext cx="4744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如何部署、保護資料，並接到既有環境？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38200" y="4600575"/>
              <a:ext cx="7810500" cy="981075"/>
            </a:xfrm>
            <a:prstGeom prst="roundRect">
              <a:avLst>
                <a:gd name="adj" fmla="val 6796"/>
              </a:avLst>
            </a:prstGeom>
            <a:solidFill>
              <a:srgbClr val="EAF0F4"/>
            </a:solidFill>
            <a:ln>
              <a:noFill/>
            </a:ln>
          </p:spPr>
        </p:sp>
        <p:sp>
          <p:nvSpPr>
            <p:cNvPr id="66" name="TextBox 66"/>
            <p:cNvSpPr txBox="1"/>
            <p:nvPr>
              <p:custDataLst>
                <p:tags r:id="rId14"/>
              </p:custDataLst>
            </p:nvPr>
          </p:nvSpPr>
          <p:spPr>
            <a:xfrm>
              <a:off x="1039368" y="4635500"/>
              <a:ext cx="33389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本機工作站</a:t>
              </a:r>
              <a:r>
                <a:rPr lang="en-US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· GPU </a:t>
              </a:r>
              <a:r>
                <a:rPr lang="zh-TW" sz="16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模型與案例庫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9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1090612" y="5049441"/>
              <a:ext cx="238126" cy="321468"/>
              <a:chOff x="1090612" y="5049441"/>
              <a:chExt cx="238126" cy="321468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1090612" y="5049441"/>
                <a:ext cx="238125" cy="321469"/>
              </a:xfrm>
              <a:prstGeom prst="roundRect">
                <a:avLst>
                  <a:gd name="adj" fmla="val 10000"/>
                </a:avLst>
              </a:prstGeom>
              <a:solidFill>
                <a:schemeClr val="lt1"/>
              </a:solidFill>
              <a:ln w="5953">
                <a:solidFill>
                  <a:schemeClr val="accent1"/>
                </a:solidFill>
              </a:ln>
            </p:spPr>
          </p:sp>
          <p:sp>
            <p:nvSpPr>
              <p:cNvPr id="69" name="Line 69"/>
              <p:cNvSpPr/>
              <p:nvPr/>
            </p:nvSpPr>
            <p:spPr>
              <a:xfrm>
                <a:off x="1144191" y="5126831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70" name="Line 70"/>
              <p:cNvSpPr/>
              <p:nvPr/>
            </p:nvSpPr>
            <p:spPr>
              <a:xfrm>
                <a:off x="1144191" y="5192316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71" name="Line 71"/>
              <p:cNvSpPr/>
              <p:nvPr/>
            </p:nvSpPr>
            <p:spPr>
              <a:xfrm>
                <a:off x="1144191" y="5257800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  <p:sp>
            <p:nvSpPr>
              <p:cNvPr id="72" name="Line 72"/>
              <p:cNvSpPr/>
              <p:nvPr/>
            </p:nvSpPr>
            <p:spPr>
              <a:xfrm>
                <a:off x="1144191" y="5323284"/>
                <a:ext cx="1369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">
                    <a:moveTo>
                      <a:pt x="0" y="0"/>
                    </a:moveTo>
                    <a:lnTo>
                      <a:pt x="136922" y="0"/>
                    </a:lnTo>
                  </a:path>
                </a:pathLst>
              </a:custGeom>
              <a:noFill/>
              <a:ln w="11906" cap="rnd">
                <a:solidFill>
                  <a:srgbClr val="7294A9"/>
                </a:solidFill>
              </a:ln>
            </p:spPr>
          </p:sp>
        </p:grpSp>
        <p:sp>
          <p:nvSpPr>
            <p:cNvPr id="74" name="TextBox 74"/>
            <p:cNvSpPr txBox="1"/>
            <p:nvPr>
              <p:custDataLst>
                <p:tags r:id="rId15"/>
              </p:custDataLst>
            </p:nvPr>
          </p:nvSpPr>
          <p:spPr>
            <a:xfrm>
              <a:off x="1584007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欄位遮罩</a:t>
              </a:r>
            </a:p>
          </p:txBody>
        </p:sp>
        <p:sp>
          <p:nvSpPr>
            <p:cNvPr id="75" name="Freeform 75"/>
            <p:cNvSpPr/>
            <p:nvPr/>
          </p:nvSpPr>
          <p:spPr>
            <a:xfrm>
              <a:off x="260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6" name="Freeform 76"/>
            <p:cNvSpPr/>
            <p:nvPr/>
          </p:nvSpPr>
          <p:spPr>
            <a:xfrm>
              <a:off x="282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289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81" name="Group 81"/>
            <p:cNvGrpSpPr/>
            <p:nvPr/>
          </p:nvGrpSpPr>
          <p:grpSpPr>
            <a:xfrm>
              <a:off x="2947988" y="5043488"/>
              <a:ext cx="333375" cy="333375"/>
              <a:chOff x="2947988" y="5043488"/>
              <a:chExt cx="333375" cy="333375"/>
            </a:xfrm>
          </p:grpSpPr>
          <p:sp>
            <p:nvSpPr>
              <p:cNvPr id="78" name="Rectangle 78"/>
              <p:cNvSpPr/>
              <p:nvPr/>
            </p:nvSpPr>
            <p:spPr>
              <a:xfrm>
                <a:off x="2995612" y="5091112"/>
                <a:ext cx="238125" cy="238125"/>
              </a:xfrm>
              <a:prstGeom prst="roundRect">
                <a:avLst>
                  <a:gd name="adj" fmla="val 12500"/>
                </a:avLst>
              </a:pr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79" name="Rectangle 79"/>
              <p:cNvSpPr/>
              <p:nvPr/>
            </p:nvSpPr>
            <p:spPr>
              <a:xfrm>
                <a:off x="3061097" y="5156597"/>
                <a:ext cx="107156" cy="107156"/>
              </a:xfrm>
              <a:prstGeom prst="roundRect">
                <a:avLst>
                  <a:gd name="adj" fmla="val 16667"/>
                </a:avLst>
              </a:prstGeom>
              <a:solidFill>
                <a:schemeClr val="accent3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0" name="Freeform 80"/>
              <p:cNvSpPr/>
              <p:nvPr/>
            </p:nvSpPr>
            <p:spPr>
              <a:xfrm>
                <a:off x="2947988" y="5043488"/>
                <a:ext cx="333375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333375">
                    <a:moveTo>
                      <a:pt x="101203" y="0"/>
                    </a:moveTo>
                    <a:lnTo>
                      <a:pt x="101203" y="47625"/>
                    </a:lnTo>
                    <a:moveTo>
                      <a:pt x="166688" y="0"/>
                    </a:moveTo>
                    <a:lnTo>
                      <a:pt x="166688" y="47625"/>
                    </a:lnTo>
                    <a:moveTo>
                      <a:pt x="232172" y="0"/>
                    </a:moveTo>
                    <a:lnTo>
                      <a:pt x="232172" y="47625"/>
                    </a:lnTo>
                    <a:moveTo>
                      <a:pt x="101203" y="285750"/>
                    </a:moveTo>
                    <a:lnTo>
                      <a:pt x="101203" y="333375"/>
                    </a:lnTo>
                    <a:moveTo>
                      <a:pt x="166688" y="285750"/>
                    </a:moveTo>
                    <a:lnTo>
                      <a:pt x="166688" y="333375"/>
                    </a:lnTo>
                    <a:moveTo>
                      <a:pt x="232172" y="285750"/>
                    </a:moveTo>
                    <a:lnTo>
                      <a:pt x="232172" y="333375"/>
                    </a:lnTo>
                    <a:moveTo>
                      <a:pt x="0" y="101203"/>
                    </a:moveTo>
                    <a:lnTo>
                      <a:pt x="47625" y="101203"/>
                    </a:lnTo>
                    <a:moveTo>
                      <a:pt x="0" y="166688"/>
                    </a:moveTo>
                    <a:lnTo>
                      <a:pt x="47625" y="166688"/>
                    </a:lnTo>
                    <a:moveTo>
                      <a:pt x="0" y="232172"/>
                    </a:moveTo>
                    <a:lnTo>
                      <a:pt x="47625" y="232172"/>
                    </a:lnTo>
                    <a:moveTo>
                      <a:pt x="285750" y="101203"/>
                    </a:moveTo>
                    <a:lnTo>
                      <a:pt x="333375" y="101203"/>
                    </a:lnTo>
                    <a:moveTo>
                      <a:pt x="285750" y="166688"/>
                    </a:moveTo>
                    <a:lnTo>
                      <a:pt x="333375" y="166688"/>
                    </a:lnTo>
                    <a:moveTo>
                      <a:pt x="285750" y="232172"/>
                    </a:moveTo>
                    <a:lnTo>
                      <a:pt x="333375" y="232172"/>
                    </a:ln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82" name="TextBox 82"/>
            <p:cNvSpPr txBox="1"/>
            <p:nvPr>
              <p:custDataLst>
                <p:tags r:id="rId16"/>
              </p:custDataLst>
            </p:nvPr>
          </p:nvSpPr>
          <p:spPr>
            <a:xfrm>
              <a:off x="3456622" y="5099050"/>
              <a:ext cx="8877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17 類推論</a:t>
              </a:r>
            </a:p>
          </p:txBody>
        </p:sp>
        <p:sp>
          <p:nvSpPr>
            <p:cNvPr id="83" name="Freeform 83"/>
            <p:cNvSpPr/>
            <p:nvPr/>
          </p:nvSpPr>
          <p:spPr>
            <a:xfrm>
              <a:off x="4514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4" name="Freeform 84"/>
            <p:cNvSpPr/>
            <p:nvPr/>
          </p:nvSpPr>
          <p:spPr>
            <a:xfrm>
              <a:off x="4733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85" name="Rectangle 85"/>
            <p:cNvSpPr/>
            <p:nvPr/>
          </p:nvSpPr>
          <p:spPr>
            <a:xfrm>
              <a:off x="4800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1" name="Group 91"/>
            <p:cNvGrpSpPr/>
            <p:nvPr/>
          </p:nvGrpSpPr>
          <p:grpSpPr>
            <a:xfrm>
              <a:off x="4870847" y="5055394"/>
              <a:ext cx="315515" cy="309562"/>
              <a:chOff x="4870847" y="5055394"/>
              <a:chExt cx="315515" cy="309562"/>
            </a:xfrm>
          </p:grpSpPr>
          <p:sp>
            <p:nvSpPr>
              <p:cNvPr id="86" name="Freeform 86"/>
              <p:cNvSpPr/>
              <p:nvPr/>
            </p:nvSpPr>
            <p:spPr>
              <a:xfrm>
                <a:off x="4870847" y="5097066"/>
                <a:ext cx="226219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238125">
                    <a:moveTo>
                      <a:pt x="0" y="0"/>
                    </a:moveTo>
                    <a:lnTo>
                      <a:pt x="0" y="184547"/>
                    </a:lnTo>
                    <a:cubicBezTo>
                      <a:pt x="0" y="238125"/>
                      <a:pt x="226219" y="238125"/>
                      <a:pt x="226219" y="184547"/>
                    </a:cubicBezTo>
                    <a:lnTo>
                      <a:pt x="226219" y="0"/>
                    </a:lnTo>
                  </a:path>
                </a:pathLst>
              </a:cu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7" name="Ellipse 87"/>
              <p:cNvSpPr/>
              <p:nvPr/>
            </p:nvSpPr>
            <p:spPr>
              <a:xfrm>
                <a:off x="4870847" y="5055394"/>
                <a:ext cx="226219" cy="83344"/>
              </a:xfrm>
              <a:prstGeom prst="ellipse">
                <a:avLst/>
              </a:pr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4870847" y="5180409"/>
                <a:ext cx="226219" cy="53578"/>
              </a:xfrm>
              <a:custGeom>
                <a:avLst/>
                <a:gdLst/>
                <a:ahLst/>
                <a:cxnLst/>
                <a:rect l="l" t="t" r="r" b="b"/>
                <a:pathLst>
                  <a:path w="226219" h="53578">
                    <a:moveTo>
                      <a:pt x="0" y="0"/>
                    </a:moveTo>
                    <a:cubicBezTo>
                      <a:pt x="0" y="53578"/>
                      <a:pt x="226219" y="53578"/>
                      <a:pt x="226219" y="0"/>
                    </a:cubicBez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89" name="Ellipse 89"/>
              <p:cNvSpPr/>
              <p:nvPr/>
            </p:nvSpPr>
            <p:spPr>
              <a:xfrm>
                <a:off x="5019675" y="5192316"/>
                <a:ext cx="130969" cy="130969"/>
              </a:xfrm>
              <a:prstGeom prst="ellipse">
                <a:avLst/>
              </a:prstGeom>
              <a:solidFill>
                <a:schemeClr val="accent3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5132784" y="5305425"/>
                <a:ext cx="5357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3578" h="59531">
                    <a:moveTo>
                      <a:pt x="0" y="0"/>
                    </a:moveTo>
                    <a:lnTo>
                      <a:pt x="53578" y="59531"/>
                    </a:lnTo>
                  </a:path>
                </a:pathLst>
              </a:custGeom>
              <a:solidFill>
                <a:schemeClr val="lt1"/>
              </a:solidFill>
              <a:ln w="23812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92" name="TextBox 92"/>
            <p:cNvSpPr txBox="1"/>
            <p:nvPr>
              <p:custDataLst>
                <p:tags r:id="rId17"/>
              </p:custDataLst>
            </p:nvPr>
          </p:nvSpPr>
          <p:spPr>
            <a:xfrm>
              <a:off x="5358281" y="5099050"/>
              <a:ext cx="8944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檢索＋</a:t>
              </a:r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</a:p>
          </p:txBody>
        </p:sp>
        <p:sp>
          <p:nvSpPr>
            <p:cNvPr id="93" name="Freeform 93"/>
            <p:cNvSpPr/>
            <p:nvPr/>
          </p:nvSpPr>
          <p:spPr>
            <a:xfrm>
              <a:off x="6419850" y="52101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94" name="Freeform 94"/>
            <p:cNvSpPr/>
            <p:nvPr/>
          </p:nvSpPr>
          <p:spPr>
            <a:xfrm>
              <a:off x="6638925" y="51625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95" name="Rectangle 95"/>
            <p:cNvSpPr/>
            <p:nvPr/>
          </p:nvSpPr>
          <p:spPr>
            <a:xfrm>
              <a:off x="6705600" y="4981575"/>
              <a:ext cx="1619250" cy="457200"/>
            </a:xfrm>
            <a:prstGeom prst="roundRect">
              <a:avLst>
                <a:gd name="adj" fmla="val 12500"/>
              </a:avLst>
            </a:prstGeom>
            <a:solidFill>
              <a:schemeClr val="lt1"/>
            </a:solidFill>
            <a:ln>
              <a:noFill/>
            </a:ln>
          </p:spPr>
        </p:sp>
        <p:grpSp>
          <p:nvGrpSpPr>
            <p:cNvPr id="99" name="Group 99"/>
            <p:cNvGrpSpPr/>
            <p:nvPr/>
          </p:nvGrpSpPr>
          <p:grpSpPr>
            <a:xfrm>
              <a:off x="6799659" y="5049441"/>
              <a:ext cx="279798" cy="327421"/>
              <a:chOff x="6799659" y="5049441"/>
              <a:chExt cx="279798" cy="327421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6799659" y="5049441"/>
                <a:ext cx="250031" cy="321469"/>
              </a:xfrm>
              <a:custGeom>
                <a:avLst/>
                <a:gdLst/>
                <a:ahLst/>
                <a:cxnLst/>
                <a:rect l="l" t="t" r="r" b="b"/>
                <a:pathLst>
                  <a:path w="250031" h="321469">
                    <a:moveTo>
                      <a:pt x="125016" y="0"/>
                    </a:moveTo>
                    <a:lnTo>
                      <a:pt x="250031" y="53578"/>
                    </a:lnTo>
                    <a:lnTo>
                      <a:pt x="250031" y="148828"/>
                    </a:lnTo>
                    <a:cubicBezTo>
                      <a:pt x="250031" y="226219"/>
                      <a:pt x="190500" y="279797"/>
                      <a:pt x="125016" y="321469"/>
                    </a:cubicBezTo>
                    <a:cubicBezTo>
                      <a:pt x="59531" y="279797"/>
                      <a:pt x="0" y="226219"/>
                      <a:pt x="0" y="148828"/>
                    </a:cubicBezTo>
                    <a:lnTo>
                      <a:pt x="0" y="53578"/>
                    </a:lnTo>
                    <a:close/>
                  </a:path>
                </a:pathLst>
              </a:custGeom>
              <a:solidFill>
                <a:schemeClr val="lt1"/>
              </a:solidFill>
              <a:ln w="17859" cap="rnd">
                <a:solidFill>
                  <a:schemeClr val="accent1"/>
                </a:solidFill>
                <a:round/>
              </a:ln>
            </p:spPr>
          </p:sp>
          <p:sp>
            <p:nvSpPr>
              <p:cNvPr id="97" name="Freeform 97"/>
              <p:cNvSpPr/>
              <p:nvPr/>
            </p:nvSpPr>
            <p:spPr>
              <a:xfrm>
                <a:off x="6859191" y="5150644"/>
                <a:ext cx="136922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36922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36922" y="0"/>
                    </a:lnTo>
                  </a:path>
                </a:pathLst>
              </a:custGeom>
              <a:noFill/>
              <a:ln w="23812" cap="rnd">
                <a:solidFill>
                  <a:schemeClr val="accent1"/>
                </a:solidFill>
                <a:round/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7002066" y="5275659"/>
                <a:ext cx="77391" cy="101203"/>
              </a:xfrm>
              <a:custGeom>
                <a:avLst/>
                <a:gdLst/>
                <a:ahLst/>
                <a:cxnLst/>
                <a:rect l="l" t="t" r="r" b="b"/>
                <a:pathLst>
                  <a:path w="77391" h="101203">
                    <a:moveTo>
                      <a:pt x="17859" y="0"/>
                    </a:moveTo>
                    <a:lnTo>
                      <a:pt x="77391" y="0"/>
                    </a:lnTo>
                    <a:lnTo>
                      <a:pt x="77391" y="71438"/>
                    </a:lnTo>
                    <a:lnTo>
                      <a:pt x="0" y="71438"/>
                    </a:lnTo>
                    <a:moveTo>
                      <a:pt x="29766" y="41672"/>
                    </a:moveTo>
                    <a:lnTo>
                      <a:pt x="0" y="71438"/>
                    </a:lnTo>
                    <a:lnTo>
                      <a:pt x="29766" y="101203"/>
                    </a:lnTo>
                  </a:path>
                </a:pathLst>
              </a:custGeom>
              <a:noFill/>
              <a:ln w="17859" cap="rnd">
                <a:solidFill>
                  <a:schemeClr val="accent1"/>
                </a:solidFill>
                <a:round/>
              </a:ln>
            </p:spPr>
          </p:sp>
        </p:grpSp>
        <p:sp>
          <p:nvSpPr>
            <p:cNvPr id="100" name="TextBox 100"/>
            <p:cNvSpPr txBox="1"/>
            <p:nvPr>
              <p:custDataLst>
                <p:tags r:id="rId18"/>
              </p:custDataLst>
            </p:nvPr>
          </p:nvSpPr>
          <p:spPr>
            <a:xfrm>
              <a:off x="7299007" y="50990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策略回條</a:t>
              </a:r>
            </a:p>
          </p:txBody>
        </p:sp>
        <p:sp>
          <p:nvSpPr>
            <p:cNvPr id="101" name="TextBox 101"/>
            <p:cNvSpPr txBox="1"/>
            <p:nvPr>
              <p:custDataLst>
                <p:tags r:id="rId19"/>
              </p:custDataLst>
            </p:nvPr>
          </p:nvSpPr>
          <p:spPr>
            <a:xfrm>
              <a:off x="830580" y="5661025"/>
              <a:ext cx="445676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 AI </a:t>
              </a:r>
              <a:r>
                <a:rPr lang="zh-TW" sz="15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稽核；私有權重、輸入及逐筆回覆不公開</a:t>
              </a:r>
            </a:p>
          </p:txBody>
        </p:sp>
        <p:sp>
          <p:nvSpPr>
            <p:cNvPr id="102" name="TextBox 102"/>
            <p:cNvSpPr txBox="1"/>
            <p:nvPr>
              <p:custDataLst>
                <p:tags r:id="rId20"/>
              </p:custDataLst>
            </p:nvPr>
          </p:nvSpPr>
          <p:spPr>
            <a:xfrm>
              <a:off x="10268807" y="4464050"/>
              <a:ext cx="23164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8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</a:t>
              </a:r>
            </a:p>
          </p:txBody>
        </p:sp>
        <p:sp>
          <p:nvSpPr>
            <p:cNvPr id="103" name="TextBox 103"/>
            <p:cNvSpPr txBox="1"/>
            <p:nvPr>
              <p:custDataLst>
                <p:tags r:id="rId21"/>
              </p:custDataLst>
            </p:nvPr>
          </p:nvSpPr>
          <p:spPr>
            <a:xfrm>
              <a:off x="9682978" y="5105400"/>
              <a:ext cx="144299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外部</a:t>
              </a:r>
              <a:r>
                <a:rPr lang="en-US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 API </a:t>
              </a:r>
              <a:r>
                <a:rPr lang="zh-TW" sz="158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呼叫</a:t>
              </a:r>
            </a:p>
          </p:txBody>
        </p:sp>
      </p:grpSp>
      <p:grpSp>
        <p:nvGrpSpPr>
          <p:cNvPr id="111" name="footer"/>
          <p:cNvGrpSpPr/>
          <p:nvPr/>
        </p:nvGrpSpPr>
        <p:grpSpPr>
          <a:xfrm>
            <a:off x="603885" y="6353175"/>
            <a:ext cx="10978515" cy="318453"/>
            <a:chOff x="603885" y="6353175"/>
            <a:chExt cx="10978515" cy="318453"/>
          </a:xfrm>
        </p:grpSpPr>
        <p:sp>
          <p:nvSpPr>
            <p:cNvPr id="105" name="Line 105"/>
            <p:cNvSpPr/>
            <p:nvPr/>
          </p:nvSpPr>
          <p:spPr>
            <a:xfrm>
              <a:off x="609600" y="6353175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rgbClr val="D6DDE0"/>
              </a:solidFill>
            </a:ln>
          </p:spPr>
        </p:sp>
        <p:sp>
          <p:nvSpPr>
            <p:cNvPr id="106" name="TextBox 106"/>
            <p:cNvSpPr txBox="1"/>
            <p:nvPr>
              <p:custDataLst>
                <p:tags r:id="rId1"/>
              </p:custDataLst>
            </p:nvPr>
          </p:nvSpPr>
          <p:spPr>
            <a:xfrm>
              <a:off x="603885" y="6451600"/>
              <a:ext cx="17535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AI </a:t>
              </a:r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資安框架 · 資安技術組</a:t>
              </a:r>
            </a:p>
          </p:txBody>
        </p:sp>
        <p:sp>
          <p:nvSpPr>
            <p:cNvPr id="107" name="TextBox 107"/>
            <p:cNvSpPr txBox="1"/>
            <p:nvPr>
              <p:custDataLst>
                <p:tags r:id="rId2"/>
              </p:custDataLst>
            </p:nvPr>
          </p:nvSpPr>
          <p:spPr>
            <a:xfrm>
              <a:off x="10616566" y="6451600"/>
              <a:ext cx="937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chemeClr val="accent6"/>
                  </a:solidFill>
                  <a:latin typeface="Times New Roman"/>
                  <a:ea typeface="DFKai-SB"/>
                  <a:cs typeface="Times New Roman"/>
                </a:rPr>
                <a:t>答詢備用 3 / 3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8858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109" name="Rectangle 109"/>
            <p:cNvSpPr/>
            <p:nvPr/>
          </p:nvSpPr>
          <p:spPr>
            <a:xfrm>
              <a:off x="90487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rgbClr val="D6DDE0"/>
            </a:solidFill>
            <a:ln>
              <a:noFill/>
            </a:ln>
          </p:spPr>
        </p:sp>
        <p:sp>
          <p:nvSpPr>
            <p:cNvPr id="110" name="Rectangle 110"/>
            <p:cNvSpPr/>
            <p:nvPr/>
          </p:nvSpPr>
          <p:spPr>
            <a:xfrm>
              <a:off x="9239250" y="6515100"/>
              <a:ext cx="114300" cy="28575"/>
            </a:xfrm>
            <a:prstGeom prst="roundRect">
              <a:avLst>
                <a:gd name="adj" fmla="val 33333"/>
              </a:avLst>
            </a:prstGeom>
            <a:solidFill>
              <a:schemeClr val="accent2"/>
            </a:solidFill>
            <a:ln>
              <a:noFill/>
            </a:ln>
          </p:spPr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0999908447265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1599998474121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4.2500038146972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0.749988555908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7.249988555908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3.749988555908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78000068664550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70000839233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4000015258789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.89999961853027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45.279998779296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7799987792968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31.89999389648438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7799987792969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10.8399963378906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780029296875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8.9000244140625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279998779296875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84000015258789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.900001525878906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3999633789062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04.899993896484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39996337890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5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99999237060547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14.8999938964844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07.280029296875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280029296875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77.4000244140625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.000030517578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20001220703125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779998779296875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0400085449219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8.3699951171875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8699951171875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3499755859375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25.5599975585938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4.99999618530273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570846557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65.00000381469727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6185302734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5.49999618530273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09997558593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7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3.8399963378906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43.4999904632568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2.99999046325684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42.49999046325684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91.99999046325684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1.4999904632568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75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1.8699951171875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099975585938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610351562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499961853027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81.7500114440918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74.7500114440918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67.749973297119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75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6.8699951171875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.900001525878906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84.3999938964844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4998474121094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04.8999938964844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47412109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25.4000244140625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47412109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771118164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4.220001220703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3999633789062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19970703125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0599975585938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75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732.8699951171875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0.0000400543213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93.75004291534424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37.5000610351562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47.0813598632812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7.31103515625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310001373291016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1.9305419921875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55999755859375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4.68000030517578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37000274658203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457763672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1.999963760376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32.0000114440918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343322754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17.2500114440918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143051147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5000343322754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02.499973297119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51.80999755859375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5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499855041504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9199981689453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4999618530273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49.25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114440918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69.7500457763672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809265137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0.2499771118164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499809265137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0.75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80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20001220703125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279998779296875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3.9999656677246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4999885559082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495910645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504089355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36.5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294.0000457763672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1.50000762939453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9.0000076293945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2.75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885559082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610351562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6.75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79.49996185302734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2499885559082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22.25003814697266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4.00000762939453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23.99996185302734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495910645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70.0000076293945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76293945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923706055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7.54999923706055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912.4500274658203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3814697266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89.75000381469727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381469727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20.5000038146973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286102295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499465942383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27999877929688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07.22000122070312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1.83999633789062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159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308.9999885559082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58.999958038330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08.9999771118164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65.4000015258789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047683716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821.2500152587891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59.4900016784668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LIGNMENT_TARGET_X" val="46.7400016784668"/>
</p:tagLst>
</file>

<file path=ppt/theme/theme1.xml><?xml version="1.0" encoding="utf-8"?>
<a:theme xmlns:a="http://schemas.openxmlformats.org/drawingml/2006/main" name="finals_editorial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AI Security Navy Blue Gold">
      <a:dk1>
        <a:srgbClr val="171C1D"/>
      </a:dk1>
      <a:lt1>
        <a:srgbClr val="FFFFFF"/>
      </a:lt1>
      <a:dk2>
        <a:srgbClr val="092B42"/>
      </a:dk2>
      <a:lt2>
        <a:srgbClr val="F0F2F3"/>
      </a:lt2>
      <a:accent1>
        <a:srgbClr val="105186"/>
      </a:accent1>
      <a:accent2>
        <a:srgbClr val="FDB338"/>
      </a:accent2>
      <a:accent3>
        <a:srgbClr val="F0F2F3"/>
      </a:accent3>
      <a:accent4>
        <a:srgbClr val="105186"/>
      </a:accent4>
      <a:accent5>
        <a:srgbClr val="092B42"/>
      </a:accent5>
      <a:accent6>
        <a:srgbClr val="53666E"/>
      </a:accent6>
      <a:hlink>
        <a:srgbClr val="105186"/>
      </a:hlink>
      <a:folHlink>
        <a:srgbClr val="092B42"/>
      </a:folHlink>
    </a:clrScheme>
    <a:fontScheme name="finals_editorial">
      <a:maj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ajorFont>
      <a:minorFont>
        <a:latin typeface="Times New Roman"/>
        <a:ea typeface="DFKai-SB"/>
        <a:cs typeface="Times New Roman"/>
        <a:font script="Jpan" typeface="Times New Roman"/>
        <a:font script="Hang" typeface="Times New Roman"/>
        <a:font script="Hans" typeface="DFKai-SB"/>
        <a:font script="Hant" typeface="DFKai-SB"/>
        <a:font script="Arab" typeface="Times New Roman"/>
        <a:font script="Hebr" typeface="Times New Roman"/>
        <a:font script="Thai" typeface="Times New Roman"/>
        <a:font script="Ethi" typeface="Times New Roman"/>
        <a:font script="Beng" typeface="Times New Roman"/>
        <a:font script="Gujr" typeface="Times New Roman"/>
        <a:font script="Khmr" typeface="Times New Roman"/>
        <a:font script="Knda" typeface="Times New Roman"/>
        <a:font script="Guru" typeface="Times New Roman"/>
        <a:font script="Cans" typeface="Times New Roman"/>
        <a:font script="Cher" typeface="Times New Roman"/>
        <a:font script="Yiii" typeface="Times New Roman"/>
        <a:font script="Tibt" typeface="Times New Roman"/>
        <a:font script="Thaa" typeface="Times New Roman"/>
        <a:font script="Deva" typeface="Times New Roman"/>
        <a:font script="Telu" typeface="Times New Roman"/>
        <a:font script="Taml" typeface="Times New Roman"/>
        <a:font script="Syrc" typeface="Times New Roman"/>
        <a:font script="Orya" typeface="Times New Roman"/>
        <a:font script="Mlym" typeface="Times New Roman"/>
        <a:font script="Laoo" typeface="Times New Roman"/>
        <a:font script="Sinh" typeface="Times New Roman"/>
        <a:font script="Mong" typeface="Times New Roman"/>
        <a:font script="Viet" typeface="Times New Roman"/>
        <a:font script="Uigh" typeface="Times New Roman"/>
        <a:font script="Geor" typeface="Times New Roma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2126</Words>
  <Application>Microsoft Office PowerPoint</Application>
  <PresentationFormat>寬螢幕</PresentationFormat>
  <Paragraphs>268</Paragraphs>
  <Slides>12</Slides>
  <Notes>12</Notes>
  <HiddenSlides>0</HiddenSlides>
  <MMClips>1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4" baseType="lpstr">
      <vt:lpstr>Times New Roman</vt:lpstr>
      <vt:lpstr>finals_editorial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/>
  <cp:lastModifiedBy/>
  <cp:revision>2</cp:revision>
  <dcterms:created xsi:type="dcterms:W3CDTF">2026-10-29T06:19:32Z</dcterms:created>
  <dcterms:modified xsi:type="dcterms:W3CDTF">2026-10-29T06:21:16Z</dcterms:modified>
  <cp:category/>
  <cp:contentStatus/>
  <dc:language>zh-TW</dc:language>
</cp:coreProperties>
</file>