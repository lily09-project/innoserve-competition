
<file path=[Content_Types].xml><?xml version="1.0" encoding="utf-8"?>
<ns0:Types xmlns:ns0="http://schemas.openxmlformats.org/package/2006/content-types">
  <ns0:Default Extension="jpeg" ContentType="image/jpeg"/>
  <ns0:Default Extension="rels" ContentType="application/vnd.openxmlformats-package.relationships+xml"/>
  <ns0:Default Extension="xml" ContentType="application/xml"/>
  <ns0:Override PartName="/ppt/presentation.xml" ContentType="application/vnd.openxmlformats-officedocument.presentationml.presentation.main+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s/slide2.xml" ContentType="application/vnd.openxmlformats-officedocument.presentationml.slide+xml"/>
  <ns0:Override PartName="/ppt/slides/slide3.xml" ContentType="application/vnd.openxmlformats-officedocument.presentationml.slide+xml"/>
  <ns0:Override PartName="/ppt/slides/slide4.xml" ContentType="application/vnd.openxmlformats-officedocument.presentationml.slide+xml"/>
  <ns0:Override PartName="/ppt/slides/slide5.xml" ContentType="application/vnd.openxmlformats-officedocument.presentationml.slide+xml"/>
  <ns0:Override PartName="/ppt/slides/slide6.xml" ContentType="application/vnd.openxmlformats-officedocument.presentationml.slide+xml"/>
  <ns0:Override PartName="/ppt/slides/slide7.xml" ContentType="application/vnd.openxmlformats-officedocument.presentationml.slide+xml"/>
  <ns0:Override PartName="/ppt/slides/slide8.xml" ContentType="application/vnd.openxmlformats-officedocument.presentationml.slide+xml"/>
  <ns0:Override PartName="/ppt/slides/slide9.xml" ContentType="application/vnd.openxmlformats-officedocument.presentationml.slide+xml"/>
  <ns0:Override PartName="/ppt/slides/slide10.xml" ContentType="application/vnd.openxmlformats-officedocument.presentationml.slide+xml"/>
  <ns0:Override PartName="/ppt/slides/slide11.xml" ContentType="application/vnd.openxmlformats-officedocument.presentationml.slide+xml"/>
  <ns0:Override PartName="/ppt/slides/slide12.xml" ContentType="application/vnd.openxmlformats-officedocument.presentationml.slide+xml"/>
  <ns0:Override PartName="/ppt/notesMasters/notesMaster1.xml" ContentType="application/vnd.openxmlformats-officedocument.presentationml.notesMaster+xml"/>
  <ns0:Override PartName="/ppt/presProps.xml" ContentType="application/vnd.openxmlformats-officedocument.presentationml.presProps+xml"/>
  <ns0:Override PartName="/ppt/viewProps.xml" ContentType="application/vnd.openxmlformats-officedocument.presentationml.viewProps+xml"/>
  <ns0:Override PartName="/ppt/theme/theme1.xml" ContentType="application/vnd.openxmlformats-officedocument.theme+xml"/>
  <ns0:Override PartName="/ppt/tableStyles.xml" ContentType="application/vnd.openxmlformats-officedocument.presentationml.tableStyles+xml"/>
  <ns0:Override PartName="/ppt/slideLayouts/slideLayout1.xml" ContentType="application/vnd.openxmlformats-officedocument.presentationml.slideLayout+xml"/>
  <ns0:Override PartName="/ppt/theme/theme2.xml" ContentType="application/vnd.openxmlformats-officedocument.theme+xml"/>
  <ns0:Override PartName="/ppt/tags/tag1.xml" ContentType="application/vnd.openxmlformats-officedocument.presentationml.tags+xml"/>
  <ns0:Override PartName="/ppt/tags/tag2.xml" ContentType="application/vnd.openxmlformats-officedocument.presentationml.tags+xml"/>
  <ns0:Override PartName="/ppt/tags/tag3.xml" ContentType="application/vnd.openxmlformats-officedocument.presentationml.tags+xml"/>
  <ns0:Override PartName="/ppt/tags/tag4.xml" ContentType="application/vnd.openxmlformats-officedocument.presentationml.tags+xml"/>
  <ns0:Override PartName="/ppt/tags/tag5.xml" ContentType="application/vnd.openxmlformats-officedocument.presentationml.tags+xml"/>
  <ns0:Override PartName="/ppt/tags/tag6.xml" ContentType="application/vnd.openxmlformats-officedocument.presentationml.tags+xml"/>
  <ns0:Override PartName="/ppt/tags/tag7.xml" ContentType="application/vnd.openxmlformats-officedocument.presentationml.tags+xml"/>
  <ns0:Override PartName="/ppt/tags/tag8.xml" ContentType="application/vnd.openxmlformats-officedocument.presentationml.tags+xml"/>
  <ns0:Override PartName="/ppt/tags/tag9.xml" ContentType="application/vnd.openxmlformats-officedocument.presentationml.tags+xml"/>
  <ns0:Override PartName="/ppt/tags/tag10.xml" ContentType="application/vnd.openxmlformats-officedocument.presentationml.tags+xml"/>
  <ns0:Override PartName="/ppt/tags/tag11.xml" ContentType="application/vnd.openxmlformats-officedocument.presentationml.tags+xml"/>
  <ns0:Override PartName="/ppt/tags/tag12.xml" ContentType="application/vnd.openxmlformats-officedocument.presentationml.tags+xml"/>
  <ns0:Override PartName="/ppt/tags/tag13.xml" ContentType="application/vnd.openxmlformats-officedocument.presentationml.tags+xml"/>
  <ns0:Override PartName="/ppt/tags/tag14.xml" ContentType="application/vnd.openxmlformats-officedocument.presentationml.tags+xml"/>
  <ns0:Override PartName="/ppt/tags/tag15.xml" ContentType="application/vnd.openxmlformats-officedocument.presentationml.tags+xml"/>
  <ns0:Override PartName="/ppt/tags/tag16.xml" ContentType="application/vnd.openxmlformats-officedocument.presentationml.tags+xml"/>
  <ns0:Override PartName="/ppt/notesSlides/notesSlide1.xml" ContentType="application/vnd.openxmlformats-officedocument.presentationml.notesSlide+xml"/>
  <ns0:Override PartName="/ppt/notesSlides/notesSlide2.xml" ContentType="application/vnd.openxmlformats-officedocument.presentationml.notesSlide+xml"/>
  <ns0:Override PartName="/ppt/tags/tag23.xml" ContentType="application/vnd.openxmlformats-officedocument.presentationml.tags+xml"/>
  <ns0:Override PartName="/ppt/tags/tag24.xml" ContentType="application/vnd.openxmlformats-officedocument.presentationml.tags+xml"/>
  <ns0:Override PartName="/ppt/tags/tag25.xml" ContentType="application/vnd.openxmlformats-officedocument.presentationml.tags+xml"/>
  <ns0:Override PartName="/ppt/tags/tag26.xml" ContentType="application/vnd.openxmlformats-officedocument.presentationml.tags+xml"/>
  <ns0:Override PartName="/ppt/tags/tag27.xml" ContentType="application/vnd.openxmlformats-officedocument.presentationml.tags+xml"/>
  <ns0:Override PartName="/ppt/tags/tag28.xml" ContentType="application/vnd.openxmlformats-officedocument.presentationml.tags+xml"/>
  <ns0:Override PartName="/ppt/tags/tag29.xml" ContentType="application/vnd.openxmlformats-officedocument.presentationml.tags+xml"/>
  <ns0:Override PartName="/ppt/tags/tag30.xml" ContentType="application/vnd.openxmlformats-officedocument.presentationml.tags+xml"/>
  <ns0:Override PartName="/ppt/tags/tag31.xml" ContentType="application/vnd.openxmlformats-officedocument.presentationml.tags+xml"/>
  <ns0:Override PartName="/ppt/tags/tag32.xml" ContentType="application/vnd.openxmlformats-officedocument.presentationml.tags+xml"/>
  <ns0:Override PartName="/ppt/tags/tag33.xml" ContentType="application/vnd.openxmlformats-officedocument.presentationml.tags+xml"/>
  <ns0:Override PartName="/ppt/tags/tag34.xml" ContentType="application/vnd.openxmlformats-officedocument.presentationml.tags+xml"/>
  <ns0:Override PartName="/ppt/tags/tag35.xml" ContentType="application/vnd.openxmlformats-officedocument.presentationml.tags+xml"/>
  <ns0:Override PartName="/ppt/tags/tag36.xml" ContentType="application/vnd.openxmlformats-officedocument.presentationml.tags+xml"/>
  <ns0:Override PartName="/ppt/tags/tag37.xml" ContentType="application/vnd.openxmlformats-officedocument.presentationml.tags+xml"/>
  <ns0:Override PartName="/ppt/tags/tag38.xml" ContentType="application/vnd.openxmlformats-officedocument.presentationml.tags+xml"/>
  <ns0:Override PartName="/ppt/tags/tag39.xml" ContentType="application/vnd.openxmlformats-officedocument.presentationml.tags+xml"/>
  <ns0:Override PartName="/ppt/tags/tag40.xml" ContentType="application/vnd.openxmlformats-officedocument.presentationml.tags+xml"/>
  <ns0:Override PartName="/ppt/tags/tag41.xml" ContentType="application/vnd.openxmlformats-officedocument.presentationml.tags+xml"/>
  <ns0:Override PartName="/ppt/tags/tag42.xml" ContentType="application/vnd.openxmlformats-officedocument.presentationml.tags+xml"/>
  <ns0:Override PartName="/ppt/tags/tag43.xml" ContentType="application/vnd.openxmlformats-officedocument.presentationml.tags+xml"/>
  <ns0:Override PartName="/ppt/tags/tag44.xml" ContentType="application/vnd.openxmlformats-officedocument.presentationml.tags+xml"/>
  <ns0:Override PartName="/ppt/tags/tag45.xml" ContentType="application/vnd.openxmlformats-officedocument.presentationml.tags+xml"/>
  <ns0:Override PartName="/ppt/tags/tag46.xml" ContentType="application/vnd.openxmlformats-officedocument.presentationml.tags+xml"/>
  <ns0:Override PartName="/ppt/tags/tag47.xml" ContentType="application/vnd.openxmlformats-officedocument.presentationml.tags+xml"/>
  <ns0:Override PartName="/ppt/tags/tag48.xml" ContentType="application/vnd.openxmlformats-officedocument.presentationml.tags+xml"/>
  <ns0:Override PartName="/ppt/tags/tag49.xml" ContentType="application/vnd.openxmlformats-officedocument.presentationml.tags+xml"/>
  <ns0:Override PartName="/ppt/tags/tag50.xml" ContentType="application/vnd.openxmlformats-officedocument.presentationml.tags+xml"/>
  <ns0:Override PartName="/ppt/tags/tag51.xml" ContentType="application/vnd.openxmlformats-officedocument.presentationml.tags+xml"/>
  <ns0:Override PartName="/ppt/tags/tag52.xml" ContentType="application/vnd.openxmlformats-officedocument.presentationml.tags+xml"/>
  <ns0:Override PartName="/ppt/tags/tag53.xml" ContentType="application/vnd.openxmlformats-officedocument.presentationml.tags+xml"/>
  <ns0:Override PartName="/ppt/tags/tag54.xml" ContentType="application/vnd.openxmlformats-officedocument.presentationml.tags+xml"/>
  <ns0:Override PartName="/ppt/tags/tag55.xml" ContentType="application/vnd.openxmlformats-officedocument.presentationml.tags+xml"/>
  <ns0:Override PartName="/ppt/tags/tag56.xml" ContentType="application/vnd.openxmlformats-officedocument.presentationml.tags+xml"/>
  <ns0:Override PartName="/ppt/tags/tag57.xml" ContentType="application/vnd.openxmlformats-officedocument.presentationml.tags+xml"/>
  <ns0:Override PartName="/ppt/tags/tag58.xml" ContentType="application/vnd.openxmlformats-officedocument.presentationml.tags+xml"/>
  <ns0:Override PartName="/ppt/tags/tag59.xml" ContentType="application/vnd.openxmlformats-officedocument.presentationml.tags+xml"/>
  <ns0:Override PartName="/ppt/tags/tag60.xml" ContentType="application/vnd.openxmlformats-officedocument.presentationml.tags+xml"/>
  <ns0:Override PartName="/ppt/tags/tag61.xml" ContentType="application/vnd.openxmlformats-officedocument.presentationml.tags+xml"/>
  <ns0:Override PartName="/ppt/tags/tag62.xml" ContentType="application/vnd.openxmlformats-officedocument.presentationml.tags+xml"/>
  <ns0:Override PartName="/ppt/tags/tag63.xml" ContentType="application/vnd.openxmlformats-officedocument.presentationml.tags+xml"/>
  <ns0:Override PartName="/ppt/tags/tag64.xml" ContentType="application/vnd.openxmlformats-officedocument.presentationml.tags+xml"/>
  <ns0:Override PartName="/ppt/tags/tag65.xml" ContentType="application/vnd.openxmlformats-officedocument.presentationml.tags+xml"/>
  <ns0:Override PartName="/ppt/tags/tag66.xml" ContentType="application/vnd.openxmlformats-officedocument.presentationml.tags+xml"/>
  <ns0:Override PartName="/ppt/tags/tag67.xml" ContentType="application/vnd.openxmlformats-officedocument.presentationml.tags+xml"/>
  <ns0:Override PartName="/ppt/tags/tag68.xml" ContentType="application/vnd.openxmlformats-officedocument.presentationml.tags+xml"/>
  <ns0:Override PartName="/ppt/tags/tag69.xml" ContentType="application/vnd.openxmlformats-officedocument.presentationml.tags+xml"/>
  <ns0:Override PartName="/ppt/tags/tag70.xml" ContentType="application/vnd.openxmlformats-officedocument.presentationml.tags+xml"/>
  <ns0:Override PartName="/ppt/tags/tag71.xml" ContentType="application/vnd.openxmlformats-officedocument.presentationml.tags+xml"/>
  <ns0:Override PartName="/ppt/tags/tag72.xml" ContentType="application/vnd.openxmlformats-officedocument.presentationml.tags+xml"/>
  <ns0:Override PartName="/ppt/tags/tag73.xml" ContentType="application/vnd.openxmlformats-officedocument.presentationml.tags+xml"/>
  <ns0:Override PartName="/ppt/notesSlides/notesSlide3.xml" ContentType="application/vnd.openxmlformats-officedocument.presentationml.notesSlide+xml"/>
  <ns0:Override PartName="/ppt/tags/tag74.xml" ContentType="application/vnd.openxmlformats-officedocument.presentationml.tags+xml"/>
  <ns0:Override PartName="/ppt/tags/tag75.xml" ContentType="application/vnd.openxmlformats-officedocument.presentationml.tags+xml"/>
  <ns0:Override PartName="/ppt/tags/tag76.xml" ContentType="application/vnd.openxmlformats-officedocument.presentationml.tags+xml"/>
  <ns0:Override PartName="/ppt/tags/tag77.xml" ContentType="application/vnd.openxmlformats-officedocument.presentationml.tags+xml"/>
  <ns0:Override PartName="/ppt/tags/tag78.xml" ContentType="application/vnd.openxmlformats-officedocument.presentationml.tags+xml"/>
  <ns0:Override PartName="/ppt/tags/tag79.xml" ContentType="application/vnd.openxmlformats-officedocument.presentationml.tags+xml"/>
  <ns0:Override PartName="/ppt/tags/tag80.xml" ContentType="application/vnd.openxmlformats-officedocument.presentationml.tags+xml"/>
  <ns0:Override PartName="/ppt/tags/tag81.xml" ContentType="application/vnd.openxmlformats-officedocument.presentationml.tags+xml"/>
  <ns0:Override PartName="/ppt/tags/tag82.xml" ContentType="application/vnd.openxmlformats-officedocument.presentationml.tags+xml"/>
  <ns0:Override PartName="/ppt/tags/tag83.xml" ContentType="application/vnd.openxmlformats-officedocument.presentationml.tags+xml"/>
  <ns0:Override PartName="/ppt/tags/tag84.xml" ContentType="application/vnd.openxmlformats-officedocument.presentationml.tags+xml"/>
  <ns0:Override PartName="/ppt/tags/tag85.xml" ContentType="application/vnd.openxmlformats-officedocument.presentationml.tags+xml"/>
  <ns0:Override PartName="/ppt/tags/tag86.xml" ContentType="application/vnd.openxmlformats-officedocument.presentationml.tags+xml"/>
  <ns0:Override PartName="/ppt/tags/tag87.xml" ContentType="application/vnd.openxmlformats-officedocument.presentationml.tags+xml"/>
  <ns0:Override PartName="/ppt/tags/tag88.xml" ContentType="application/vnd.openxmlformats-officedocument.presentationml.tags+xml"/>
  <ns0:Override PartName="/ppt/tags/tag89.xml" ContentType="application/vnd.openxmlformats-officedocument.presentationml.tags+xml"/>
  <ns0:Override PartName="/ppt/tags/tag90.xml" ContentType="application/vnd.openxmlformats-officedocument.presentationml.tags+xml"/>
  <ns0:Override PartName="/ppt/tags/tag91.xml" ContentType="application/vnd.openxmlformats-officedocument.presentationml.tags+xml"/>
  <ns0:Override PartName="/ppt/tags/tag92.xml" ContentType="application/vnd.openxmlformats-officedocument.presentationml.tags+xml"/>
  <ns0:Override PartName="/ppt/tags/tag93.xml" ContentType="application/vnd.openxmlformats-officedocument.presentationml.tags+xml"/>
  <ns0:Override PartName="/ppt/tags/tag94.xml" ContentType="application/vnd.openxmlformats-officedocument.presentationml.tags+xml"/>
  <ns0:Override PartName="/ppt/tags/tag95.xml" ContentType="application/vnd.openxmlformats-officedocument.presentationml.tags+xml"/>
  <ns0:Override PartName="/ppt/tags/tag96.xml" ContentType="application/vnd.openxmlformats-officedocument.presentationml.tags+xml"/>
  <ns0:Override PartName="/ppt/notesSlides/notesSlide4.xml" ContentType="application/vnd.openxmlformats-officedocument.presentationml.notesSlide+xml"/>
  <ns0:Override PartName="/ppt/tags/tag97.xml" ContentType="application/vnd.openxmlformats-officedocument.presentationml.tags+xml"/>
  <ns0:Override PartName="/ppt/tags/tag98.xml" ContentType="application/vnd.openxmlformats-officedocument.presentationml.tags+xml"/>
  <ns0:Override PartName="/ppt/tags/tag99.xml" ContentType="application/vnd.openxmlformats-officedocument.presentationml.tags+xml"/>
  <ns0:Override PartName="/ppt/tags/tag100.xml" ContentType="application/vnd.openxmlformats-officedocument.presentationml.tags+xml"/>
  <ns0:Override PartName="/ppt/tags/tag101.xml" ContentType="application/vnd.openxmlformats-officedocument.presentationml.tags+xml"/>
  <ns0:Override PartName="/ppt/tags/tag102.xml" ContentType="application/vnd.openxmlformats-officedocument.presentationml.tags+xml"/>
  <ns0:Override PartName="/ppt/tags/tag103.xml" ContentType="application/vnd.openxmlformats-officedocument.presentationml.tags+xml"/>
  <ns0:Override PartName="/ppt/tags/tag104.xml" ContentType="application/vnd.openxmlformats-officedocument.presentationml.tags+xml"/>
  <ns0:Override PartName="/ppt/tags/tag105.xml" ContentType="application/vnd.openxmlformats-officedocument.presentationml.tags+xml"/>
  <ns0:Override PartName="/ppt/tags/tag106.xml" ContentType="application/vnd.openxmlformats-officedocument.presentationml.tags+xml"/>
  <ns0:Override PartName="/ppt/tags/tag107.xml" ContentType="application/vnd.openxmlformats-officedocument.presentationml.tags+xml"/>
  <ns0:Override PartName="/ppt/tags/tag108.xml" ContentType="application/vnd.openxmlformats-officedocument.presentationml.tags+xml"/>
  <ns0:Override PartName="/ppt/tags/tag109.xml" ContentType="application/vnd.openxmlformats-officedocument.presentationml.tags+xml"/>
  <ns0:Override PartName="/ppt/tags/tag110.xml" ContentType="application/vnd.openxmlformats-officedocument.presentationml.tags+xml"/>
  <ns0:Override PartName="/ppt/tags/tag111.xml" ContentType="application/vnd.openxmlformats-officedocument.presentationml.tags+xml"/>
  <ns0:Override PartName="/ppt/tags/tag112.xml" ContentType="application/vnd.openxmlformats-officedocument.presentationml.tags+xml"/>
  <ns0:Override PartName="/ppt/tags/tag113.xml" ContentType="application/vnd.openxmlformats-officedocument.presentationml.tags+xml"/>
  <ns0:Override PartName="/ppt/tags/tag114.xml" ContentType="application/vnd.openxmlformats-officedocument.presentationml.tags+xml"/>
  <ns0:Override PartName="/ppt/tags/tag115.xml" ContentType="application/vnd.openxmlformats-officedocument.presentationml.tags+xml"/>
  <ns0:Override PartName="/ppt/tags/tag116.xml" ContentType="application/vnd.openxmlformats-officedocument.presentationml.tags+xml"/>
  <ns0:Override PartName="/ppt/tags/tag117.xml" ContentType="application/vnd.openxmlformats-officedocument.presentationml.tags+xml"/>
  <ns0:Override PartName="/ppt/tags/tag118.xml" ContentType="application/vnd.openxmlformats-officedocument.presentationml.tags+xml"/>
  <ns0:Override PartName="/ppt/tags/tag119.xml" ContentType="application/vnd.openxmlformats-officedocument.presentationml.tags+xml"/>
  <ns0:Override PartName="/ppt/tags/tag120.xml" ContentType="application/vnd.openxmlformats-officedocument.presentationml.tags+xml"/>
  <ns0:Override PartName="/ppt/tags/tag121.xml" ContentType="application/vnd.openxmlformats-officedocument.presentationml.tags+xml"/>
  <ns0:Override PartName="/ppt/tags/tag122.xml" ContentType="application/vnd.openxmlformats-officedocument.presentationml.tags+xml"/>
  <ns0:Override PartName="/ppt/tags/tag123.xml" ContentType="application/vnd.openxmlformats-officedocument.presentationml.tags+xml"/>
  <ns0:Override PartName="/ppt/tags/tag124.xml" ContentType="application/vnd.openxmlformats-officedocument.presentationml.tags+xml"/>
  <ns0:Override PartName="/ppt/tags/tag125.xml" ContentType="application/vnd.openxmlformats-officedocument.presentationml.tags+xml"/>
  <ns0:Override PartName="/ppt/tags/tag126.xml" ContentType="application/vnd.openxmlformats-officedocument.presentationml.tags+xml"/>
  <ns0:Override PartName="/ppt/tags/tag127.xml" ContentType="application/vnd.openxmlformats-officedocument.presentationml.tags+xml"/>
  <ns0:Override PartName="/ppt/tags/tag128.xml" ContentType="application/vnd.openxmlformats-officedocument.presentationml.tags+xml"/>
  <ns0:Override PartName="/ppt/notesSlides/notesSlide5.xml" ContentType="application/vnd.openxmlformats-officedocument.presentationml.notesSlide+xml"/>
  <ns0:Override PartName="/ppt/tags/tag129.xml" ContentType="application/vnd.openxmlformats-officedocument.presentationml.tags+xml"/>
  <ns0:Override PartName="/ppt/tags/tag130.xml" ContentType="application/vnd.openxmlformats-officedocument.presentationml.tags+xml"/>
  <ns0:Override PartName="/ppt/tags/tag131.xml" ContentType="application/vnd.openxmlformats-officedocument.presentationml.tags+xml"/>
  <ns0:Override PartName="/ppt/tags/tag132.xml" ContentType="application/vnd.openxmlformats-officedocument.presentationml.tags+xml"/>
  <ns0:Override PartName="/ppt/tags/tag133.xml" ContentType="application/vnd.openxmlformats-officedocument.presentationml.tags+xml"/>
  <ns0:Override PartName="/ppt/tags/tag134.xml" ContentType="application/vnd.openxmlformats-officedocument.presentationml.tags+xml"/>
  <ns0:Override PartName="/ppt/tags/tag135.xml" ContentType="application/vnd.openxmlformats-officedocument.presentationml.tags+xml"/>
  <ns0:Override PartName="/ppt/tags/tag136.xml" ContentType="application/vnd.openxmlformats-officedocument.presentationml.tags+xml"/>
  <ns0:Override PartName="/ppt/tags/tag137.xml" ContentType="application/vnd.openxmlformats-officedocument.presentationml.tags+xml"/>
  <ns0:Override PartName="/ppt/tags/tag138.xml" ContentType="application/vnd.openxmlformats-officedocument.presentationml.tags+xml"/>
  <ns0:Override PartName="/ppt/tags/tag139.xml" ContentType="application/vnd.openxmlformats-officedocument.presentationml.tags+xml"/>
  <ns0:Override PartName="/ppt/tags/tag140.xml" ContentType="application/vnd.openxmlformats-officedocument.presentationml.tags+xml"/>
  <ns0:Override PartName="/ppt/tags/tag141.xml" ContentType="application/vnd.openxmlformats-officedocument.presentationml.tags+xml"/>
  <ns0:Override PartName="/ppt/tags/tag142.xml" ContentType="application/vnd.openxmlformats-officedocument.presentationml.tags+xml"/>
  <ns0:Override PartName="/ppt/tags/tag143.xml" ContentType="application/vnd.openxmlformats-officedocument.presentationml.tags+xml"/>
  <ns0:Override PartName="/ppt/tags/tag144.xml" ContentType="application/vnd.openxmlformats-officedocument.presentationml.tags+xml"/>
  <ns0:Override PartName="/ppt/tags/tag145.xml" ContentType="application/vnd.openxmlformats-officedocument.presentationml.tags+xml"/>
  <ns0:Override PartName="/ppt/tags/tag146.xml" ContentType="application/vnd.openxmlformats-officedocument.presentationml.tags+xml"/>
  <ns0:Override PartName="/ppt/tags/tag147.xml" ContentType="application/vnd.openxmlformats-officedocument.presentationml.tags+xml"/>
  <ns0:Override PartName="/ppt/tags/tag148.xml" ContentType="application/vnd.openxmlformats-officedocument.presentationml.tags+xml"/>
  <ns0:Override PartName="/ppt/tags/tag149.xml" ContentType="application/vnd.openxmlformats-officedocument.presentationml.tags+xml"/>
  <ns0:Override PartName="/ppt/tags/tag150.xml" ContentType="application/vnd.openxmlformats-officedocument.presentationml.tags+xml"/>
  <ns0:Override PartName="/ppt/tags/tag151.xml" ContentType="application/vnd.openxmlformats-officedocument.presentationml.tags+xml"/>
  <ns0:Override PartName="/ppt/tags/tag152.xml" ContentType="application/vnd.openxmlformats-officedocument.presentationml.tags+xml"/>
  <ns0:Override PartName="/ppt/notesSlides/notesSlide6.xml" ContentType="application/vnd.openxmlformats-officedocument.presentationml.notesSlide+xml"/>
  <ns0:Override PartName="/ppt/tags/tag153.xml" ContentType="application/vnd.openxmlformats-officedocument.presentationml.tags+xml"/>
  <ns0:Override PartName="/ppt/tags/tag154.xml" ContentType="application/vnd.openxmlformats-officedocument.presentationml.tags+xml"/>
  <ns0:Override PartName="/ppt/tags/tag155.xml" ContentType="application/vnd.openxmlformats-officedocument.presentationml.tags+xml"/>
  <ns0:Override PartName="/ppt/tags/tag156.xml" ContentType="application/vnd.openxmlformats-officedocument.presentationml.tags+xml"/>
  <ns0:Override PartName="/ppt/tags/tag157.xml" ContentType="application/vnd.openxmlformats-officedocument.presentationml.tags+xml"/>
  <ns0:Override PartName="/ppt/tags/tag158.xml" ContentType="application/vnd.openxmlformats-officedocument.presentationml.tags+xml"/>
  <ns0:Override PartName="/ppt/tags/tag159.xml" ContentType="application/vnd.openxmlformats-officedocument.presentationml.tags+xml"/>
  <ns0:Override PartName="/ppt/tags/tag160.xml" ContentType="application/vnd.openxmlformats-officedocument.presentationml.tags+xml"/>
  <ns0:Override PartName="/ppt/tags/tag161.xml" ContentType="application/vnd.openxmlformats-officedocument.presentationml.tags+xml"/>
  <ns0:Override PartName="/ppt/tags/tag162.xml" ContentType="application/vnd.openxmlformats-officedocument.presentationml.tags+xml"/>
  <ns0:Override PartName="/ppt/tags/tag163.xml" ContentType="application/vnd.openxmlformats-officedocument.presentationml.tags+xml"/>
  <ns0:Override PartName="/ppt/tags/tag164.xml" ContentType="application/vnd.openxmlformats-officedocument.presentationml.tags+xml"/>
  <ns0:Override PartName="/ppt/tags/tag165.xml" ContentType="application/vnd.openxmlformats-officedocument.presentationml.tags+xml"/>
  <ns0:Override PartName="/ppt/tags/tag166.xml" ContentType="application/vnd.openxmlformats-officedocument.presentationml.tags+xml"/>
  <ns0:Override PartName="/ppt/tags/tag167.xml" ContentType="application/vnd.openxmlformats-officedocument.presentationml.tags+xml"/>
  <ns0:Override PartName="/ppt/tags/tag168.xml" ContentType="application/vnd.openxmlformats-officedocument.presentationml.tags+xml"/>
  <ns0:Override PartName="/ppt/tags/tag169.xml" ContentType="application/vnd.openxmlformats-officedocument.presentationml.tags+xml"/>
  <ns0:Override PartName="/ppt/tags/tag170.xml" ContentType="application/vnd.openxmlformats-officedocument.presentationml.tags+xml"/>
  <ns0:Override PartName="/ppt/tags/tag171.xml" ContentType="application/vnd.openxmlformats-officedocument.presentationml.tags+xml"/>
  <ns0:Override PartName="/ppt/tags/tag172.xml" ContentType="application/vnd.openxmlformats-officedocument.presentationml.tags+xml"/>
  <ns0:Override PartName="/ppt/tags/tag173.xml" ContentType="application/vnd.openxmlformats-officedocument.presentationml.tags+xml"/>
  <ns0:Override PartName="/ppt/notesSlides/notesSlide7.xml" ContentType="application/vnd.openxmlformats-officedocument.presentationml.notesSlide+xml"/>
  <ns0:Override PartName="/ppt/tags/tag174.xml" ContentType="application/vnd.openxmlformats-officedocument.presentationml.tags+xml"/>
  <ns0:Override PartName="/ppt/tags/tag175.xml" ContentType="application/vnd.openxmlformats-officedocument.presentationml.tags+xml"/>
  <ns0:Override PartName="/ppt/tags/tag176.xml" ContentType="application/vnd.openxmlformats-officedocument.presentationml.tags+xml"/>
  <ns0:Override PartName="/ppt/tags/tag177.xml" ContentType="application/vnd.openxmlformats-officedocument.presentationml.tags+xml"/>
  <ns0:Override PartName="/ppt/tags/tag178.xml" ContentType="application/vnd.openxmlformats-officedocument.presentationml.tags+xml"/>
  <ns0:Override PartName="/ppt/tags/tag179.xml" ContentType="application/vnd.openxmlformats-officedocument.presentationml.tags+xml"/>
  <ns0:Override PartName="/ppt/tags/tag180.xml" ContentType="application/vnd.openxmlformats-officedocument.presentationml.tags+xml"/>
  <ns0:Override PartName="/ppt/tags/tag181.xml" ContentType="application/vnd.openxmlformats-officedocument.presentationml.tags+xml"/>
  <ns0:Override PartName="/ppt/tags/tag182.xml" ContentType="application/vnd.openxmlformats-officedocument.presentationml.tags+xml"/>
  <ns0:Override PartName="/ppt/tags/tag183.xml" ContentType="application/vnd.openxmlformats-officedocument.presentationml.tags+xml"/>
  <ns0:Override PartName="/ppt/tags/tag184.xml" ContentType="application/vnd.openxmlformats-officedocument.presentationml.tags+xml"/>
  <ns0:Override PartName="/ppt/tags/tag185.xml" ContentType="application/vnd.openxmlformats-officedocument.presentationml.tags+xml"/>
  <ns0:Override PartName="/ppt/tags/tag186.xml" ContentType="application/vnd.openxmlformats-officedocument.presentationml.tags+xml"/>
  <ns0:Override PartName="/ppt/tags/tag187.xml" ContentType="application/vnd.openxmlformats-officedocument.presentationml.tags+xml"/>
  <ns0:Override PartName="/ppt/tags/tag188.xml" ContentType="application/vnd.openxmlformats-officedocument.presentationml.tags+xml"/>
  <ns0:Override PartName="/ppt/tags/tag189.xml" ContentType="application/vnd.openxmlformats-officedocument.presentationml.tags+xml"/>
  <ns0:Override PartName="/ppt/tags/tag190.xml" ContentType="application/vnd.openxmlformats-officedocument.presentationml.tags+xml"/>
  <ns0:Override PartName="/ppt/tags/tag191.xml" ContentType="application/vnd.openxmlformats-officedocument.presentationml.tags+xml"/>
  <ns0:Override PartName="/ppt/tags/tag192.xml" ContentType="application/vnd.openxmlformats-officedocument.presentationml.tags+xml"/>
  <ns0:Override PartName="/ppt/tags/tag193.xml" ContentType="application/vnd.openxmlformats-officedocument.presentationml.tags+xml"/>
  <ns0:Override PartName="/ppt/notesSlides/notesSlide8.xml" ContentType="application/vnd.openxmlformats-officedocument.presentationml.notesSlide+xml"/>
  <ns0:Override PartName="/ppt/tags/tag194.xml" ContentType="application/vnd.openxmlformats-officedocument.presentationml.tags+xml"/>
  <ns0:Override PartName="/ppt/tags/tag195.xml" ContentType="application/vnd.openxmlformats-officedocument.presentationml.tags+xml"/>
  <ns0:Override PartName="/ppt/tags/tag196.xml" ContentType="application/vnd.openxmlformats-officedocument.presentationml.tags+xml"/>
  <ns0:Override PartName="/ppt/tags/tag197.xml" ContentType="application/vnd.openxmlformats-officedocument.presentationml.tags+xml"/>
  <ns0:Override PartName="/ppt/tags/tag198.xml" ContentType="application/vnd.openxmlformats-officedocument.presentationml.tags+xml"/>
  <ns0:Override PartName="/ppt/tags/tag199.xml" ContentType="application/vnd.openxmlformats-officedocument.presentationml.tags+xml"/>
  <ns0:Override PartName="/ppt/tags/tag200.xml" ContentType="application/vnd.openxmlformats-officedocument.presentationml.tags+xml"/>
  <ns0:Override PartName="/ppt/tags/tag201.xml" ContentType="application/vnd.openxmlformats-officedocument.presentationml.tags+xml"/>
  <ns0:Override PartName="/ppt/tags/tag202.xml" ContentType="application/vnd.openxmlformats-officedocument.presentationml.tags+xml"/>
  <ns0:Override PartName="/ppt/tags/tag203.xml" ContentType="application/vnd.openxmlformats-officedocument.presentationml.tags+xml"/>
  <ns0:Override PartName="/ppt/tags/tag204.xml" ContentType="application/vnd.openxmlformats-officedocument.presentationml.tags+xml"/>
  <ns0:Override PartName="/ppt/tags/tag205.xml" ContentType="application/vnd.openxmlformats-officedocument.presentationml.tags+xml"/>
  <ns0:Override PartName="/ppt/tags/tag206.xml" ContentType="application/vnd.openxmlformats-officedocument.presentationml.tags+xml"/>
  <ns0:Override PartName="/ppt/tags/tag207.xml" ContentType="application/vnd.openxmlformats-officedocument.presentationml.tags+xml"/>
  <ns0:Override PartName="/ppt/tags/tag208.xml" ContentType="application/vnd.openxmlformats-officedocument.presentationml.tags+xml"/>
  <ns0:Override PartName="/ppt/tags/tag209.xml" ContentType="application/vnd.openxmlformats-officedocument.presentationml.tags+xml"/>
  <ns0:Override PartName="/ppt/notesSlides/notesSlide9.xml" ContentType="application/vnd.openxmlformats-officedocument.presentationml.notesSlide+xml"/>
  <ns0:Override PartName="/ppt/tags/tag210.xml" ContentType="application/vnd.openxmlformats-officedocument.presentationml.tags+xml"/>
  <ns0:Override PartName="/ppt/tags/tag211.xml" ContentType="application/vnd.openxmlformats-officedocument.presentationml.tags+xml"/>
  <ns0:Override PartName="/ppt/tags/tag212.xml" ContentType="application/vnd.openxmlformats-officedocument.presentationml.tags+xml"/>
  <ns0:Override PartName="/ppt/tags/tag213.xml" ContentType="application/vnd.openxmlformats-officedocument.presentationml.tags+xml"/>
  <ns0:Override PartName="/ppt/tags/tag214.xml" ContentType="application/vnd.openxmlformats-officedocument.presentationml.tags+xml"/>
  <ns0:Override PartName="/ppt/tags/tag215.xml" ContentType="application/vnd.openxmlformats-officedocument.presentationml.tags+xml"/>
  <ns0:Override PartName="/ppt/tags/tag216.xml" ContentType="application/vnd.openxmlformats-officedocument.presentationml.tags+xml"/>
  <ns0:Override PartName="/ppt/tags/tag217.xml" ContentType="application/vnd.openxmlformats-officedocument.presentationml.tags+xml"/>
  <ns0:Override PartName="/ppt/tags/tag218.xml" ContentType="application/vnd.openxmlformats-officedocument.presentationml.tags+xml"/>
  <ns0:Override PartName="/ppt/tags/tag219.xml" ContentType="application/vnd.openxmlformats-officedocument.presentationml.tags+xml"/>
  <ns0:Override PartName="/ppt/tags/tag220.xml" ContentType="application/vnd.openxmlformats-officedocument.presentationml.tags+xml"/>
  <ns0:Override PartName="/ppt/tags/tag221.xml" ContentType="application/vnd.openxmlformats-officedocument.presentationml.tags+xml"/>
  <ns0:Override PartName="/ppt/tags/tag222.xml" ContentType="application/vnd.openxmlformats-officedocument.presentationml.tags+xml"/>
  <ns0:Override PartName="/ppt/tags/tag223.xml" ContentType="application/vnd.openxmlformats-officedocument.presentationml.tags+xml"/>
  <ns0:Override PartName="/ppt/tags/tag224.xml" ContentType="application/vnd.openxmlformats-officedocument.presentationml.tags+xml"/>
  <ns0:Override PartName="/ppt/tags/tag225.xml" ContentType="application/vnd.openxmlformats-officedocument.presentationml.tags+xml"/>
  <ns0:Override PartName="/ppt/tags/tag226.xml" ContentType="application/vnd.openxmlformats-officedocument.presentationml.tags+xml"/>
  <ns0:Override PartName="/ppt/tags/tag227.xml" ContentType="application/vnd.openxmlformats-officedocument.presentationml.tags+xml"/>
  <ns0:Override PartName="/ppt/tags/tag228.xml" ContentType="application/vnd.openxmlformats-officedocument.presentationml.tags+xml"/>
  <ns0:Override PartName="/ppt/tags/tag229.xml" ContentType="application/vnd.openxmlformats-officedocument.presentationml.tags+xml"/>
  <ns0:Override PartName="/ppt/tags/tag230.xml" ContentType="application/vnd.openxmlformats-officedocument.presentationml.tags+xml"/>
  <ns0:Override PartName="/ppt/tags/tag231.xml" ContentType="application/vnd.openxmlformats-officedocument.presentationml.tags+xml"/>
  <ns0:Override PartName="/ppt/tags/tag232.xml" ContentType="application/vnd.openxmlformats-officedocument.presentationml.tags+xml"/>
  <ns0:Override PartName="/ppt/notesSlides/notesSlide10.xml" ContentType="application/vnd.openxmlformats-officedocument.presentationml.notesSlide+xml"/>
  <ns0:Override PartName="/ppt/tags/tag233.xml" ContentType="application/vnd.openxmlformats-officedocument.presentationml.tags+xml"/>
  <ns0:Override PartName="/ppt/tags/tag234.xml" ContentType="application/vnd.openxmlformats-officedocument.presentationml.tags+xml"/>
  <ns0:Override PartName="/ppt/tags/tag235.xml" ContentType="application/vnd.openxmlformats-officedocument.presentationml.tags+xml"/>
  <ns0:Override PartName="/ppt/tags/tag236.xml" ContentType="application/vnd.openxmlformats-officedocument.presentationml.tags+xml"/>
  <ns0:Override PartName="/ppt/tags/tag237.xml" ContentType="application/vnd.openxmlformats-officedocument.presentationml.tags+xml"/>
  <ns0:Override PartName="/ppt/tags/tag238.xml" ContentType="application/vnd.openxmlformats-officedocument.presentationml.tags+xml"/>
  <ns0:Override PartName="/ppt/tags/tag239.xml" ContentType="application/vnd.openxmlformats-officedocument.presentationml.tags+xml"/>
  <ns0:Override PartName="/ppt/tags/tag240.xml" ContentType="application/vnd.openxmlformats-officedocument.presentationml.tags+xml"/>
  <ns0:Override PartName="/ppt/tags/tag241.xml" ContentType="application/vnd.openxmlformats-officedocument.presentationml.tags+xml"/>
  <ns0:Override PartName="/ppt/tags/tag242.xml" ContentType="application/vnd.openxmlformats-officedocument.presentationml.tags+xml"/>
  <ns0:Override PartName="/ppt/tags/tag243.xml" ContentType="application/vnd.openxmlformats-officedocument.presentationml.tags+xml"/>
  <ns0:Override PartName="/ppt/tags/tag244.xml" ContentType="application/vnd.openxmlformats-officedocument.presentationml.tags+xml"/>
  <ns0:Override PartName="/ppt/tags/tag245.xml" ContentType="application/vnd.openxmlformats-officedocument.presentationml.tags+xml"/>
  <ns0:Override PartName="/ppt/tags/tag246.xml" ContentType="application/vnd.openxmlformats-officedocument.presentationml.tags+xml"/>
  <ns0:Override PartName="/ppt/tags/tag247.xml" ContentType="application/vnd.openxmlformats-officedocument.presentationml.tags+xml"/>
  <ns0:Override PartName="/ppt/tags/tag248.xml" ContentType="application/vnd.openxmlformats-officedocument.presentationml.tags+xml"/>
  <ns0:Override PartName="/ppt/tags/tag249.xml" ContentType="application/vnd.openxmlformats-officedocument.presentationml.tags+xml"/>
  <ns0:Override PartName="/ppt/tags/tag250.xml" ContentType="application/vnd.openxmlformats-officedocument.presentationml.tags+xml"/>
  <ns0:Override PartName="/ppt/tags/tag251.xml" ContentType="application/vnd.openxmlformats-officedocument.presentationml.tags+xml"/>
  <ns0:Override PartName="/ppt/tags/tag252.xml" ContentType="application/vnd.openxmlformats-officedocument.presentationml.tags+xml"/>
  <ns0:Override PartName="/ppt/tags/tag253.xml" ContentType="application/vnd.openxmlformats-officedocument.presentationml.tags+xml"/>
  <ns0:Override PartName="/ppt/tags/tag254.xml" ContentType="application/vnd.openxmlformats-officedocument.presentationml.tags+xml"/>
  <ns0:Override PartName="/ppt/notesSlides/notesSlide11.xml" ContentType="application/vnd.openxmlformats-officedocument.presentationml.notesSlide+xml"/>
  <ns0:Override PartName="/ppt/tags/tag255.xml" ContentType="application/vnd.openxmlformats-officedocument.presentationml.tags+xml"/>
  <ns0:Override PartName="/ppt/tags/tag256.xml" ContentType="application/vnd.openxmlformats-officedocument.presentationml.tags+xml"/>
  <ns0:Override PartName="/ppt/tags/tag257.xml" ContentType="application/vnd.openxmlformats-officedocument.presentationml.tags+xml"/>
  <ns0:Override PartName="/ppt/tags/tag258.xml" ContentType="application/vnd.openxmlformats-officedocument.presentationml.tags+xml"/>
  <ns0:Override PartName="/ppt/tags/tag259.xml" ContentType="application/vnd.openxmlformats-officedocument.presentationml.tags+xml"/>
  <ns0:Override PartName="/ppt/tags/tag260.xml" ContentType="application/vnd.openxmlformats-officedocument.presentationml.tags+xml"/>
  <ns0:Override PartName="/ppt/tags/tag261.xml" ContentType="application/vnd.openxmlformats-officedocument.presentationml.tags+xml"/>
  <ns0:Override PartName="/ppt/tags/tag262.xml" ContentType="application/vnd.openxmlformats-officedocument.presentationml.tags+xml"/>
  <ns0:Override PartName="/ppt/tags/tag263.xml" ContentType="application/vnd.openxmlformats-officedocument.presentationml.tags+xml"/>
  <ns0:Override PartName="/ppt/tags/tag264.xml" ContentType="application/vnd.openxmlformats-officedocument.presentationml.tags+xml"/>
  <ns0:Override PartName="/ppt/tags/tag265.xml" ContentType="application/vnd.openxmlformats-officedocument.presentationml.tags+xml"/>
  <ns0:Override PartName="/ppt/tags/tag266.xml" ContentType="application/vnd.openxmlformats-officedocument.presentationml.tags+xml"/>
  <ns0:Override PartName="/ppt/tags/tag267.xml" ContentType="application/vnd.openxmlformats-officedocument.presentationml.tags+xml"/>
  <ns0:Override PartName="/ppt/tags/tag268.xml" ContentType="application/vnd.openxmlformats-officedocument.presentationml.tags+xml"/>
  <ns0:Override PartName="/ppt/tags/tag269.xml" ContentType="application/vnd.openxmlformats-officedocument.presentationml.tags+xml"/>
  <ns0:Override PartName="/ppt/tags/tag270.xml" ContentType="application/vnd.openxmlformats-officedocument.presentationml.tags+xml"/>
  <ns0:Override PartName="/ppt/tags/tag271.xml" ContentType="application/vnd.openxmlformats-officedocument.presentationml.tags+xml"/>
  <ns0:Override PartName="/ppt/tags/tag272.xml" ContentType="application/vnd.openxmlformats-officedocument.presentationml.tags+xml"/>
  <ns0:Override PartName="/ppt/tags/tag273.xml" ContentType="application/vnd.openxmlformats-officedocument.presentationml.tags+xml"/>
  <ns0:Override PartName="/ppt/tags/tag274.xml" ContentType="application/vnd.openxmlformats-officedocument.presentationml.tags+xml"/>
  <ns0:Override PartName="/ppt/tags/tag275.xml" ContentType="application/vnd.openxmlformats-officedocument.presentationml.tags+xml"/>
  <ns0:Override PartName="/ppt/tags/tag276.xml" ContentType="application/vnd.openxmlformats-officedocument.presentationml.tags+xml"/>
  <ns0:Override PartName="/ppt/tags/tag277.xml" ContentType="application/vnd.openxmlformats-officedocument.presentationml.tags+xml"/>
  <ns0:Override PartName="/ppt/notesSlides/notesSlide12.xml" ContentType="application/vnd.openxmlformats-officedocument.presentationml.notesSlide+xml"/>
  <ns0:Override PartName="/docProps/core.xml" ContentType="application/vnd.openxmlformats-package.core-properties+xml"/>
  <ns0:Override PartName="/docProps/app.xml" ContentType="application/vnd.openxmlformats-officedocument.extended-properties+xml"/>
  <ns0:Default Extension="mp4" ContentType="video/mp4"/>
  <ns0:Default Extension="png" ContentType="image/png"/>
</ns0: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zh-TW">
        <a:latin typeface="Segoe UI"/>
        <a:ea typeface="Microsoft JhengHei"/>
        <a:cs typeface="Segoe UI"/>
      </a:defRPr>
    </a:defPPr>
    <a:lvl1pPr marL="0" algn="l" defTabSz="457200" rtl="0" eaLnBrk="1" latinLnBrk="0" hangingPunct="1">
      <a:defRPr lang="zh-TW" sz="1800" kern="1200">
        <a:solidFill>
          <a:schemeClr val="tx1"/>
        </a:solidFill>
        <a:latin typeface="Segoe UI"/>
        <a:ea typeface="Microsoft JhengHei"/>
        <a:cs typeface="Segoe UI"/>
      </a:defRPr>
    </a:lvl1pPr>
    <a:lvl2pPr marL="457200" algn="l" defTabSz="457200" rtl="0" eaLnBrk="1" latinLnBrk="0" hangingPunct="1">
      <a:defRPr lang="zh-TW" sz="1800" kern="1200">
        <a:solidFill>
          <a:schemeClr val="tx1"/>
        </a:solidFill>
        <a:latin typeface="Segoe UI"/>
        <a:ea typeface="Microsoft JhengHei"/>
        <a:cs typeface="Segoe UI"/>
      </a:defRPr>
    </a:lvl2pPr>
    <a:lvl3pPr marL="914400" algn="l" defTabSz="457200" rtl="0" eaLnBrk="1" latinLnBrk="0" hangingPunct="1">
      <a:defRPr lang="zh-TW" sz="1800" kern="1200">
        <a:solidFill>
          <a:schemeClr val="tx1"/>
        </a:solidFill>
        <a:latin typeface="Segoe UI"/>
        <a:ea typeface="Microsoft JhengHei"/>
        <a:cs typeface="Segoe UI"/>
      </a:defRPr>
    </a:lvl3pPr>
    <a:lvl4pPr marL="1371600" algn="l" defTabSz="457200" rtl="0" eaLnBrk="1" latinLnBrk="0" hangingPunct="1">
      <a:defRPr lang="zh-TW" sz="1800" kern="1200">
        <a:solidFill>
          <a:schemeClr val="tx1"/>
        </a:solidFill>
        <a:latin typeface="Segoe UI"/>
        <a:ea typeface="Microsoft JhengHei"/>
        <a:cs typeface="Segoe UI"/>
      </a:defRPr>
    </a:lvl4pPr>
    <a:lvl5pPr marL="1828800" algn="l" defTabSz="457200" rtl="0" eaLnBrk="1" latinLnBrk="0" hangingPunct="1">
      <a:defRPr lang="zh-TW" sz="1800" kern="1200">
        <a:solidFill>
          <a:schemeClr val="tx1"/>
        </a:solidFill>
        <a:latin typeface="Segoe UI"/>
        <a:ea typeface="Microsoft JhengHei"/>
        <a:cs typeface="Segoe UI"/>
      </a:defRPr>
    </a:lvl5pPr>
    <a:lvl6pPr marL="2286000" algn="l" defTabSz="457200" rtl="0" eaLnBrk="1" latinLnBrk="0" hangingPunct="1">
      <a:defRPr lang="zh-TW" sz="1800" kern="1200">
        <a:solidFill>
          <a:schemeClr val="tx1"/>
        </a:solidFill>
        <a:latin typeface="Segoe UI"/>
        <a:ea typeface="Microsoft JhengHei"/>
        <a:cs typeface="Segoe UI"/>
      </a:defRPr>
    </a:lvl6pPr>
    <a:lvl7pPr marL="2743200" algn="l" defTabSz="457200" rtl="0" eaLnBrk="1" latinLnBrk="0" hangingPunct="1">
      <a:defRPr lang="zh-TW" sz="1800" kern="1200">
        <a:solidFill>
          <a:schemeClr val="tx1"/>
        </a:solidFill>
        <a:latin typeface="Segoe UI"/>
        <a:ea typeface="Microsoft JhengHei"/>
        <a:cs typeface="Segoe UI"/>
      </a:defRPr>
    </a:lvl7pPr>
    <a:lvl8pPr marL="3200400" algn="l" defTabSz="457200" rtl="0" eaLnBrk="1" latinLnBrk="0" hangingPunct="1">
      <a:defRPr lang="zh-TW" sz="1800" kern="1200">
        <a:solidFill>
          <a:schemeClr val="tx1"/>
        </a:solidFill>
        <a:latin typeface="Segoe UI"/>
        <a:ea typeface="Microsoft JhengHei"/>
        <a:cs typeface="Segoe UI"/>
      </a:defRPr>
    </a:lvl8pPr>
    <a:lvl9pPr marL="3657600" algn="l" defTabSz="457200" rtl="0" eaLnBrk="1" latinLnBrk="0" hangingPunct="1">
      <a:defRPr lang="zh-TW" sz="1800" kern="1200">
        <a:solidFill>
          <a:schemeClr val="tx1"/>
        </a:solidFill>
        <a:latin typeface="Segoe UI"/>
        <a:ea typeface="Microsoft JhengHei"/>
        <a:cs typeface="Segoe UI"/>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zh-TW">
              <a:latin typeface="Segoe UI"/>
              <a:ea typeface="Microsoft JhengHei"/>
              <a:cs typeface="Segoe UI"/>
            </a:endParaRPr>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zh-TW">
              <a:latin typeface="Segoe UI"/>
              <a:ea typeface="Microsoft JhengHei"/>
              <a:cs typeface="Segoe UI"/>
            </a:endParaRP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zh-TW">
              <a:latin typeface="Segoe UI"/>
              <a:ea typeface="Microsoft JhengHei"/>
              <a:cs typeface="Segoe UI"/>
            </a:endParaRPr>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zh-TW">
              <a:latin typeface="Segoe UI"/>
              <a:ea typeface="Microsoft JhengHei"/>
              <a:cs typeface="Segoe UI"/>
            </a:endParaRP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zh-TW">
              <a:latin typeface="Segoe UI"/>
              <a:ea typeface="Microsoft JhengHei"/>
              <a:cs typeface="Segoe UI"/>
            </a:endParaRPr>
          </a:p>
        </p:txBody>
      </p:sp>
    </p:spTree>
  </p:cSld>
  <p:clrMap bg1="lt1" tx1="dk1" bg2="lt2" tx2="dk2" accent1="accent1" accent2="accent2" accent3="accent3" accent4="accent4" accent5="accent5" accent6="accent6" hlink="hlink" folHlink="folHlink"/>
  <p:hf/>
  <p:notesStyle>
    <a:lvl1pPr marL="0" algn="l">
      <a:defRPr lang="zh-TW" sz="1200">
        <a:latin typeface="Segoe UI"/>
        <a:ea typeface="Microsoft JhengHei"/>
        <a:cs typeface="Segoe UI"/>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各位評審好，我們的作品是「融合新型內容相依時序方向模型入侵偵測與任務導向檢索增強稽核之AI資安框架」。一句話說，就是讓每一個告警，都有依據、有證據、可回復。先請看三十秒影片。</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本頁為三十秒、兩倍速內嵌方法動畫，內建配音，進入頁面後播放一次，結束停留；講者不說話，播完手動切到下一頁。</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剛才影片的流程，就是這張架構圖的四個階段。第一，流量表徵：從同一筆流量取出內容、時間差和方向。第二，互補判定：兩個模型一起分析，輸出十七類判定和信心。第三，證據稽核：用判定結果找出最相似的五筆訓練案例，交給本機AI核對。第四，受控回復：規則套用後讀回確認，到期自動撤銷。四個階段綁在同一個事件編號上，從告警到處置可以一路追查。</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先看偵測。兩個模型看的是同一筆流量，但角度不同。CTBM是我們設計的模型，看封包內容、時間差和傳輸方向之間的關係；PBCNN是引用的既有模型，補上短時間內的位元組模式。兩邊結果先校準，再經過融合閘門，合成一次正式的十七類判定。除了類別，我們也保留信心分數和五百一十二維的流量表徵，直接帶到下一步去找證據。</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第二步是找證據。我們把五百一十二維流量表徵，加上十七維類別機率，組成五百二十九維的任務向量，到案例庫找出最像的前五筆案例。案例庫只用訓練資料，查詢和訓練沒有重疊。接著本機AI拿正式判定和這五筆案例互相核對，回答支持、複核或不確定。AI只負責稽核，不會改掉正式分類，而且全程在本機執行，不呼叫外部AP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AI支持之後，也不是直接封鎖。策略閘門會再檢查信心、證據、允許的動作、範圍和期限，通過了才套用規則，接著讀回確認規則真的生效，到期自動撤銷並確認服務恢復。複核和不確定的事件只做監測或蒐證。我們用六種隔離TCP情境驗證：四種套用規則、兩種監測蒐證，六種都完整回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接著看成果。偵測使用同一份一萬八千九百九十八筆封存測試資料。Macro-F1方面，PBCNN是百分之七十九點七五，CTBM是九十二點一零，融合後提升到九十三點零五；整體準確率是百分之九十八點零八。</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檢索部分，案例庫有一千五百五十筆訓練案例，四百六十三筆查詢的前五筆命中率是百分之九十七點六二。同樣這四百六十三筆交給本機AI稽核：四百一十五筆支持、十三筆複核、三十五筆不確定，支持精確率百分之九十七點一一。這些是分階段量測，分別代表檢索和稽核的表現，不是一個合併的防禦率。</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總結來說，我們讓告警不只是一聲警報，而是一條有判定、有證據、可稽核、可回復的完整紀錄。謝謝各位評審，敬請指教。</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Q1：創新在哪裡？與一般 IDS 加上 RAG 有何不同？</a:t>
            </a:r>
          </a:p>
          <a:p>
            <a:endParaRPr lang="zh-TW" dirty="0">
              <a:latin typeface="Segoe UI"/>
              <a:ea typeface="Microsoft JhengHei"/>
              <a:cs typeface="Segoe UI"/>
            </a:endParaRPr>
          </a:p>
          <a:p>
            <a:r>
              <a:rPr lang="zh-TW" dirty="0">
                <a:latin typeface="Segoe UI"/>
                <a:ea typeface="Microsoft JhengHei"/>
                <a:cs typeface="Segoe UI"/>
              </a:rPr>
              <a:t>把流量表徵與類別機率組成任務向量，檢索相關證據。AI 保留正式分類，同一事件一路連到策略與回復回條。互補判定 → 案例檢索 → 證據稽核 → 受控處置。</a:t>
            </a:r>
          </a:p>
          <a:p>
            <a:endParaRPr lang="zh-TW" dirty="0">
              <a:latin typeface="Segoe UI"/>
              <a:ea typeface="Microsoft JhengHei"/>
              <a:cs typeface="Segoe UI"/>
            </a:endParaRPr>
          </a:p>
          <a:p>
            <a:r>
              <a:rPr lang="zh-TW" dirty="0">
                <a:latin typeface="Segoe UI"/>
                <a:ea typeface="Microsoft JhengHei"/>
                <a:cs typeface="Segoe UI"/>
              </a:rPr>
              <a:t>Q2：如何證明前段判斷與後段處置已經串起來？</a:t>
            </a:r>
          </a:p>
          <a:p>
            <a:endParaRPr lang="zh-TW" dirty="0">
              <a:latin typeface="Segoe UI"/>
              <a:ea typeface="Microsoft JhengHei"/>
              <a:cs typeface="Segoe UI"/>
            </a:endParaRPr>
          </a:p>
          <a:p>
            <a:r>
              <a:rPr lang="zh-TW" dirty="0">
                <a:latin typeface="Segoe UI"/>
                <a:ea typeface="Microsoft JhengHei"/>
                <a:cs typeface="Segoe UI"/>
              </a:rPr>
              <a:t>17 類本機推論與 AI 稽核已逐類執行，產物使用同一事件 ID。6 種隔離情境的回條綁定同次執行，過期執行 ID 會被拒絕。分類、Top-5、Judge、策略與回條綁定同一事件。</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Q3：評估資料如何切分？案例庫是否洩漏測試答案？</a:t>
            </a:r>
          </a:p>
          <a:p>
            <a:endParaRPr lang="zh-TW" dirty="0">
              <a:latin typeface="Segoe UI"/>
              <a:ea typeface="Microsoft JhengHei"/>
              <a:cs typeface="Segoe UI"/>
            </a:endParaRPr>
          </a:p>
          <a:p>
            <a:r>
              <a:rPr lang="zh-TW" dirty="0">
                <a:latin typeface="Segoe UI"/>
                <a:ea typeface="Microsoft JhengHei"/>
                <a:cs typeface="Segoe UI"/>
              </a:rPr>
              <a:t>偵測比較使用相同 18,998 筆測試；案例庫只由訓練資料建立。檢索使用 1,550 筆案例、463 筆查詢，訓練與查詢沒有重疊。偵測與檢索分開評估；AI 輸入不包含真實標籤。</a:t>
            </a:r>
          </a:p>
          <a:p>
            <a:endParaRPr lang="zh-TW" dirty="0">
              <a:latin typeface="Segoe UI"/>
              <a:ea typeface="Microsoft JhengHei"/>
              <a:cs typeface="Segoe UI"/>
            </a:endParaRPr>
          </a:p>
          <a:p>
            <a:r>
              <a:rPr lang="zh-TW" dirty="0">
                <a:latin typeface="Segoe UI"/>
                <a:ea typeface="Microsoft JhengHei"/>
                <a:cs typeface="Segoe UI"/>
              </a:rPr>
              <a:t>Q4：AI 若支持錯誤判斷，如何避免直接誤封？</a:t>
            </a:r>
          </a:p>
          <a:p>
            <a:endParaRPr lang="zh-TW" dirty="0">
              <a:latin typeface="Segoe UI"/>
              <a:ea typeface="Microsoft JhengHei"/>
              <a:cs typeface="Segoe UI"/>
            </a:endParaRPr>
          </a:p>
          <a:p>
            <a:r>
              <a:rPr lang="zh-TW" dirty="0">
                <a:latin typeface="Segoe UI"/>
                <a:ea typeface="Microsoft JhengHei"/>
                <a:cs typeface="Segoe UI"/>
              </a:rPr>
              <a:t>30 筆偵測誤判有 18 筆分流；其餘 12 筆仍獲 AI 支持。處置另經信心、政策、動作白名單與期限檢查，並可到期撤銷。AI 不改寫正式分類；複核／不確定走監測或蒐證。</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Q5：6/6 是否代表各種真實攻擊都能完全防住？</a:t>
            </a:r>
          </a:p>
          <a:p>
            <a:endParaRPr lang="zh-TW" dirty="0">
              <a:latin typeface="Segoe UI"/>
              <a:ea typeface="Microsoft JhengHei"/>
              <a:cs typeface="Segoe UI"/>
            </a:endParaRPr>
          </a:p>
          <a:p>
            <a:r>
              <a:rPr lang="zh-TW" dirty="0">
                <a:latin typeface="Segoe UI"/>
                <a:ea typeface="Microsoft JhengHei"/>
                <a:cs typeface="Segoe UI"/>
              </a:rPr>
              <a:t>6/6 指隔離 TCP 情境中的背景服務保留及回復完整性。4 種情境套用規則、2 種監測或蒐證；不等同真實攻擊防禦率。偵測 Accuracy 98.08%、Macro-F1 93.05% 另依測試集計算。</a:t>
            </a:r>
          </a:p>
          <a:p>
            <a:endParaRPr lang="zh-TW" dirty="0">
              <a:latin typeface="Segoe UI"/>
              <a:ea typeface="Microsoft JhengHei"/>
              <a:cs typeface="Segoe UI"/>
            </a:endParaRPr>
          </a:p>
          <a:p>
            <a:r>
              <a:rPr lang="zh-TW" dirty="0">
                <a:latin typeface="Segoe UI"/>
                <a:ea typeface="Microsoft JhengHei"/>
                <a:cs typeface="Segoe UI"/>
              </a:rPr>
              <a:t>Q6：如何部署、保護資料，並接到既有環境？</a:t>
            </a:r>
          </a:p>
          <a:p>
            <a:endParaRPr lang="zh-TW" dirty="0">
              <a:latin typeface="Segoe UI"/>
              <a:ea typeface="Microsoft JhengHei"/>
              <a:cs typeface="Segoe UI"/>
            </a:endParaRPr>
          </a:p>
          <a:p>
            <a:r>
              <a:rPr lang="zh-TW" dirty="0">
                <a:latin typeface="Segoe UI"/>
                <a:ea typeface="Microsoft JhengHei"/>
                <a:cs typeface="Segoe UI"/>
              </a:rPr>
              <a:t>本機 GPU 模型與本機案例庫處理事件，敏感欄位先遮罩。17 類已以前處理張量驗證；場域接入依資料介面配置。本機 AI 稽核；私有權重、輸入及逐筆回覆不公開。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ls_editorial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altLang="zh-TW" smtClean="0">
                <a:latin typeface="Segoe UI"/>
                <a:ea typeface="Microsoft JhengHei"/>
                <a:cs typeface="Segoe UI"/>
              </a:rPr>
              <a:t>10/31/2026</a:t>
            </a:fld>
            <a:endParaRPr lang="zh-TW">
              <a:latin typeface="Segoe UI"/>
              <a:ea typeface="Microsoft JhengHei"/>
              <a:cs typeface="Segoe UI"/>
            </a:endParaRPr>
          </a:p>
        </p:txBody>
      </p:sp>
      <p:sp>
        <p:nvSpPr>
          <p:cNvPr id="3" name="Footer Placeholder 2"/>
          <p:cNvSpPr>
            <a:spLocks noGrp="1"/>
          </p:cNvSpPr>
          <p:nvPr>
            <p:ph type="ftr" sz="quarter" idx="11"/>
          </p:nvPr>
        </p:nvSpPr>
        <p:spPr/>
        <p:txBody>
          <a:bodyPr/>
          <a:lstStyle/>
          <a:p>
            <a:endParaRPr lang="zh-TW">
              <a:latin typeface="Segoe UI"/>
              <a:ea typeface="Microsoft JhengHei"/>
              <a:cs typeface="Segoe UI"/>
            </a:endParaRPr>
          </a:p>
        </p:txBody>
      </p:sp>
      <p:sp>
        <p:nvSpPr>
          <p:cNvPr id="4" name="Slide Number Placeholder 3"/>
          <p:cNvSpPr>
            <a:spLocks noGrp="1"/>
          </p:cNvSpPr>
          <p:nvPr>
            <p:ph type="sldNum" sz="quarter" idx="12"/>
          </p:nvPr>
        </p:nvSpPr>
        <p:spPr/>
        <p:txBody>
          <a:bodyPr/>
          <a:lstStyle/>
          <a:p>
            <a:fld id="{C1FF6DA9-008F-8B48-92A6-B652298478BF}" type="slidenum">
              <a:rPr lang="zh-TW" smtClean="0">
                <a:latin typeface="Segoe UI"/>
                <a:ea typeface="Microsoft JhengHei"/>
                <a:cs typeface="Segoe UI"/>
              </a:rPr>
              <a:t>‹#›</a:t>
            </a:fld>
            <a:endParaRPr lang="zh-TW">
              <a:latin typeface="Segoe UI"/>
              <a:ea typeface="Microsoft JhengHei"/>
              <a:cs typeface="Segoe UI"/>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ls_editorial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zh-TW" sz="1200">
                <a:solidFill>
                  <a:schemeClr val="tx1">
                    <a:tint val="75000"/>
                  </a:schemeClr>
                </a:solidFill>
                <a:latin typeface="Segoe UI"/>
                <a:ea typeface="Microsoft JhengHei"/>
                <a:cs typeface="Segoe UI"/>
              </a:defRPr>
            </a:lvl1pPr>
          </a:lstStyle>
          <a:p>
            <a:fld id="{5BCAD085-E8A6-8845-BD4E-CB4CCA059FC4}" type="datetimeFigureOut">
              <a:rPr lang="en-US" altLang="zh-TW" smtClean="0">
                <a:latin typeface="Segoe UI"/>
                <a:ea typeface="Microsoft JhengHei"/>
                <a:cs typeface="Segoe UI"/>
              </a:rPr>
              <a:t>10/31/2026</a:t>
            </a:fld>
            <a:endParaRPr lang="zh-TW">
              <a:latin typeface="Segoe UI"/>
              <a:ea typeface="Microsoft JhengHei"/>
              <a:cs typeface="Segoe UI"/>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zh-TW" sz="1200">
                <a:solidFill>
                  <a:schemeClr val="tx1">
                    <a:tint val="75000"/>
                  </a:schemeClr>
                </a:solidFill>
                <a:latin typeface="Segoe UI"/>
                <a:ea typeface="Microsoft JhengHei"/>
                <a:cs typeface="Segoe UI"/>
              </a:defRPr>
            </a:lvl1pPr>
          </a:lstStyle>
          <a:p>
            <a:endParaRPr lang="zh-TW">
              <a:latin typeface="Segoe UI"/>
              <a:ea typeface="Microsoft JhengHei"/>
              <a:cs typeface="Segoe UI"/>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zh-TW" sz="1200">
                <a:solidFill>
                  <a:schemeClr val="tx1">
                    <a:tint val="75000"/>
                  </a:schemeClr>
                </a:solidFill>
                <a:latin typeface="Segoe UI"/>
                <a:ea typeface="Microsoft JhengHei"/>
                <a:cs typeface="Segoe UI"/>
              </a:defRPr>
            </a:lvl1pPr>
          </a:lstStyle>
          <a:p>
            <a:fld id="{C1FF6DA9-008F-8B48-92A6-B652298478BF}" type="slidenum">
              <a:rPr lang="zh-TW" smtClean="0">
                <a:latin typeface="Segoe UI"/>
                <a:ea typeface="Microsoft JhengHei"/>
                <a:cs typeface="Segoe UI"/>
              </a:rPr>
              <a:t>‹#›</a:t>
            </a:fld>
            <a:endParaRPr lang="zh-TW">
              <a:latin typeface="Segoe UI"/>
              <a:ea typeface="Microsoft JhengHei"/>
              <a:cs typeface="Segoe UI"/>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zh-TW" sz="2850" kern="1200">
          <a:solidFill>
            <a:schemeClr val="tx1"/>
          </a:solidFill>
          <a:latin typeface="Segoe UI"/>
          <a:ea typeface="Microsoft JhengHei"/>
          <a:cs typeface="Segoe UI"/>
        </a:defRPr>
      </a:lvl1pPr>
    </p:titleStyle>
    <p:bodyStyle>
      <a:lvl1pPr marL="342900" indent="-342900" algn="l" defTabSz="457200" rtl="0" eaLnBrk="1" latinLnBrk="0" hangingPunct="1">
        <a:spcBef>
          <a:spcPct val="20000"/>
        </a:spcBef>
        <a:buFont typeface="Segoe UI"/>
        <a:buChar char="•"/>
        <a:defRPr lang="zh-TW" sz="1500" kern="1200">
          <a:solidFill>
            <a:schemeClr val="tx1"/>
          </a:solidFill>
          <a:latin typeface="Segoe UI"/>
          <a:ea typeface="Microsoft JhengHei"/>
          <a:cs typeface="Segoe UI"/>
        </a:defRPr>
      </a:lvl1pPr>
      <a:lvl2pPr marL="742950" indent="-285750" algn="l" defTabSz="457200" rtl="0" eaLnBrk="1" latinLnBrk="0" hangingPunct="1">
        <a:spcBef>
          <a:spcPct val="20000"/>
        </a:spcBef>
        <a:buFont typeface="Segoe UI"/>
        <a:buChar char="–"/>
        <a:defRPr lang="zh-TW" sz="1400" kern="1200">
          <a:solidFill>
            <a:schemeClr val="tx1"/>
          </a:solidFill>
          <a:latin typeface="Segoe UI"/>
          <a:ea typeface="Microsoft JhengHei"/>
          <a:cs typeface="Segoe UI"/>
        </a:defRPr>
      </a:lvl2pPr>
      <a:lvl3pPr marL="1143000" indent="-228600" algn="l" defTabSz="457200" rtl="0" eaLnBrk="1" latinLnBrk="0" hangingPunct="1">
        <a:spcBef>
          <a:spcPct val="20000"/>
        </a:spcBef>
        <a:buFont typeface="Segoe UI"/>
        <a:buChar char="•"/>
        <a:defRPr lang="zh-TW" sz="1300" kern="1200">
          <a:solidFill>
            <a:schemeClr val="tx1"/>
          </a:solidFill>
          <a:latin typeface="Segoe UI"/>
          <a:ea typeface="Microsoft JhengHei"/>
          <a:cs typeface="Segoe UI"/>
        </a:defRPr>
      </a:lvl3pPr>
      <a:lvl4pPr marL="1600200" indent="-228600" algn="l" defTabSz="457200" rtl="0" eaLnBrk="1" latinLnBrk="0" hangingPunct="1">
        <a:spcBef>
          <a:spcPct val="20000"/>
        </a:spcBef>
        <a:buFont typeface="Segoe UI"/>
        <a:buChar char="–"/>
        <a:defRPr lang="zh-TW" sz="1200" kern="1200">
          <a:solidFill>
            <a:schemeClr val="tx1"/>
          </a:solidFill>
          <a:latin typeface="Segoe UI"/>
          <a:ea typeface="Microsoft JhengHei"/>
          <a:cs typeface="Segoe UI"/>
        </a:defRPr>
      </a:lvl4pPr>
      <a:lvl5pPr marL="2057400" indent="-228600" algn="l" defTabSz="457200" rtl="0" eaLnBrk="1" latinLnBrk="0" hangingPunct="1">
        <a:spcBef>
          <a:spcPct val="20000"/>
        </a:spcBef>
        <a:buFont typeface="Segoe UI"/>
        <a:buChar char="»"/>
        <a:defRPr lang="zh-TW" sz="1100" kern="1200">
          <a:solidFill>
            <a:schemeClr val="tx1"/>
          </a:solidFill>
          <a:latin typeface="Segoe UI"/>
          <a:ea typeface="Microsoft JhengHei"/>
          <a:cs typeface="Segoe UI"/>
        </a:defRPr>
      </a:lvl5pPr>
      <a:lvl6pPr marL="2514600" indent="-228600" algn="l" defTabSz="457200" rtl="0" eaLnBrk="1" latinLnBrk="0" hangingPunct="1">
        <a:spcBef>
          <a:spcPct val="20000"/>
        </a:spcBef>
        <a:buFont typeface="Segoe UI"/>
        <a:buChar char="•"/>
        <a:defRPr lang="zh-TW" sz="1050" kern="1200">
          <a:solidFill>
            <a:schemeClr val="tx1"/>
          </a:solidFill>
          <a:latin typeface="Segoe UI"/>
          <a:ea typeface="Microsoft JhengHei"/>
          <a:cs typeface="Segoe UI"/>
        </a:defRPr>
      </a:lvl6pPr>
      <a:lvl7pPr marL="2971800" indent="-228600" algn="l" defTabSz="457200" rtl="0" eaLnBrk="1" latinLnBrk="0" hangingPunct="1">
        <a:spcBef>
          <a:spcPct val="20000"/>
        </a:spcBef>
        <a:buFont typeface="Segoe UI"/>
        <a:buChar char="•"/>
        <a:defRPr lang="zh-TW" sz="950" kern="1200">
          <a:solidFill>
            <a:schemeClr val="tx1"/>
          </a:solidFill>
          <a:latin typeface="Segoe UI"/>
          <a:ea typeface="Microsoft JhengHei"/>
          <a:cs typeface="Segoe UI"/>
        </a:defRPr>
      </a:lvl7pPr>
      <a:lvl8pPr marL="3429000" indent="-228600" algn="l" defTabSz="457200" rtl="0" eaLnBrk="1" latinLnBrk="0" hangingPunct="1">
        <a:spcBef>
          <a:spcPct val="20000"/>
        </a:spcBef>
        <a:buFont typeface="Segoe UI"/>
        <a:buChar char="•"/>
        <a:defRPr lang="zh-TW" sz="850" kern="1200">
          <a:solidFill>
            <a:schemeClr val="tx1"/>
          </a:solidFill>
          <a:latin typeface="Segoe UI"/>
          <a:ea typeface="Microsoft JhengHei"/>
          <a:cs typeface="Segoe UI"/>
        </a:defRPr>
      </a:lvl8pPr>
      <a:lvl9pPr marL="3886200" indent="-228600" algn="l" defTabSz="457200" rtl="0" eaLnBrk="1" latinLnBrk="0" hangingPunct="1">
        <a:spcBef>
          <a:spcPct val="20000"/>
        </a:spcBef>
        <a:buFont typeface="Segoe UI"/>
        <a:buChar char="•"/>
        <a:defRPr lang="zh-TW" sz="800" kern="1200">
          <a:solidFill>
            <a:schemeClr val="tx1"/>
          </a:solidFill>
          <a:latin typeface="Segoe UI"/>
          <a:ea typeface="Microsoft JhengHei"/>
          <a:cs typeface="Segoe UI"/>
        </a:defRPr>
      </a:lvl9pPr>
    </p:bodyStyle>
    <p:otherStyle>
      <a:defPPr>
        <a:defRPr lang="zh-TW">
          <a:latin typeface="Segoe UI"/>
          <a:ea typeface="Microsoft JhengHei"/>
          <a:cs typeface="Segoe UI"/>
        </a:defRPr>
      </a:defPPr>
      <a:lvl1pPr marL="0" algn="l" defTabSz="457200" rtl="0" eaLnBrk="1" latinLnBrk="0" hangingPunct="1">
        <a:defRPr lang="zh-TW" sz="1500" kern="1200">
          <a:solidFill>
            <a:schemeClr val="tx1"/>
          </a:solidFill>
          <a:latin typeface="Segoe UI"/>
          <a:ea typeface="Microsoft JhengHei"/>
          <a:cs typeface="Segoe UI"/>
        </a:defRPr>
      </a:lvl1pPr>
      <a:lvl2pPr marL="457200" algn="l" defTabSz="457200" rtl="0" eaLnBrk="1" latinLnBrk="0" hangingPunct="1">
        <a:defRPr lang="zh-TW" sz="1400" kern="1200">
          <a:solidFill>
            <a:schemeClr val="tx1"/>
          </a:solidFill>
          <a:latin typeface="Segoe UI"/>
          <a:ea typeface="Microsoft JhengHei"/>
          <a:cs typeface="Segoe UI"/>
        </a:defRPr>
      </a:lvl2pPr>
      <a:lvl3pPr marL="914400" algn="l" defTabSz="457200" rtl="0" eaLnBrk="1" latinLnBrk="0" hangingPunct="1">
        <a:defRPr lang="zh-TW" sz="1300" kern="1200">
          <a:solidFill>
            <a:schemeClr val="tx1"/>
          </a:solidFill>
          <a:latin typeface="Segoe UI"/>
          <a:ea typeface="Microsoft JhengHei"/>
          <a:cs typeface="Segoe UI"/>
        </a:defRPr>
      </a:lvl3pPr>
      <a:lvl4pPr marL="1371600" algn="l" defTabSz="457200" rtl="0" eaLnBrk="1" latinLnBrk="0" hangingPunct="1">
        <a:defRPr lang="zh-TW" sz="1200" kern="1200">
          <a:solidFill>
            <a:schemeClr val="tx1"/>
          </a:solidFill>
          <a:latin typeface="Segoe UI"/>
          <a:ea typeface="Microsoft JhengHei"/>
          <a:cs typeface="Segoe UI"/>
        </a:defRPr>
      </a:lvl4pPr>
      <a:lvl5pPr marL="1828800" algn="l" defTabSz="457200" rtl="0" eaLnBrk="1" latinLnBrk="0" hangingPunct="1">
        <a:defRPr lang="zh-TW" sz="1100" kern="1200">
          <a:solidFill>
            <a:schemeClr val="tx1"/>
          </a:solidFill>
          <a:latin typeface="Segoe UI"/>
          <a:ea typeface="Microsoft JhengHei"/>
          <a:cs typeface="Segoe UI"/>
        </a:defRPr>
      </a:lvl5pPr>
      <a:lvl6pPr marL="2286000" algn="l" defTabSz="457200" rtl="0" eaLnBrk="1" latinLnBrk="0" hangingPunct="1">
        <a:defRPr lang="zh-TW" sz="1050" kern="1200">
          <a:solidFill>
            <a:schemeClr val="tx1"/>
          </a:solidFill>
          <a:latin typeface="Segoe UI"/>
          <a:ea typeface="Microsoft JhengHei"/>
          <a:cs typeface="Segoe UI"/>
        </a:defRPr>
      </a:lvl6pPr>
      <a:lvl7pPr marL="2743200" algn="l" defTabSz="457200" rtl="0" eaLnBrk="1" latinLnBrk="0" hangingPunct="1">
        <a:defRPr lang="zh-TW" sz="950" kern="1200">
          <a:solidFill>
            <a:schemeClr val="tx1"/>
          </a:solidFill>
          <a:latin typeface="Segoe UI"/>
          <a:ea typeface="Microsoft JhengHei"/>
          <a:cs typeface="Segoe UI"/>
        </a:defRPr>
      </a:lvl7pPr>
      <a:lvl8pPr marL="3200400" algn="l" defTabSz="457200" rtl="0" eaLnBrk="1" latinLnBrk="0" hangingPunct="1">
        <a:defRPr lang="zh-TW" sz="850" kern="1200">
          <a:solidFill>
            <a:schemeClr val="tx1"/>
          </a:solidFill>
          <a:latin typeface="Segoe UI"/>
          <a:ea typeface="Microsoft JhengHei"/>
          <a:cs typeface="Segoe UI"/>
        </a:defRPr>
      </a:lvl8pPr>
      <a:lvl9pPr marL="3657600" algn="l" defTabSz="457200" rtl="0" eaLnBrk="1" latinLnBrk="0" hangingPunct="1">
        <a:defRPr lang="zh-TW" sz="800" kern="1200">
          <a:solidFill>
            <a:schemeClr val="tx1"/>
          </a:solidFill>
          <a:latin typeface="Segoe UI"/>
          <a:ea typeface="Microsoft JhengHei"/>
          <a:cs typeface="Segoe UI"/>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18" Type="http://schemas.openxmlformats.org/officeDocument/2006/relationships/notesSlide" Target="../notesSlides/notesSlide1.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slideLayout" Target="../slideLayouts/slideLayout1.xml"/><Relationship Id="rId2" Type="http://schemas.openxmlformats.org/officeDocument/2006/relationships/tags" Target="../tags/tag2.xml"/><Relationship Id="rId16" Type="http://schemas.openxmlformats.org/officeDocument/2006/relationships/tags" Target="../tags/tag16.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tags" Target="../tags/tag1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s>
</file>

<file path=ppt/slides/_rels/slide2.xml.rels><?xml version='1.0' encoding='utf-8'?>
<ns0:Relationships xmlns:ns0="http://schemas.openxmlformats.org/package/2006/relationships"><ns0:Relationship Id="rId3" Type="http://schemas.openxmlformats.org/officeDocument/2006/relationships/slideLayout" Target="../slideLayouts/slideLayout1.xml" /><ns0:Relationship Id="rId2" Type="http://schemas.openxmlformats.org/officeDocument/2006/relationships/video" Target="../media/opening-film.mp4" /><ns0:Relationship Id="rId1" Type="http://schemas.microsoft.com/office/2007/relationships/media" Target="../media/opening-film.mp4" /><ns0:Relationship Id="rId5" Type="http://schemas.openxmlformats.org/officeDocument/2006/relationships/image" Target="../media/opening-poster.png" /><ns0:Relationship Id="rId4" Type="http://schemas.openxmlformats.org/officeDocument/2006/relationships/notesSlide" Target="../notesSlides/notesSlide2.xml" /></ns0:Relationships>
</file>

<file path=ppt/slides/_rels/slide3.xml.rels><?xml version="1.0" encoding="UTF-8" standalone="yes"?>
<Relationships xmlns="http://schemas.openxmlformats.org/package/2006/relationships"><Relationship Id="rId13" Type="http://schemas.openxmlformats.org/officeDocument/2006/relationships/tags" Target="../tags/tag35.xml"/><Relationship Id="rId18" Type="http://schemas.openxmlformats.org/officeDocument/2006/relationships/tags" Target="../tags/tag40.xml"/><Relationship Id="rId26" Type="http://schemas.openxmlformats.org/officeDocument/2006/relationships/tags" Target="../tags/tag48.xml"/><Relationship Id="rId39" Type="http://schemas.openxmlformats.org/officeDocument/2006/relationships/tags" Target="../tags/tag61.xml"/><Relationship Id="rId21" Type="http://schemas.openxmlformats.org/officeDocument/2006/relationships/tags" Target="../tags/tag43.xml"/><Relationship Id="rId34" Type="http://schemas.openxmlformats.org/officeDocument/2006/relationships/tags" Target="../tags/tag56.xml"/><Relationship Id="rId42" Type="http://schemas.openxmlformats.org/officeDocument/2006/relationships/tags" Target="../tags/tag64.xml"/><Relationship Id="rId47" Type="http://schemas.openxmlformats.org/officeDocument/2006/relationships/tags" Target="../tags/tag69.xml"/><Relationship Id="rId50" Type="http://schemas.openxmlformats.org/officeDocument/2006/relationships/tags" Target="../tags/tag72.xml"/><Relationship Id="rId7" Type="http://schemas.openxmlformats.org/officeDocument/2006/relationships/tags" Target="../tags/tag29.xml"/><Relationship Id="rId2" Type="http://schemas.openxmlformats.org/officeDocument/2006/relationships/tags" Target="../tags/tag24.xml"/><Relationship Id="rId16" Type="http://schemas.openxmlformats.org/officeDocument/2006/relationships/tags" Target="../tags/tag38.xml"/><Relationship Id="rId29" Type="http://schemas.openxmlformats.org/officeDocument/2006/relationships/tags" Target="../tags/tag51.xml"/><Relationship Id="rId11" Type="http://schemas.openxmlformats.org/officeDocument/2006/relationships/tags" Target="../tags/tag33.xml"/><Relationship Id="rId24" Type="http://schemas.openxmlformats.org/officeDocument/2006/relationships/tags" Target="../tags/tag46.xml"/><Relationship Id="rId32" Type="http://schemas.openxmlformats.org/officeDocument/2006/relationships/tags" Target="../tags/tag54.xml"/><Relationship Id="rId37" Type="http://schemas.openxmlformats.org/officeDocument/2006/relationships/tags" Target="../tags/tag59.xml"/><Relationship Id="rId40" Type="http://schemas.openxmlformats.org/officeDocument/2006/relationships/tags" Target="../tags/tag62.xml"/><Relationship Id="rId45" Type="http://schemas.openxmlformats.org/officeDocument/2006/relationships/tags" Target="../tags/tag67.xml"/><Relationship Id="rId53" Type="http://schemas.openxmlformats.org/officeDocument/2006/relationships/notesSlide" Target="../notesSlides/notesSlide3.xml"/><Relationship Id="rId5" Type="http://schemas.openxmlformats.org/officeDocument/2006/relationships/tags" Target="../tags/tag27.xml"/><Relationship Id="rId10" Type="http://schemas.openxmlformats.org/officeDocument/2006/relationships/tags" Target="../tags/tag32.xml"/><Relationship Id="rId19" Type="http://schemas.openxmlformats.org/officeDocument/2006/relationships/tags" Target="../tags/tag41.xml"/><Relationship Id="rId31" Type="http://schemas.openxmlformats.org/officeDocument/2006/relationships/tags" Target="../tags/tag53.xml"/><Relationship Id="rId44" Type="http://schemas.openxmlformats.org/officeDocument/2006/relationships/tags" Target="../tags/tag66.xml"/><Relationship Id="rId52" Type="http://schemas.openxmlformats.org/officeDocument/2006/relationships/slideLayout" Target="../slideLayouts/slideLayout1.xml"/><Relationship Id="rId4" Type="http://schemas.openxmlformats.org/officeDocument/2006/relationships/tags" Target="../tags/tag26.xml"/><Relationship Id="rId9" Type="http://schemas.openxmlformats.org/officeDocument/2006/relationships/tags" Target="../tags/tag31.xml"/><Relationship Id="rId14" Type="http://schemas.openxmlformats.org/officeDocument/2006/relationships/tags" Target="../tags/tag36.xml"/><Relationship Id="rId22" Type="http://schemas.openxmlformats.org/officeDocument/2006/relationships/tags" Target="../tags/tag44.xml"/><Relationship Id="rId27" Type="http://schemas.openxmlformats.org/officeDocument/2006/relationships/tags" Target="../tags/tag49.xml"/><Relationship Id="rId30" Type="http://schemas.openxmlformats.org/officeDocument/2006/relationships/tags" Target="../tags/tag52.xml"/><Relationship Id="rId35" Type="http://schemas.openxmlformats.org/officeDocument/2006/relationships/tags" Target="../tags/tag57.xml"/><Relationship Id="rId43" Type="http://schemas.openxmlformats.org/officeDocument/2006/relationships/tags" Target="../tags/tag65.xml"/><Relationship Id="rId48" Type="http://schemas.openxmlformats.org/officeDocument/2006/relationships/tags" Target="../tags/tag70.xml"/><Relationship Id="rId8" Type="http://schemas.openxmlformats.org/officeDocument/2006/relationships/tags" Target="../tags/tag30.xml"/><Relationship Id="rId51" Type="http://schemas.openxmlformats.org/officeDocument/2006/relationships/tags" Target="../tags/tag73.xml"/><Relationship Id="rId3" Type="http://schemas.openxmlformats.org/officeDocument/2006/relationships/tags" Target="../tags/tag25.xml"/><Relationship Id="rId12" Type="http://schemas.openxmlformats.org/officeDocument/2006/relationships/tags" Target="../tags/tag34.xml"/><Relationship Id="rId17" Type="http://schemas.openxmlformats.org/officeDocument/2006/relationships/tags" Target="../tags/tag39.xml"/><Relationship Id="rId25" Type="http://schemas.openxmlformats.org/officeDocument/2006/relationships/tags" Target="../tags/tag47.xml"/><Relationship Id="rId33" Type="http://schemas.openxmlformats.org/officeDocument/2006/relationships/tags" Target="../tags/tag55.xml"/><Relationship Id="rId38" Type="http://schemas.openxmlformats.org/officeDocument/2006/relationships/tags" Target="../tags/tag60.xml"/><Relationship Id="rId46" Type="http://schemas.openxmlformats.org/officeDocument/2006/relationships/tags" Target="../tags/tag68.xml"/><Relationship Id="rId20" Type="http://schemas.openxmlformats.org/officeDocument/2006/relationships/tags" Target="../tags/tag42.xml"/><Relationship Id="rId41" Type="http://schemas.openxmlformats.org/officeDocument/2006/relationships/tags" Target="../tags/tag63.xml"/><Relationship Id="rId1" Type="http://schemas.openxmlformats.org/officeDocument/2006/relationships/tags" Target="../tags/tag23.xml"/><Relationship Id="rId6" Type="http://schemas.openxmlformats.org/officeDocument/2006/relationships/tags" Target="../tags/tag28.xml"/><Relationship Id="rId15" Type="http://schemas.openxmlformats.org/officeDocument/2006/relationships/tags" Target="../tags/tag37.xml"/><Relationship Id="rId23" Type="http://schemas.openxmlformats.org/officeDocument/2006/relationships/tags" Target="../tags/tag45.xml"/><Relationship Id="rId28" Type="http://schemas.openxmlformats.org/officeDocument/2006/relationships/tags" Target="../tags/tag50.xml"/><Relationship Id="rId36" Type="http://schemas.openxmlformats.org/officeDocument/2006/relationships/tags" Target="../tags/tag58.xml"/><Relationship Id="rId49" Type="http://schemas.openxmlformats.org/officeDocument/2006/relationships/tags" Target="../tags/tag71.xml"/></Relationships>
</file>

<file path=ppt/slides/_rels/slide4.xml.rels><?xml version="1.0" encoding="UTF-8" standalone="yes"?>
<Relationships xmlns="http://schemas.openxmlformats.org/package/2006/relationships"><Relationship Id="rId8" Type="http://schemas.openxmlformats.org/officeDocument/2006/relationships/tags" Target="../tags/tag81.xml"/><Relationship Id="rId13" Type="http://schemas.openxmlformats.org/officeDocument/2006/relationships/tags" Target="../tags/tag86.xml"/><Relationship Id="rId18" Type="http://schemas.openxmlformats.org/officeDocument/2006/relationships/tags" Target="../tags/tag91.xml"/><Relationship Id="rId3" Type="http://schemas.openxmlformats.org/officeDocument/2006/relationships/tags" Target="../tags/tag76.xml"/><Relationship Id="rId21" Type="http://schemas.openxmlformats.org/officeDocument/2006/relationships/tags" Target="../tags/tag94.xml"/><Relationship Id="rId7" Type="http://schemas.openxmlformats.org/officeDocument/2006/relationships/tags" Target="../tags/tag80.xml"/><Relationship Id="rId12" Type="http://schemas.openxmlformats.org/officeDocument/2006/relationships/tags" Target="../tags/tag85.xml"/><Relationship Id="rId17" Type="http://schemas.openxmlformats.org/officeDocument/2006/relationships/tags" Target="../tags/tag90.xml"/><Relationship Id="rId25" Type="http://schemas.openxmlformats.org/officeDocument/2006/relationships/notesSlide" Target="../notesSlides/notesSlide4.xml"/><Relationship Id="rId2" Type="http://schemas.openxmlformats.org/officeDocument/2006/relationships/tags" Target="../tags/tag75.xml"/><Relationship Id="rId16" Type="http://schemas.openxmlformats.org/officeDocument/2006/relationships/tags" Target="../tags/tag89.xml"/><Relationship Id="rId20" Type="http://schemas.openxmlformats.org/officeDocument/2006/relationships/tags" Target="../tags/tag93.xml"/><Relationship Id="rId1" Type="http://schemas.openxmlformats.org/officeDocument/2006/relationships/tags" Target="../tags/tag74.xml"/><Relationship Id="rId6" Type="http://schemas.openxmlformats.org/officeDocument/2006/relationships/tags" Target="../tags/tag79.xml"/><Relationship Id="rId11" Type="http://schemas.openxmlformats.org/officeDocument/2006/relationships/tags" Target="../tags/tag84.xml"/><Relationship Id="rId24" Type="http://schemas.openxmlformats.org/officeDocument/2006/relationships/slideLayout" Target="../slideLayouts/slideLayout1.xml"/><Relationship Id="rId5" Type="http://schemas.openxmlformats.org/officeDocument/2006/relationships/tags" Target="../tags/tag78.xml"/><Relationship Id="rId15" Type="http://schemas.openxmlformats.org/officeDocument/2006/relationships/tags" Target="../tags/tag88.xml"/><Relationship Id="rId23" Type="http://schemas.openxmlformats.org/officeDocument/2006/relationships/tags" Target="../tags/tag96.xml"/><Relationship Id="rId10" Type="http://schemas.openxmlformats.org/officeDocument/2006/relationships/tags" Target="../tags/tag83.xml"/><Relationship Id="rId19" Type="http://schemas.openxmlformats.org/officeDocument/2006/relationships/tags" Target="../tags/tag92.xml"/><Relationship Id="rId4" Type="http://schemas.openxmlformats.org/officeDocument/2006/relationships/tags" Target="../tags/tag77.xml"/><Relationship Id="rId9" Type="http://schemas.openxmlformats.org/officeDocument/2006/relationships/tags" Target="../tags/tag82.xml"/><Relationship Id="rId14" Type="http://schemas.openxmlformats.org/officeDocument/2006/relationships/tags" Target="../tags/tag87.xml"/><Relationship Id="rId22" Type="http://schemas.openxmlformats.org/officeDocument/2006/relationships/tags" Target="../tags/tag95.xml"/></Relationships>
</file>

<file path=ppt/slides/_rels/slide5.xml.rels><?xml version="1.0" encoding="UTF-8" standalone="yes"?>
<Relationships xmlns="http://schemas.openxmlformats.org/package/2006/relationships"><Relationship Id="rId13" Type="http://schemas.openxmlformats.org/officeDocument/2006/relationships/tags" Target="../tags/tag109.xml"/><Relationship Id="rId18" Type="http://schemas.openxmlformats.org/officeDocument/2006/relationships/tags" Target="../tags/tag114.xml"/><Relationship Id="rId26" Type="http://schemas.openxmlformats.org/officeDocument/2006/relationships/tags" Target="../tags/tag122.xml"/><Relationship Id="rId3" Type="http://schemas.openxmlformats.org/officeDocument/2006/relationships/tags" Target="../tags/tag99.xml"/><Relationship Id="rId21" Type="http://schemas.openxmlformats.org/officeDocument/2006/relationships/tags" Target="../tags/tag117.xml"/><Relationship Id="rId34" Type="http://schemas.openxmlformats.org/officeDocument/2006/relationships/notesSlide" Target="../notesSlides/notesSlide5.xml"/><Relationship Id="rId7" Type="http://schemas.openxmlformats.org/officeDocument/2006/relationships/tags" Target="../tags/tag103.xml"/><Relationship Id="rId12" Type="http://schemas.openxmlformats.org/officeDocument/2006/relationships/tags" Target="../tags/tag108.xml"/><Relationship Id="rId17" Type="http://schemas.openxmlformats.org/officeDocument/2006/relationships/tags" Target="../tags/tag113.xml"/><Relationship Id="rId25" Type="http://schemas.openxmlformats.org/officeDocument/2006/relationships/tags" Target="../tags/tag121.xml"/><Relationship Id="rId33" Type="http://schemas.openxmlformats.org/officeDocument/2006/relationships/slideLayout" Target="../slideLayouts/slideLayout1.xml"/><Relationship Id="rId2" Type="http://schemas.openxmlformats.org/officeDocument/2006/relationships/tags" Target="../tags/tag98.xml"/><Relationship Id="rId16" Type="http://schemas.openxmlformats.org/officeDocument/2006/relationships/tags" Target="../tags/tag112.xml"/><Relationship Id="rId20" Type="http://schemas.openxmlformats.org/officeDocument/2006/relationships/tags" Target="../tags/tag116.xml"/><Relationship Id="rId29" Type="http://schemas.openxmlformats.org/officeDocument/2006/relationships/tags" Target="../tags/tag125.xml"/><Relationship Id="rId1" Type="http://schemas.openxmlformats.org/officeDocument/2006/relationships/tags" Target="../tags/tag97.xml"/><Relationship Id="rId6" Type="http://schemas.openxmlformats.org/officeDocument/2006/relationships/tags" Target="../tags/tag102.xml"/><Relationship Id="rId11" Type="http://schemas.openxmlformats.org/officeDocument/2006/relationships/tags" Target="../tags/tag107.xml"/><Relationship Id="rId24" Type="http://schemas.openxmlformats.org/officeDocument/2006/relationships/tags" Target="../tags/tag120.xml"/><Relationship Id="rId32" Type="http://schemas.openxmlformats.org/officeDocument/2006/relationships/tags" Target="../tags/tag128.xml"/><Relationship Id="rId5" Type="http://schemas.openxmlformats.org/officeDocument/2006/relationships/tags" Target="../tags/tag101.xml"/><Relationship Id="rId15" Type="http://schemas.openxmlformats.org/officeDocument/2006/relationships/tags" Target="../tags/tag111.xml"/><Relationship Id="rId23" Type="http://schemas.openxmlformats.org/officeDocument/2006/relationships/tags" Target="../tags/tag119.xml"/><Relationship Id="rId28" Type="http://schemas.openxmlformats.org/officeDocument/2006/relationships/tags" Target="../tags/tag124.xml"/><Relationship Id="rId10" Type="http://schemas.openxmlformats.org/officeDocument/2006/relationships/tags" Target="../tags/tag106.xml"/><Relationship Id="rId19" Type="http://schemas.openxmlformats.org/officeDocument/2006/relationships/tags" Target="../tags/tag115.xml"/><Relationship Id="rId31" Type="http://schemas.openxmlformats.org/officeDocument/2006/relationships/tags" Target="../tags/tag127.xml"/><Relationship Id="rId4" Type="http://schemas.openxmlformats.org/officeDocument/2006/relationships/tags" Target="../tags/tag100.xml"/><Relationship Id="rId9" Type="http://schemas.openxmlformats.org/officeDocument/2006/relationships/tags" Target="../tags/tag105.xml"/><Relationship Id="rId14" Type="http://schemas.openxmlformats.org/officeDocument/2006/relationships/tags" Target="../tags/tag110.xml"/><Relationship Id="rId22" Type="http://schemas.openxmlformats.org/officeDocument/2006/relationships/tags" Target="../tags/tag118.xml"/><Relationship Id="rId27" Type="http://schemas.openxmlformats.org/officeDocument/2006/relationships/tags" Target="../tags/tag123.xml"/><Relationship Id="rId30" Type="http://schemas.openxmlformats.org/officeDocument/2006/relationships/tags" Target="../tags/tag126.xml"/><Relationship Id="rId8" Type="http://schemas.openxmlformats.org/officeDocument/2006/relationships/tags" Target="../tags/tag104.xml"/></Relationships>
</file>

<file path=ppt/slides/_rels/slide6.xml.rels><?xml version="1.0" encoding="UTF-8" standalone="yes"?>
<Relationships xmlns="http://schemas.openxmlformats.org/package/2006/relationships"><Relationship Id="rId8" Type="http://schemas.openxmlformats.org/officeDocument/2006/relationships/tags" Target="../tags/tag136.xml"/><Relationship Id="rId13" Type="http://schemas.openxmlformats.org/officeDocument/2006/relationships/tags" Target="../tags/tag141.xml"/><Relationship Id="rId18" Type="http://schemas.openxmlformats.org/officeDocument/2006/relationships/tags" Target="../tags/tag146.xml"/><Relationship Id="rId26" Type="http://schemas.openxmlformats.org/officeDocument/2006/relationships/notesSlide" Target="../notesSlides/notesSlide6.xml"/><Relationship Id="rId3" Type="http://schemas.openxmlformats.org/officeDocument/2006/relationships/tags" Target="../tags/tag131.xml"/><Relationship Id="rId21" Type="http://schemas.openxmlformats.org/officeDocument/2006/relationships/tags" Target="../tags/tag149.xml"/><Relationship Id="rId7" Type="http://schemas.openxmlformats.org/officeDocument/2006/relationships/tags" Target="../tags/tag135.xml"/><Relationship Id="rId12" Type="http://schemas.openxmlformats.org/officeDocument/2006/relationships/tags" Target="../tags/tag140.xml"/><Relationship Id="rId17" Type="http://schemas.openxmlformats.org/officeDocument/2006/relationships/tags" Target="../tags/tag145.xml"/><Relationship Id="rId25" Type="http://schemas.openxmlformats.org/officeDocument/2006/relationships/slideLayout" Target="../slideLayouts/slideLayout1.xml"/><Relationship Id="rId2" Type="http://schemas.openxmlformats.org/officeDocument/2006/relationships/tags" Target="../tags/tag130.xml"/><Relationship Id="rId16" Type="http://schemas.openxmlformats.org/officeDocument/2006/relationships/tags" Target="../tags/tag144.xml"/><Relationship Id="rId20" Type="http://schemas.openxmlformats.org/officeDocument/2006/relationships/tags" Target="../tags/tag148.xml"/><Relationship Id="rId1" Type="http://schemas.openxmlformats.org/officeDocument/2006/relationships/tags" Target="../tags/tag129.xml"/><Relationship Id="rId6" Type="http://schemas.openxmlformats.org/officeDocument/2006/relationships/tags" Target="../tags/tag134.xml"/><Relationship Id="rId11" Type="http://schemas.openxmlformats.org/officeDocument/2006/relationships/tags" Target="../tags/tag139.xml"/><Relationship Id="rId24" Type="http://schemas.openxmlformats.org/officeDocument/2006/relationships/tags" Target="../tags/tag152.xml"/><Relationship Id="rId5" Type="http://schemas.openxmlformats.org/officeDocument/2006/relationships/tags" Target="../tags/tag133.xml"/><Relationship Id="rId15" Type="http://schemas.openxmlformats.org/officeDocument/2006/relationships/tags" Target="../tags/tag143.xml"/><Relationship Id="rId23" Type="http://schemas.openxmlformats.org/officeDocument/2006/relationships/tags" Target="../tags/tag151.xml"/><Relationship Id="rId10" Type="http://schemas.openxmlformats.org/officeDocument/2006/relationships/tags" Target="../tags/tag138.xml"/><Relationship Id="rId19" Type="http://schemas.openxmlformats.org/officeDocument/2006/relationships/tags" Target="../tags/tag147.xml"/><Relationship Id="rId4" Type="http://schemas.openxmlformats.org/officeDocument/2006/relationships/tags" Target="../tags/tag132.xml"/><Relationship Id="rId9" Type="http://schemas.openxmlformats.org/officeDocument/2006/relationships/tags" Target="../tags/tag137.xml"/><Relationship Id="rId14" Type="http://schemas.openxmlformats.org/officeDocument/2006/relationships/tags" Target="../tags/tag142.xml"/><Relationship Id="rId22" Type="http://schemas.openxmlformats.org/officeDocument/2006/relationships/tags" Target="../tags/tag150.xml"/></Relationships>
</file>

<file path=ppt/slides/_rels/slide7.xml.rels><?xml version="1.0" encoding="UTF-8" standalone="yes"?>
<Relationships xmlns="http://schemas.openxmlformats.org/package/2006/relationships"><Relationship Id="rId8" Type="http://schemas.openxmlformats.org/officeDocument/2006/relationships/tags" Target="../tags/tag160.xml"/><Relationship Id="rId13" Type="http://schemas.openxmlformats.org/officeDocument/2006/relationships/tags" Target="../tags/tag165.xml"/><Relationship Id="rId18" Type="http://schemas.openxmlformats.org/officeDocument/2006/relationships/tags" Target="../tags/tag170.xml"/><Relationship Id="rId3" Type="http://schemas.openxmlformats.org/officeDocument/2006/relationships/tags" Target="../tags/tag155.xml"/><Relationship Id="rId21" Type="http://schemas.openxmlformats.org/officeDocument/2006/relationships/tags" Target="../tags/tag173.xml"/><Relationship Id="rId7" Type="http://schemas.openxmlformats.org/officeDocument/2006/relationships/tags" Target="../tags/tag159.xml"/><Relationship Id="rId12" Type="http://schemas.openxmlformats.org/officeDocument/2006/relationships/tags" Target="../tags/tag164.xml"/><Relationship Id="rId17" Type="http://schemas.openxmlformats.org/officeDocument/2006/relationships/tags" Target="../tags/tag169.xml"/><Relationship Id="rId2" Type="http://schemas.openxmlformats.org/officeDocument/2006/relationships/tags" Target="../tags/tag154.xml"/><Relationship Id="rId16" Type="http://schemas.openxmlformats.org/officeDocument/2006/relationships/tags" Target="../tags/tag168.xml"/><Relationship Id="rId20" Type="http://schemas.openxmlformats.org/officeDocument/2006/relationships/tags" Target="../tags/tag172.xml"/><Relationship Id="rId1" Type="http://schemas.openxmlformats.org/officeDocument/2006/relationships/tags" Target="../tags/tag153.xml"/><Relationship Id="rId6" Type="http://schemas.openxmlformats.org/officeDocument/2006/relationships/tags" Target="../tags/tag158.xml"/><Relationship Id="rId11" Type="http://schemas.openxmlformats.org/officeDocument/2006/relationships/tags" Target="../tags/tag163.xml"/><Relationship Id="rId5" Type="http://schemas.openxmlformats.org/officeDocument/2006/relationships/tags" Target="../tags/tag157.xml"/><Relationship Id="rId15" Type="http://schemas.openxmlformats.org/officeDocument/2006/relationships/tags" Target="../tags/tag167.xml"/><Relationship Id="rId23" Type="http://schemas.openxmlformats.org/officeDocument/2006/relationships/notesSlide" Target="../notesSlides/notesSlide7.xml"/><Relationship Id="rId10" Type="http://schemas.openxmlformats.org/officeDocument/2006/relationships/tags" Target="../tags/tag162.xml"/><Relationship Id="rId19" Type="http://schemas.openxmlformats.org/officeDocument/2006/relationships/tags" Target="../tags/tag171.xml"/><Relationship Id="rId4" Type="http://schemas.openxmlformats.org/officeDocument/2006/relationships/tags" Target="../tags/tag156.xml"/><Relationship Id="rId9" Type="http://schemas.openxmlformats.org/officeDocument/2006/relationships/tags" Target="../tags/tag161.xml"/><Relationship Id="rId14" Type="http://schemas.openxmlformats.org/officeDocument/2006/relationships/tags" Target="../tags/tag166.xml"/><Relationship Id="rId2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tags" Target="../tags/tag181.xml"/><Relationship Id="rId13" Type="http://schemas.openxmlformats.org/officeDocument/2006/relationships/tags" Target="../tags/tag186.xml"/><Relationship Id="rId18" Type="http://schemas.openxmlformats.org/officeDocument/2006/relationships/tags" Target="../tags/tag191.xml"/><Relationship Id="rId3" Type="http://schemas.openxmlformats.org/officeDocument/2006/relationships/tags" Target="../tags/tag176.xml"/><Relationship Id="rId21" Type="http://schemas.openxmlformats.org/officeDocument/2006/relationships/slideLayout" Target="../slideLayouts/slideLayout1.xml"/><Relationship Id="rId7" Type="http://schemas.openxmlformats.org/officeDocument/2006/relationships/tags" Target="../tags/tag180.xml"/><Relationship Id="rId12" Type="http://schemas.openxmlformats.org/officeDocument/2006/relationships/tags" Target="../tags/tag185.xml"/><Relationship Id="rId17" Type="http://schemas.openxmlformats.org/officeDocument/2006/relationships/tags" Target="../tags/tag190.xml"/><Relationship Id="rId2" Type="http://schemas.openxmlformats.org/officeDocument/2006/relationships/tags" Target="../tags/tag175.xml"/><Relationship Id="rId16" Type="http://schemas.openxmlformats.org/officeDocument/2006/relationships/tags" Target="../tags/tag189.xml"/><Relationship Id="rId20" Type="http://schemas.openxmlformats.org/officeDocument/2006/relationships/tags" Target="../tags/tag193.xml"/><Relationship Id="rId1" Type="http://schemas.openxmlformats.org/officeDocument/2006/relationships/tags" Target="../tags/tag174.xml"/><Relationship Id="rId6" Type="http://schemas.openxmlformats.org/officeDocument/2006/relationships/tags" Target="../tags/tag179.xml"/><Relationship Id="rId11" Type="http://schemas.openxmlformats.org/officeDocument/2006/relationships/tags" Target="../tags/tag184.xml"/><Relationship Id="rId5" Type="http://schemas.openxmlformats.org/officeDocument/2006/relationships/tags" Target="../tags/tag178.xml"/><Relationship Id="rId15" Type="http://schemas.openxmlformats.org/officeDocument/2006/relationships/tags" Target="../tags/tag188.xml"/><Relationship Id="rId10" Type="http://schemas.openxmlformats.org/officeDocument/2006/relationships/tags" Target="../tags/tag183.xml"/><Relationship Id="rId19" Type="http://schemas.openxmlformats.org/officeDocument/2006/relationships/tags" Target="../tags/tag192.xml"/><Relationship Id="rId4" Type="http://schemas.openxmlformats.org/officeDocument/2006/relationships/tags" Target="../tags/tag177.xml"/><Relationship Id="rId9" Type="http://schemas.openxmlformats.org/officeDocument/2006/relationships/tags" Target="../tags/tag182.xml"/><Relationship Id="rId14" Type="http://schemas.openxmlformats.org/officeDocument/2006/relationships/tags" Target="../tags/tag187.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tags" Target="../tags/tag201.xml"/><Relationship Id="rId13" Type="http://schemas.openxmlformats.org/officeDocument/2006/relationships/tags" Target="../tags/tag206.xml"/><Relationship Id="rId18" Type="http://schemas.openxmlformats.org/officeDocument/2006/relationships/notesSlide" Target="../notesSlides/notesSlide9.xml"/><Relationship Id="rId3" Type="http://schemas.openxmlformats.org/officeDocument/2006/relationships/tags" Target="../tags/tag196.xml"/><Relationship Id="rId7" Type="http://schemas.openxmlformats.org/officeDocument/2006/relationships/tags" Target="../tags/tag200.xml"/><Relationship Id="rId12" Type="http://schemas.openxmlformats.org/officeDocument/2006/relationships/tags" Target="../tags/tag205.xml"/><Relationship Id="rId17" Type="http://schemas.openxmlformats.org/officeDocument/2006/relationships/slideLayout" Target="../slideLayouts/slideLayout1.xml"/><Relationship Id="rId2" Type="http://schemas.openxmlformats.org/officeDocument/2006/relationships/tags" Target="../tags/tag195.xml"/><Relationship Id="rId16" Type="http://schemas.openxmlformats.org/officeDocument/2006/relationships/tags" Target="../tags/tag209.xml"/><Relationship Id="rId1" Type="http://schemas.openxmlformats.org/officeDocument/2006/relationships/tags" Target="../tags/tag194.xml"/><Relationship Id="rId6" Type="http://schemas.openxmlformats.org/officeDocument/2006/relationships/tags" Target="../tags/tag199.xml"/><Relationship Id="rId11" Type="http://schemas.openxmlformats.org/officeDocument/2006/relationships/tags" Target="../tags/tag204.xml"/><Relationship Id="rId5" Type="http://schemas.openxmlformats.org/officeDocument/2006/relationships/tags" Target="../tags/tag198.xml"/><Relationship Id="rId15" Type="http://schemas.openxmlformats.org/officeDocument/2006/relationships/tags" Target="../tags/tag208.xml"/><Relationship Id="rId10" Type="http://schemas.openxmlformats.org/officeDocument/2006/relationships/tags" Target="../tags/tag203.xml"/><Relationship Id="rId4" Type="http://schemas.openxmlformats.org/officeDocument/2006/relationships/tags" Target="../tags/tag197.xml"/><Relationship Id="rId9" Type="http://schemas.openxmlformats.org/officeDocument/2006/relationships/tags" Target="../tags/tag202.xml"/><Relationship Id="rId14" Type="http://schemas.openxmlformats.org/officeDocument/2006/relationships/tags" Target="../tags/tag207.xml"/></Relationships>
</file>

<file path=ppt/slides/_rels/slide10.xml.rels><?xml version="1.0" encoding="UTF-8" standalone="yes"?>
<Relationships xmlns="http://schemas.openxmlformats.org/package/2006/relationships"><Relationship Id="rId8" Type="http://schemas.openxmlformats.org/officeDocument/2006/relationships/tags" Target="../tags/tag217.xml"/><Relationship Id="rId13" Type="http://schemas.openxmlformats.org/officeDocument/2006/relationships/tags" Target="../tags/tag222.xml"/><Relationship Id="rId18" Type="http://schemas.openxmlformats.org/officeDocument/2006/relationships/tags" Target="../tags/tag227.xml"/><Relationship Id="rId3" Type="http://schemas.openxmlformats.org/officeDocument/2006/relationships/tags" Target="../tags/tag212.xml"/><Relationship Id="rId21" Type="http://schemas.openxmlformats.org/officeDocument/2006/relationships/tags" Target="../tags/tag230.xml"/><Relationship Id="rId7" Type="http://schemas.openxmlformats.org/officeDocument/2006/relationships/tags" Target="../tags/tag216.xml"/><Relationship Id="rId12" Type="http://schemas.openxmlformats.org/officeDocument/2006/relationships/tags" Target="../tags/tag221.xml"/><Relationship Id="rId17" Type="http://schemas.openxmlformats.org/officeDocument/2006/relationships/tags" Target="../tags/tag226.xml"/><Relationship Id="rId25" Type="http://schemas.openxmlformats.org/officeDocument/2006/relationships/notesSlide" Target="../notesSlides/notesSlide10.xml"/><Relationship Id="rId2" Type="http://schemas.openxmlformats.org/officeDocument/2006/relationships/tags" Target="../tags/tag211.xml"/><Relationship Id="rId16" Type="http://schemas.openxmlformats.org/officeDocument/2006/relationships/tags" Target="../tags/tag225.xml"/><Relationship Id="rId20" Type="http://schemas.openxmlformats.org/officeDocument/2006/relationships/tags" Target="../tags/tag229.xml"/><Relationship Id="rId1" Type="http://schemas.openxmlformats.org/officeDocument/2006/relationships/tags" Target="../tags/tag210.xml"/><Relationship Id="rId6" Type="http://schemas.openxmlformats.org/officeDocument/2006/relationships/tags" Target="../tags/tag215.xml"/><Relationship Id="rId11" Type="http://schemas.openxmlformats.org/officeDocument/2006/relationships/tags" Target="../tags/tag220.xml"/><Relationship Id="rId24" Type="http://schemas.openxmlformats.org/officeDocument/2006/relationships/slideLayout" Target="../slideLayouts/slideLayout1.xml"/><Relationship Id="rId5" Type="http://schemas.openxmlformats.org/officeDocument/2006/relationships/tags" Target="../tags/tag214.xml"/><Relationship Id="rId15" Type="http://schemas.openxmlformats.org/officeDocument/2006/relationships/tags" Target="../tags/tag224.xml"/><Relationship Id="rId23" Type="http://schemas.openxmlformats.org/officeDocument/2006/relationships/tags" Target="../tags/tag232.xml"/><Relationship Id="rId10" Type="http://schemas.openxmlformats.org/officeDocument/2006/relationships/tags" Target="../tags/tag219.xml"/><Relationship Id="rId19" Type="http://schemas.openxmlformats.org/officeDocument/2006/relationships/tags" Target="../tags/tag228.xml"/><Relationship Id="rId4" Type="http://schemas.openxmlformats.org/officeDocument/2006/relationships/tags" Target="../tags/tag213.xml"/><Relationship Id="rId9" Type="http://schemas.openxmlformats.org/officeDocument/2006/relationships/tags" Target="../tags/tag218.xml"/><Relationship Id="rId14" Type="http://schemas.openxmlformats.org/officeDocument/2006/relationships/tags" Target="../tags/tag223.xml"/><Relationship Id="rId22" Type="http://schemas.openxmlformats.org/officeDocument/2006/relationships/tags" Target="../tags/tag231.xml"/></Relationships>
</file>

<file path=ppt/slides/_rels/slide11.xml.rels><?xml version="1.0" encoding="UTF-8" standalone="yes"?>
<Relationships xmlns="http://schemas.openxmlformats.org/package/2006/relationships"><Relationship Id="rId8" Type="http://schemas.openxmlformats.org/officeDocument/2006/relationships/tags" Target="../tags/tag240.xml"/><Relationship Id="rId13" Type="http://schemas.openxmlformats.org/officeDocument/2006/relationships/tags" Target="../tags/tag245.xml"/><Relationship Id="rId18" Type="http://schemas.openxmlformats.org/officeDocument/2006/relationships/tags" Target="../tags/tag250.xml"/><Relationship Id="rId3" Type="http://schemas.openxmlformats.org/officeDocument/2006/relationships/tags" Target="../tags/tag235.xml"/><Relationship Id="rId21" Type="http://schemas.openxmlformats.org/officeDocument/2006/relationships/tags" Target="../tags/tag253.xml"/><Relationship Id="rId7" Type="http://schemas.openxmlformats.org/officeDocument/2006/relationships/tags" Target="../tags/tag239.xml"/><Relationship Id="rId12" Type="http://schemas.openxmlformats.org/officeDocument/2006/relationships/tags" Target="../tags/tag244.xml"/><Relationship Id="rId17" Type="http://schemas.openxmlformats.org/officeDocument/2006/relationships/tags" Target="../tags/tag249.xml"/><Relationship Id="rId2" Type="http://schemas.openxmlformats.org/officeDocument/2006/relationships/tags" Target="../tags/tag234.xml"/><Relationship Id="rId16" Type="http://schemas.openxmlformats.org/officeDocument/2006/relationships/tags" Target="../tags/tag248.xml"/><Relationship Id="rId20" Type="http://schemas.openxmlformats.org/officeDocument/2006/relationships/tags" Target="../tags/tag252.xml"/><Relationship Id="rId1" Type="http://schemas.openxmlformats.org/officeDocument/2006/relationships/tags" Target="../tags/tag233.xml"/><Relationship Id="rId6" Type="http://schemas.openxmlformats.org/officeDocument/2006/relationships/tags" Target="../tags/tag238.xml"/><Relationship Id="rId11" Type="http://schemas.openxmlformats.org/officeDocument/2006/relationships/tags" Target="../tags/tag243.xml"/><Relationship Id="rId24" Type="http://schemas.openxmlformats.org/officeDocument/2006/relationships/notesSlide" Target="../notesSlides/notesSlide11.xml"/><Relationship Id="rId5" Type="http://schemas.openxmlformats.org/officeDocument/2006/relationships/tags" Target="../tags/tag237.xml"/><Relationship Id="rId15" Type="http://schemas.openxmlformats.org/officeDocument/2006/relationships/tags" Target="../tags/tag247.xml"/><Relationship Id="rId23" Type="http://schemas.openxmlformats.org/officeDocument/2006/relationships/slideLayout" Target="../slideLayouts/slideLayout1.xml"/><Relationship Id="rId10" Type="http://schemas.openxmlformats.org/officeDocument/2006/relationships/tags" Target="../tags/tag242.xml"/><Relationship Id="rId19" Type="http://schemas.openxmlformats.org/officeDocument/2006/relationships/tags" Target="../tags/tag251.xml"/><Relationship Id="rId4" Type="http://schemas.openxmlformats.org/officeDocument/2006/relationships/tags" Target="../tags/tag236.xml"/><Relationship Id="rId9" Type="http://schemas.openxmlformats.org/officeDocument/2006/relationships/tags" Target="../tags/tag241.xml"/><Relationship Id="rId14" Type="http://schemas.openxmlformats.org/officeDocument/2006/relationships/tags" Target="../tags/tag246.xml"/><Relationship Id="rId22" Type="http://schemas.openxmlformats.org/officeDocument/2006/relationships/tags" Target="../tags/tag254.xml"/></Relationships>
</file>

<file path=ppt/slides/_rels/slide12.xml.rels><?xml version="1.0" encoding="UTF-8" standalone="yes"?>
<Relationships xmlns="http://schemas.openxmlformats.org/package/2006/relationships"><Relationship Id="rId8" Type="http://schemas.openxmlformats.org/officeDocument/2006/relationships/tags" Target="../tags/tag262.xml"/><Relationship Id="rId13" Type="http://schemas.openxmlformats.org/officeDocument/2006/relationships/tags" Target="../tags/tag267.xml"/><Relationship Id="rId18" Type="http://schemas.openxmlformats.org/officeDocument/2006/relationships/tags" Target="../tags/tag272.xml"/><Relationship Id="rId3" Type="http://schemas.openxmlformats.org/officeDocument/2006/relationships/tags" Target="../tags/tag257.xml"/><Relationship Id="rId21" Type="http://schemas.openxmlformats.org/officeDocument/2006/relationships/tags" Target="../tags/tag275.xml"/><Relationship Id="rId7" Type="http://schemas.openxmlformats.org/officeDocument/2006/relationships/tags" Target="../tags/tag261.xml"/><Relationship Id="rId12" Type="http://schemas.openxmlformats.org/officeDocument/2006/relationships/tags" Target="../tags/tag266.xml"/><Relationship Id="rId17" Type="http://schemas.openxmlformats.org/officeDocument/2006/relationships/tags" Target="../tags/tag271.xml"/><Relationship Id="rId25" Type="http://schemas.openxmlformats.org/officeDocument/2006/relationships/notesSlide" Target="../notesSlides/notesSlide12.xml"/><Relationship Id="rId2" Type="http://schemas.openxmlformats.org/officeDocument/2006/relationships/tags" Target="../tags/tag256.xml"/><Relationship Id="rId16" Type="http://schemas.openxmlformats.org/officeDocument/2006/relationships/tags" Target="../tags/tag270.xml"/><Relationship Id="rId20" Type="http://schemas.openxmlformats.org/officeDocument/2006/relationships/tags" Target="../tags/tag274.xml"/><Relationship Id="rId1" Type="http://schemas.openxmlformats.org/officeDocument/2006/relationships/tags" Target="../tags/tag255.xml"/><Relationship Id="rId6" Type="http://schemas.openxmlformats.org/officeDocument/2006/relationships/tags" Target="../tags/tag260.xml"/><Relationship Id="rId11" Type="http://schemas.openxmlformats.org/officeDocument/2006/relationships/tags" Target="../tags/tag265.xml"/><Relationship Id="rId24" Type="http://schemas.openxmlformats.org/officeDocument/2006/relationships/slideLayout" Target="../slideLayouts/slideLayout1.xml"/><Relationship Id="rId5" Type="http://schemas.openxmlformats.org/officeDocument/2006/relationships/tags" Target="../tags/tag259.xml"/><Relationship Id="rId15" Type="http://schemas.openxmlformats.org/officeDocument/2006/relationships/tags" Target="../tags/tag269.xml"/><Relationship Id="rId23" Type="http://schemas.openxmlformats.org/officeDocument/2006/relationships/tags" Target="../tags/tag277.xml"/><Relationship Id="rId10" Type="http://schemas.openxmlformats.org/officeDocument/2006/relationships/tags" Target="../tags/tag264.xml"/><Relationship Id="rId19" Type="http://schemas.openxmlformats.org/officeDocument/2006/relationships/tags" Target="../tags/tag273.xml"/><Relationship Id="rId4" Type="http://schemas.openxmlformats.org/officeDocument/2006/relationships/tags" Target="../tags/tag258.xml"/><Relationship Id="rId9" Type="http://schemas.openxmlformats.org/officeDocument/2006/relationships/tags" Target="../tags/tag263.xml"/><Relationship Id="rId14" Type="http://schemas.openxmlformats.org/officeDocument/2006/relationships/tags" Target="../tags/tag268.xml"/><Relationship Id="rId22" Type="http://schemas.openxmlformats.org/officeDocument/2006/relationships/tags" Target="../tags/tag27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
        <p:cNvGrpSpPr/>
        <p:nvPr/>
      </p:nvGrpSpPr>
      <p:grpSpPr>
        <a:xfrm>
          <a:off x="0" y="0"/>
          <a:ext cx="0" cy="0"/>
          <a:chOff x="0" y="0"/>
          <a:chExt cx="0" cy="0"/>
        </a:xfrm>
      </p:grpSpPr>
      <p:grpSp>
        <p:nvGrpSpPr>
          <p:cNvPr id="4" name="headline"/>
          <p:cNvGrpSpPr/>
          <p:nvPr/>
        </p:nvGrpSpPr>
        <p:grpSpPr>
          <a:xfrm>
            <a:off x="609600" y="431800"/>
            <a:ext cx="1764193" cy="220028"/>
            <a:chOff x="609600" y="431800"/>
            <a:chExt cx="1764193" cy="220028"/>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6"/>
              </p:custDataLst>
            </p:nvPr>
          </p:nvSpPr>
          <p:spPr>
            <a:xfrm>
              <a:off x="794385" y="431800"/>
              <a:ext cx="157940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2026 資安技術組 · 決賽</a:t>
              </a:r>
            </a:p>
          </p:txBody>
        </p:sp>
      </p:grpSp>
      <p:grpSp>
        <p:nvGrpSpPr>
          <p:cNvPr id="77" name="page-content"/>
          <p:cNvGrpSpPr/>
          <p:nvPr/>
        </p:nvGrpSpPr>
        <p:grpSpPr>
          <a:xfrm>
            <a:off x="429024" y="1450658"/>
            <a:ext cx="11040028" cy="4439920"/>
            <a:chOff x="429024" y="1450658"/>
            <a:chExt cx="11040028" cy="4439920"/>
          </a:xfrm>
        </p:grpSpPr>
        <p:sp>
          <p:nvSpPr>
            <p:cNvPr id="5" name="TextBox 5"/>
            <p:cNvSpPr txBox="1"/>
            <p:nvPr>
              <p:custDataLst>
                <p:tags r:id="rId3"/>
              </p:custDataLst>
            </p:nvPr>
          </p:nvSpPr>
          <p:spPr>
            <a:xfrm>
              <a:off x="592836" y="1555750"/>
              <a:ext cx="6252972" cy="645414"/>
            </a:xfrm>
            <a:prstGeom prst="rect">
              <a:avLst/>
            </a:prstGeom>
            <a:noFill/>
            <a:ln>
              <a:noFill/>
            </a:ln>
          </p:spPr>
          <p:txBody>
            <a:bodyPr wrap="none" lIns="0" tIns="0" rIns="0" bIns="0" anchor="t" anchorCtr="0">
              <a:spAutoFit/>
            </a:bodyPr>
            <a:lstStyle/>
            <a:p>
              <a:pPr algn="l"/>
              <a:r>
                <a:rPr lang="zh-TW" sz="3300" b="1" dirty="0">
                  <a:solidFill>
                    <a:schemeClr val="accent6"/>
                  </a:solidFill>
                  <a:latin typeface="Segoe UI"/>
                  <a:ea typeface="Microsoft JhengHei"/>
                  <a:cs typeface="Segoe UI"/>
                </a:rPr>
                <a:t>融合新型內容相依時序方向模型</a:t>
              </a:r>
            </a:p>
          </p:txBody>
        </p:sp>
        <p:sp>
          <p:nvSpPr>
            <p:cNvPr id="6" name="TextBox 6"/>
            <p:cNvSpPr txBox="1"/>
            <p:nvPr>
              <p:custDataLst>
                <p:tags r:id="rId4"/>
              </p:custDataLst>
            </p:nvPr>
          </p:nvSpPr>
          <p:spPr>
            <a:xfrm>
              <a:off x="592836" y="2146300"/>
              <a:ext cx="6697218" cy="645414"/>
            </a:xfrm>
            <a:prstGeom prst="rect">
              <a:avLst/>
            </a:prstGeom>
            <a:noFill/>
            <a:ln>
              <a:noFill/>
            </a:ln>
          </p:spPr>
          <p:txBody>
            <a:bodyPr wrap="none" lIns="0" tIns="0" rIns="0" bIns="0" anchor="t" anchorCtr="0">
              <a:spAutoFit/>
            </a:bodyPr>
            <a:lstStyle/>
            <a:p>
              <a:pPr algn="l"/>
              <a:r>
                <a:rPr lang="zh-TW" sz="3300" b="1" dirty="0">
                  <a:solidFill>
                    <a:schemeClr val="accent6"/>
                  </a:solidFill>
                  <a:latin typeface="Segoe UI"/>
                  <a:ea typeface="Microsoft JhengHei"/>
                  <a:cs typeface="Segoe UI"/>
                </a:rPr>
                <a:t>入侵偵測與任務導向檢索增強稽核</a:t>
              </a:r>
            </a:p>
          </p:txBody>
        </p:sp>
        <p:sp>
          <p:nvSpPr>
            <p:cNvPr id="7" name="TextBox 7"/>
            <p:cNvSpPr txBox="1"/>
            <p:nvPr>
              <p:custDataLst>
                <p:tags r:id="rId5"/>
              </p:custDataLst>
            </p:nvPr>
          </p:nvSpPr>
          <p:spPr>
            <a:xfrm>
              <a:off x="592836" y="2736850"/>
              <a:ext cx="2992548" cy="645414"/>
            </a:xfrm>
            <a:prstGeom prst="rect">
              <a:avLst/>
            </a:prstGeom>
            <a:noFill/>
            <a:ln>
              <a:noFill/>
            </a:ln>
          </p:spPr>
          <p:txBody>
            <a:bodyPr wrap="none" lIns="0" tIns="0" rIns="0" bIns="0" anchor="t" anchorCtr="0">
              <a:spAutoFit/>
            </a:bodyPr>
            <a:lstStyle/>
            <a:p>
              <a:pPr algn="l"/>
              <a:r>
                <a:rPr lang="zh-TW" sz="3300" b="1" dirty="0">
                  <a:solidFill>
                    <a:schemeClr val="accent1"/>
                  </a:solidFill>
                  <a:latin typeface="Segoe UI"/>
                  <a:ea typeface="Microsoft JhengHei"/>
                  <a:cs typeface="Segoe UI"/>
                </a:rPr>
                <a:t>之</a:t>
              </a:r>
              <a:r>
                <a:rPr lang="en-US" sz="3300" b="1" dirty="0">
                  <a:solidFill>
                    <a:schemeClr val="accent1"/>
                  </a:solidFill>
                  <a:latin typeface="Segoe UI"/>
                  <a:ea typeface="Microsoft JhengHei"/>
                  <a:cs typeface="Segoe UI"/>
                </a:rPr>
                <a:t> AI </a:t>
              </a:r>
              <a:r>
                <a:rPr lang="zh-TW" sz="3300" b="1" dirty="0">
                  <a:solidFill>
                    <a:schemeClr val="accent1"/>
                  </a:solidFill>
                  <a:latin typeface="Segoe UI"/>
                  <a:ea typeface="Microsoft JhengHei"/>
                  <a:cs typeface="Segoe UI"/>
                </a:rPr>
                <a:t>資安框架</a:t>
              </a:r>
            </a:p>
          </p:txBody>
        </p:sp>
        <p:sp>
          <p:nvSpPr>
            <p:cNvPr id="8" name="Rectangle 8"/>
            <p:cNvSpPr/>
            <p:nvPr/>
          </p:nvSpPr>
          <p:spPr>
            <a:xfrm>
              <a:off x="609600" y="3333750"/>
              <a:ext cx="533400" cy="38100"/>
            </a:xfrm>
            <a:prstGeom prst="roundRect">
              <a:avLst>
                <a:gd name="adj" fmla="val 50000"/>
              </a:avLst>
            </a:prstGeom>
            <a:solidFill>
              <a:schemeClr val="accent2"/>
            </a:solidFill>
            <a:ln>
              <a:noFill/>
            </a:ln>
          </p:spPr>
        </p:sp>
        <p:sp>
          <p:nvSpPr>
            <p:cNvPr id="9" name="TextBox 9"/>
            <p:cNvSpPr txBox="1"/>
            <p:nvPr>
              <p:custDataLst>
                <p:tags r:id="rId6"/>
              </p:custDataLst>
            </p:nvPr>
          </p:nvSpPr>
          <p:spPr>
            <a:xfrm>
              <a:off x="600456" y="3594100"/>
              <a:ext cx="4622292" cy="352044"/>
            </a:xfrm>
            <a:prstGeom prst="rect">
              <a:avLst/>
            </a:prstGeom>
            <a:noFill/>
            <a:ln>
              <a:noFill/>
            </a:ln>
          </p:spPr>
          <p:txBody>
            <a:bodyPr wrap="none" lIns="0" tIns="0" rIns="0" bIns="0" anchor="t" anchorCtr="0">
              <a:spAutoFit/>
            </a:bodyPr>
            <a:lstStyle/>
            <a:p>
              <a:pPr algn="l"/>
              <a:r>
                <a:rPr lang="zh-TW" sz="1800" dirty="0">
                  <a:solidFill>
                    <a:srgbClr val="52637A"/>
                  </a:solidFill>
                  <a:latin typeface="Segoe UI"/>
                  <a:ea typeface="Microsoft JhengHei"/>
                  <a:cs typeface="Segoe UI"/>
                </a:rPr>
                <a:t>從流量判定，走到有證據、可回復的處置。</a:t>
              </a:r>
            </a:p>
          </p:txBody>
        </p:sp>
        <p:sp>
          <p:nvSpPr>
            <p:cNvPr id="10" name="Rectangle 10"/>
            <p:cNvSpPr/>
            <p:nvPr/>
          </p:nvSpPr>
          <p:spPr>
            <a:xfrm>
              <a:off x="609600" y="4038600"/>
              <a:ext cx="7772400" cy="285750"/>
            </a:xfrm>
            <a:prstGeom prst="roundRect">
              <a:avLst>
                <a:gd name="adj" fmla="val 50000"/>
              </a:avLst>
            </a:prstGeom>
            <a:solidFill>
              <a:schemeClr val="lt1"/>
            </a:solidFill>
            <a:ln w="9525">
              <a:solidFill>
                <a:srgbClr val="DCE3EC"/>
              </a:solidFill>
            </a:ln>
          </p:spPr>
        </p:sp>
        <p:sp>
          <p:nvSpPr>
            <p:cNvPr id="11" name="TextBox 11"/>
            <p:cNvSpPr txBox="1"/>
            <p:nvPr>
              <p:custDataLst>
                <p:tags r:id="rId7"/>
              </p:custDataLst>
            </p:nvPr>
          </p:nvSpPr>
          <p:spPr>
            <a:xfrm>
              <a:off x="794385" y="4089400"/>
              <a:ext cx="7445561" cy="220028"/>
            </a:xfrm>
            <a:prstGeom prst="rect">
              <a:avLst/>
            </a:prstGeom>
            <a:noFill/>
            <a:ln>
              <a:noFill/>
            </a:ln>
          </p:spPr>
          <p:txBody>
            <a:bodyPr wrap="none" lIns="0" tIns="0" rIns="0" bIns="0" anchor="t" anchorCtr="0">
              <a:spAutoFit/>
            </a:bodyPr>
            <a:lstStyle/>
            <a:p>
              <a:pPr algn="l"/>
              <a:r>
                <a:rPr lang="zh-TW" sz="1120" b="1" dirty="0">
                  <a:solidFill>
                    <a:schemeClr val="accent6"/>
                  </a:solidFill>
                  <a:latin typeface="Segoe UI"/>
                  <a:ea typeface="Microsoft JhengHei"/>
                  <a:cs typeface="Segoe UI"/>
                </a:rPr>
                <a:t>★ 原創：</a:t>
              </a:r>
              <a:r>
                <a:rPr lang="en-US" sz="1120" b="1" dirty="0">
                  <a:solidFill>
                    <a:schemeClr val="accent6"/>
                  </a:solidFill>
                  <a:latin typeface="Segoe UI"/>
                  <a:ea typeface="Microsoft JhengHei"/>
                  <a:cs typeface="Segoe UI"/>
                </a:rPr>
                <a:t>CTBM</a:t>
              </a:r>
              <a:r>
                <a:rPr lang="zh-TW" sz="1120" b="1" dirty="0">
                  <a:solidFill>
                    <a:schemeClr val="accent6"/>
                  </a:solidFill>
                  <a:latin typeface="Segoe UI"/>
                  <a:ea typeface="Microsoft JhengHei"/>
                  <a:cs typeface="Segoe UI"/>
                </a:rPr>
                <a:t>、校準融合、任務導向檢索、本機</a:t>
              </a:r>
              <a:r>
                <a:rPr lang="en-US" sz="1120" b="1" dirty="0">
                  <a:solidFill>
                    <a:schemeClr val="accent6"/>
                  </a:solidFill>
                  <a:latin typeface="Segoe UI"/>
                  <a:ea typeface="Microsoft JhengHei"/>
                  <a:cs typeface="Segoe UI"/>
                </a:rPr>
                <a:t> AI </a:t>
              </a:r>
              <a:r>
                <a:rPr lang="zh-TW" sz="1120" b="1" dirty="0">
                  <a:solidFill>
                    <a:schemeClr val="accent6"/>
                  </a:solidFill>
                  <a:latin typeface="Segoe UI"/>
                  <a:ea typeface="Microsoft JhengHei"/>
                  <a:cs typeface="Segoe UI"/>
                </a:rPr>
                <a:t>稽核、受控回復　｜　引用：</a:t>
              </a:r>
              <a:r>
                <a:rPr lang="en-US" sz="1120" b="1" dirty="0">
                  <a:solidFill>
                    <a:schemeClr val="accent6"/>
                  </a:solidFill>
                  <a:latin typeface="Segoe UI"/>
                  <a:ea typeface="Microsoft JhengHei"/>
                  <a:cs typeface="Segoe UI"/>
                </a:rPr>
                <a:t>PBCNN</a:t>
              </a:r>
              <a:r>
                <a:rPr lang="zh-TW" sz="1120" b="1" dirty="0">
                  <a:solidFill>
                    <a:schemeClr val="accent6"/>
                  </a:solidFill>
                  <a:latin typeface="Segoe UI"/>
                  <a:ea typeface="Microsoft JhengHei"/>
                  <a:cs typeface="Segoe UI"/>
                </a:rPr>
                <a:t>（</a:t>
              </a:r>
              <a:r>
                <a:rPr lang="en-US" sz="1120" b="1" dirty="0">
                  <a:solidFill>
                    <a:schemeClr val="accent6"/>
                  </a:solidFill>
                  <a:latin typeface="Segoe UI"/>
                  <a:ea typeface="Microsoft JhengHei"/>
                  <a:cs typeface="Segoe UI"/>
                </a:rPr>
                <a:t>Yu et al., 2021</a:t>
              </a:r>
              <a:r>
                <a:rPr lang="zh-TW" sz="1120" b="1" dirty="0">
                  <a:solidFill>
                    <a:schemeClr val="accent6"/>
                  </a:solidFill>
                  <a:latin typeface="Segoe UI"/>
                  <a:ea typeface="Microsoft JhengHei"/>
                  <a:cs typeface="Segoe UI"/>
                </a:rPr>
                <a:t>）</a:t>
              </a:r>
            </a:p>
          </p:txBody>
        </p:sp>
        <p:sp>
          <p:nvSpPr>
            <p:cNvPr id="12" name="Line 12"/>
            <p:cNvSpPr/>
            <p:nvPr/>
          </p:nvSpPr>
          <p:spPr>
            <a:xfrm>
              <a:off x="933450" y="4876800"/>
              <a:ext cx="6000750" cy="9525"/>
            </a:xfrm>
            <a:custGeom>
              <a:avLst/>
              <a:gdLst/>
              <a:ahLst/>
              <a:cxnLst/>
              <a:rect l="l" t="t" r="r" b="b"/>
              <a:pathLst>
                <a:path w="6000750" h="9525">
                  <a:moveTo>
                    <a:pt x="0" y="0"/>
                  </a:moveTo>
                  <a:lnTo>
                    <a:pt x="6000750" y="0"/>
                  </a:lnTo>
                </a:path>
              </a:pathLst>
            </a:custGeom>
            <a:noFill/>
            <a:ln w="19050" cap="rnd">
              <a:solidFill>
                <a:srgbClr val="DCE3EC"/>
              </a:solidFill>
            </a:ln>
          </p:spPr>
        </p:sp>
        <p:sp>
          <p:nvSpPr>
            <p:cNvPr id="13" name="Ellipse 13"/>
            <p:cNvSpPr/>
            <p:nvPr/>
          </p:nvSpPr>
          <p:spPr>
            <a:xfrm>
              <a:off x="590550" y="4533900"/>
              <a:ext cx="685800" cy="685800"/>
            </a:xfrm>
            <a:prstGeom prst="ellipse">
              <a:avLst/>
            </a:prstGeom>
            <a:solidFill>
              <a:schemeClr val="lt1"/>
            </a:solidFill>
            <a:ln w="19050">
              <a:solidFill>
                <a:schemeClr val="accent1"/>
              </a:solidFill>
            </a:ln>
          </p:spPr>
        </p:sp>
        <p:grpSp>
          <p:nvGrpSpPr>
            <p:cNvPr id="17" name="Group 17"/>
            <p:cNvGrpSpPr/>
            <p:nvPr/>
          </p:nvGrpSpPr>
          <p:grpSpPr>
            <a:xfrm>
              <a:off x="775097" y="4718447"/>
              <a:ext cx="316706" cy="316706"/>
              <a:chOff x="775097" y="4718447"/>
              <a:chExt cx="316706" cy="316706"/>
            </a:xfrm>
          </p:grpSpPr>
          <p:sp>
            <p:nvSpPr>
              <p:cNvPr id="14" name="Rectangle 14"/>
              <p:cNvSpPr/>
              <p:nvPr/>
            </p:nvSpPr>
            <p:spPr>
              <a:xfrm>
                <a:off x="820341" y="4763691"/>
                <a:ext cx="226219" cy="226219"/>
              </a:xfrm>
              <a:prstGeom prst="roundRect">
                <a:avLst>
                  <a:gd name="adj" fmla="val 12500"/>
                </a:avLst>
              </a:prstGeom>
              <a:solidFill>
                <a:schemeClr val="lt1"/>
              </a:solidFill>
              <a:ln w="16966" cap="rnd">
                <a:solidFill>
                  <a:schemeClr val="accent1"/>
                </a:solidFill>
                <a:round/>
              </a:ln>
            </p:spPr>
          </p:sp>
          <p:sp>
            <p:nvSpPr>
              <p:cNvPr id="15" name="Rectangle 15"/>
              <p:cNvSpPr/>
              <p:nvPr/>
            </p:nvSpPr>
            <p:spPr>
              <a:xfrm>
                <a:off x="882551" y="4825901"/>
                <a:ext cx="101798" cy="101798"/>
              </a:xfrm>
              <a:prstGeom prst="roundRect">
                <a:avLst>
                  <a:gd name="adj" fmla="val 16667"/>
                </a:avLst>
              </a:prstGeom>
              <a:solidFill>
                <a:schemeClr val="lt2"/>
              </a:solidFill>
              <a:ln w="16966" cap="rnd">
                <a:solidFill>
                  <a:schemeClr val="accent1"/>
                </a:solidFill>
                <a:round/>
              </a:ln>
            </p:spPr>
          </p:sp>
          <p:sp>
            <p:nvSpPr>
              <p:cNvPr id="16" name="Freeform 16"/>
              <p:cNvSpPr/>
              <p:nvPr/>
            </p:nvSpPr>
            <p:spPr>
              <a:xfrm>
                <a:off x="775097" y="4718447"/>
                <a:ext cx="316706" cy="316706"/>
              </a:xfrm>
              <a:custGeom>
                <a:avLst/>
                <a:gdLst/>
                <a:ahLst/>
                <a:cxnLst/>
                <a:rect l="l" t="t" r="r" b="b"/>
                <a:pathLst>
                  <a:path w="316706" h="316706">
                    <a:moveTo>
                      <a:pt x="96143" y="0"/>
                    </a:moveTo>
                    <a:lnTo>
                      <a:pt x="96143" y="45244"/>
                    </a:lnTo>
                    <a:moveTo>
                      <a:pt x="158353" y="0"/>
                    </a:moveTo>
                    <a:lnTo>
                      <a:pt x="158353" y="45244"/>
                    </a:lnTo>
                    <a:moveTo>
                      <a:pt x="220563" y="0"/>
                    </a:moveTo>
                    <a:lnTo>
                      <a:pt x="220563" y="45244"/>
                    </a:lnTo>
                    <a:moveTo>
                      <a:pt x="96143" y="271462"/>
                    </a:moveTo>
                    <a:lnTo>
                      <a:pt x="96143" y="316706"/>
                    </a:lnTo>
                    <a:moveTo>
                      <a:pt x="158353" y="271462"/>
                    </a:moveTo>
                    <a:lnTo>
                      <a:pt x="158353" y="316706"/>
                    </a:lnTo>
                    <a:moveTo>
                      <a:pt x="220563" y="271462"/>
                    </a:moveTo>
                    <a:lnTo>
                      <a:pt x="220563" y="316706"/>
                    </a:lnTo>
                    <a:moveTo>
                      <a:pt x="0" y="96143"/>
                    </a:moveTo>
                    <a:lnTo>
                      <a:pt x="45244" y="96143"/>
                    </a:lnTo>
                    <a:moveTo>
                      <a:pt x="0" y="158353"/>
                    </a:moveTo>
                    <a:lnTo>
                      <a:pt x="45244" y="158353"/>
                    </a:lnTo>
                    <a:moveTo>
                      <a:pt x="0" y="220563"/>
                    </a:moveTo>
                    <a:lnTo>
                      <a:pt x="45244" y="220563"/>
                    </a:lnTo>
                    <a:moveTo>
                      <a:pt x="271462" y="96143"/>
                    </a:moveTo>
                    <a:lnTo>
                      <a:pt x="316706" y="96143"/>
                    </a:lnTo>
                    <a:moveTo>
                      <a:pt x="271462" y="158353"/>
                    </a:moveTo>
                    <a:lnTo>
                      <a:pt x="316706" y="158353"/>
                    </a:lnTo>
                    <a:moveTo>
                      <a:pt x="271462" y="220563"/>
                    </a:moveTo>
                    <a:lnTo>
                      <a:pt x="316706" y="220563"/>
                    </a:lnTo>
                  </a:path>
                </a:pathLst>
              </a:custGeom>
              <a:noFill/>
              <a:ln w="16966" cap="rnd">
                <a:solidFill>
                  <a:schemeClr val="accent1"/>
                </a:solidFill>
                <a:round/>
              </a:ln>
            </p:spPr>
          </p:sp>
        </p:grpSp>
        <p:sp>
          <p:nvSpPr>
            <p:cNvPr id="18" name="TextBox 18"/>
            <p:cNvSpPr txBox="1"/>
            <p:nvPr>
              <p:custDataLst>
                <p:tags r:id="rId8"/>
              </p:custDataLst>
            </p:nvPr>
          </p:nvSpPr>
          <p:spPr>
            <a:xfrm>
              <a:off x="67437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偵測</a:t>
              </a:r>
            </a:p>
          </p:txBody>
        </p:sp>
        <p:sp>
          <p:nvSpPr>
            <p:cNvPr id="19" name="TextBox 19"/>
            <p:cNvSpPr txBox="1"/>
            <p:nvPr>
              <p:custDataLst>
                <p:tags r:id="rId9"/>
              </p:custDataLst>
            </p:nvPr>
          </p:nvSpPr>
          <p:spPr>
            <a:xfrm>
              <a:off x="429024" y="5670550"/>
              <a:ext cx="969164"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17 類互補判定</a:t>
              </a:r>
            </a:p>
          </p:txBody>
        </p:sp>
        <p:sp>
          <p:nvSpPr>
            <p:cNvPr id="20" name="Ellipse 20"/>
            <p:cNvSpPr/>
            <p:nvPr/>
          </p:nvSpPr>
          <p:spPr>
            <a:xfrm>
              <a:off x="2590800" y="4533900"/>
              <a:ext cx="685800" cy="685800"/>
            </a:xfrm>
            <a:prstGeom prst="ellipse">
              <a:avLst/>
            </a:prstGeom>
            <a:solidFill>
              <a:schemeClr val="lt1"/>
            </a:solidFill>
            <a:ln w="19050">
              <a:solidFill>
                <a:schemeClr val="accent1"/>
              </a:solidFill>
            </a:ln>
          </p:spPr>
        </p:sp>
        <p:grpSp>
          <p:nvGrpSpPr>
            <p:cNvPr id="26" name="Group 26"/>
            <p:cNvGrpSpPr/>
            <p:nvPr/>
          </p:nvGrpSpPr>
          <p:grpSpPr>
            <a:xfrm>
              <a:off x="2792313" y="4729758"/>
              <a:ext cx="299740" cy="294085"/>
              <a:chOff x="2792313" y="4729758"/>
              <a:chExt cx="299740" cy="294085"/>
            </a:xfrm>
          </p:grpSpPr>
          <p:sp>
            <p:nvSpPr>
              <p:cNvPr id="21" name="Freeform 21"/>
              <p:cNvSpPr/>
              <p:nvPr/>
            </p:nvSpPr>
            <p:spPr>
              <a:xfrm>
                <a:off x="2792313" y="4769346"/>
                <a:ext cx="214908" cy="226219"/>
              </a:xfrm>
              <a:custGeom>
                <a:avLst/>
                <a:gdLst/>
                <a:ahLst/>
                <a:cxnLst/>
                <a:rect l="l" t="t" r="r" b="b"/>
                <a:pathLst>
                  <a:path w="214908" h="226219">
                    <a:moveTo>
                      <a:pt x="0" y="0"/>
                    </a:moveTo>
                    <a:lnTo>
                      <a:pt x="0" y="175320"/>
                    </a:lnTo>
                    <a:cubicBezTo>
                      <a:pt x="0" y="226219"/>
                      <a:pt x="214908" y="226219"/>
                      <a:pt x="214908" y="175320"/>
                    </a:cubicBezTo>
                    <a:lnTo>
                      <a:pt x="214908" y="0"/>
                    </a:lnTo>
                  </a:path>
                </a:pathLst>
              </a:custGeom>
              <a:solidFill>
                <a:schemeClr val="lt1"/>
              </a:solidFill>
              <a:ln w="16966" cap="rnd">
                <a:solidFill>
                  <a:schemeClr val="accent1"/>
                </a:solidFill>
                <a:round/>
              </a:ln>
            </p:spPr>
          </p:sp>
          <p:sp>
            <p:nvSpPr>
              <p:cNvPr id="22" name="Ellipse 22"/>
              <p:cNvSpPr/>
              <p:nvPr/>
            </p:nvSpPr>
            <p:spPr>
              <a:xfrm>
                <a:off x="2792313" y="4729758"/>
                <a:ext cx="214908" cy="79177"/>
              </a:xfrm>
              <a:prstGeom prst="ellipse">
                <a:avLst/>
              </a:prstGeom>
              <a:solidFill>
                <a:schemeClr val="lt1"/>
              </a:solidFill>
              <a:ln w="16966" cap="rnd">
                <a:solidFill>
                  <a:schemeClr val="accent1"/>
                </a:solidFill>
                <a:round/>
              </a:ln>
            </p:spPr>
          </p:sp>
          <p:sp>
            <p:nvSpPr>
              <p:cNvPr id="23" name="Freeform 23"/>
              <p:cNvSpPr/>
              <p:nvPr/>
            </p:nvSpPr>
            <p:spPr>
              <a:xfrm>
                <a:off x="2792313" y="4848523"/>
                <a:ext cx="214908" cy="50899"/>
              </a:xfrm>
              <a:custGeom>
                <a:avLst/>
                <a:gdLst/>
                <a:ahLst/>
                <a:cxnLst/>
                <a:rect l="l" t="t" r="r" b="b"/>
                <a:pathLst>
                  <a:path w="214908" h="50899">
                    <a:moveTo>
                      <a:pt x="0" y="0"/>
                    </a:moveTo>
                    <a:cubicBezTo>
                      <a:pt x="0" y="50899"/>
                      <a:pt x="214908" y="50899"/>
                      <a:pt x="214908" y="0"/>
                    </a:cubicBezTo>
                  </a:path>
                </a:pathLst>
              </a:custGeom>
              <a:noFill/>
              <a:ln w="16966" cap="rnd">
                <a:solidFill>
                  <a:schemeClr val="accent1"/>
                </a:solidFill>
                <a:round/>
              </a:ln>
            </p:spPr>
          </p:sp>
          <p:sp>
            <p:nvSpPr>
              <p:cNvPr id="24" name="Ellipse 24"/>
              <p:cNvSpPr/>
              <p:nvPr/>
            </p:nvSpPr>
            <p:spPr>
              <a:xfrm>
                <a:off x="2933700" y="4859834"/>
                <a:ext cx="124420" cy="124420"/>
              </a:xfrm>
              <a:prstGeom prst="ellipse">
                <a:avLst/>
              </a:prstGeom>
              <a:solidFill>
                <a:schemeClr val="lt2"/>
              </a:solidFill>
              <a:ln w="16966" cap="rnd">
                <a:solidFill>
                  <a:schemeClr val="accent1"/>
                </a:solidFill>
                <a:round/>
              </a:ln>
            </p:spPr>
          </p:sp>
          <p:sp>
            <p:nvSpPr>
              <p:cNvPr id="25" name="Freeform 25"/>
              <p:cNvSpPr/>
              <p:nvPr/>
            </p:nvSpPr>
            <p:spPr>
              <a:xfrm>
                <a:off x="3041154" y="4967288"/>
                <a:ext cx="50899" cy="56555"/>
              </a:xfrm>
              <a:custGeom>
                <a:avLst/>
                <a:gdLst/>
                <a:ahLst/>
                <a:cxnLst/>
                <a:rect l="l" t="t" r="r" b="b"/>
                <a:pathLst>
                  <a:path w="50899" h="56555">
                    <a:moveTo>
                      <a:pt x="0" y="0"/>
                    </a:moveTo>
                    <a:lnTo>
                      <a:pt x="50899" y="56555"/>
                    </a:lnTo>
                  </a:path>
                </a:pathLst>
              </a:custGeom>
              <a:solidFill>
                <a:schemeClr val="lt1"/>
              </a:solidFill>
              <a:ln w="22622" cap="rnd">
                <a:solidFill>
                  <a:schemeClr val="accent1"/>
                </a:solidFill>
                <a:round/>
              </a:ln>
            </p:spPr>
          </p:sp>
        </p:grpSp>
        <p:sp>
          <p:nvSpPr>
            <p:cNvPr id="27" name="TextBox 27"/>
            <p:cNvSpPr txBox="1"/>
            <p:nvPr>
              <p:custDataLst>
                <p:tags r:id="rId10"/>
              </p:custDataLst>
            </p:nvPr>
          </p:nvSpPr>
          <p:spPr>
            <a:xfrm>
              <a:off x="267462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檢索</a:t>
              </a:r>
            </a:p>
          </p:txBody>
        </p:sp>
        <p:sp>
          <p:nvSpPr>
            <p:cNvPr id="28" name="TextBox 28"/>
            <p:cNvSpPr txBox="1"/>
            <p:nvPr>
              <p:custDataLst>
                <p:tags r:id="rId11"/>
              </p:custDataLst>
            </p:nvPr>
          </p:nvSpPr>
          <p:spPr>
            <a:xfrm>
              <a:off x="2383031" y="5670550"/>
              <a:ext cx="1061652" cy="220028"/>
            </a:xfrm>
            <a:prstGeom prst="rect">
              <a:avLst/>
            </a:prstGeom>
            <a:noFill/>
            <a:ln>
              <a:noFill/>
            </a:ln>
          </p:spPr>
          <p:txBody>
            <a:bodyPr wrap="none" lIns="0" tIns="0" rIns="0" bIns="0" anchor="t" anchorCtr="0">
              <a:spAutoFit/>
            </a:bodyPr>
            <a:lstStyle/>
            <a:p>
              <a:pPr algn="ctr"/>
              <a:r>
                <a:rPr lang="en-US" sz="1120" dirty="0">
                  <a:solidFill>
                    <a:srgbClr val="52637A"/>
                  </a:solidFill>
                  <a:latin typeface="Segoe UI"/>
                  <a:ea typeface="Microsoft JhengHei"/>
                  <a:cs typeface="Segoe UI"/>
                </a:rPr>
                <a:t>Top-5 </a:t>
              </a:r>
              <a:r>
                <a:rPr lang="zh-TW" sz="1120" dirty="0">
                  <a:solidFill>
                    <a:srgbClr val="52637A"/>
                  </a:solidFill>
                  <a:latin typeface="Segoe UI"/>
                  <a:ea typeface="Microsoft JhengHei"/>
                  <a:cs typeface="Segoe UI"/>
                </a:rPr>
                <a:t>訓練案例</a:t>
              </a:r>
            </a:p>
          </p:txBody>
        </p:sp>
        <p:sp>
          <p:nvSpPr>
            <p:cNvPr id="29" name="Ellipse 29"/>
            <p:cNvSpPr/>
            <p:nvPr/>
          </p:nvSpPr>
          <p:spPr>
            <a:xfrm>
              <a:off x="4591050" y="4533900"/>
              <a:ext cx="685800" cy="685800"/>
            </a:xfrm>
            <a:prstGeom prst="ellipse">
              <a:avLst/>
            </a:prstGeom>
            <a:solidFill>
              <a:schemeClr val="lt1"/>
            </a:solidFill>
            <a:ln w="19050">
              <a:solidFill>
                <a:schemeClr val="accent1"/>
              </a:solidFill>
            </a:ln>
          </p:spPr>
        </p:sp>
        <p:grpSp>
          <p:nvGrpSpPr>
            <p:cNvPr id="35" name="Group 35"/>
            <p:cNvGrpSpPr/>
            <p:nvPr/>
          </p:nvGrpSpPr>
          <p:grpSpPr>
            <a:xfrm>
              <a:off x="4820841" y="4724102"/>
              <a:ext cx="226218" cy="305396"/>
              <a:chOff x="4820841" y="4724102"/>
              <a:chExt cx="226218" cy="305396"/>
            </a:xfrm>
          </p:grpSpPr>
          <p:sp>
            <p:nvSpPr>
              <p:cNvPr id="30" name="Rectangle 30"/>
              <p:cNvSpPr/>
              <p:nvPr/>
            </p:nvSpPr>
            <p:spPr>
              <a:xfrm>
                <a:off x="4820841" y="4724102"/>
                <a:ext cx="226219" cy="305395"/>
              </a:xfrm>
              <a:prstGeom prst="roundRect">
                <a:avLst>
                  <a:gd name="adj" fmla="val 10000"/>
                </a:avLst>
              </a:prstGeom>
              <a:solidFill>
                <a:schemeClr val="lt1"/>
              </a:solidFill>
              <a:ln w="14139">
                <a:solidFill>
                  <a:schemeClr val="accent1"/>
                </a:solidFill>
              </a:ln>
            </p:spPr>
          </p:sp>
          <p:sp>
            <p:nvSpPr>
              <p:cNvPr id="31" name="Line 31"/>
              <p:cNvSpPr/>
              <p:nvPr/>
            </p:nvSpPr>
            <p:spPr>
              <a:xfrm>
                <a:off x="4871740" y="4797623"/>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2" name="Line 32"/>
              <p:cNvSpPr/>
              <p:nvPr/>
            </p:nvSpPr>
            <p:spPr>
              <a:xfrm>
                <a:off x="4871740" y="485983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3" name="Line 33"/>
              <p:cNvSpPr/>
              <p:nvPr/>
            </p:nvSpPr>
            <p:spPr>
              <a:xfrm>
                <a:off x="4871740" y="492204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4" name="Line 34"/>
              <p:cNvSpPr/>
              <p:nvPr/>
            </p:nvSpPr>
            <p:spPr>
              <a:xfrm>
                <a:off x="4871740" y="4984254"/>
                <a:ext cx="130076" cy="9525"/>
              </a:xfrm>
              <a:custGeom>
                <a:avLst/>
                <a:gdLst/>
                <a:ahLst/>
                <a:cxnLst/>
                <a:rect l="l" t="t" r="r" b="b"/>
                <a:pathLst>
                  <a:path w="130076" h="9525">
                    <a:moveTo>
                      <a:pt x="0" y="0"/>
                    </a:moveTo>
                    <a:lnTo>
                      <a:pt x="130076" y="0"/>
                    </a:lnTo>
                  </a:path>
                </a:pathLst>
              </a:custGeom>
              <a:noFill/>
              <a:ln w="11311" cap="rnd">
                <a:solidFill>
                  <a:srgbClr val="9AAAC0"/>
                </a:solidFill>
              </a:ln>
            </p:spPr>
          </p:sp>
        </p:grpSp>
        <p:sp>
          <p:nvSpPr>
            <p:cNvPr id="36" name="TextBox 36"/>
            <p:cNvSpPr txBox="1"/>
            <p:nvPr>
              <p:custDataLst>
                <p:tags r:id="rId12"/>
              </p:custDataLst>
            </p:nvPr>
          </p:nvSpPr>
          <p:spPr>
            <a:xfrm>
              <a:off x="467487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稽核</a:t>
              </a:r>
            </a:p>
          </p:txBody>
        </p:sp>
        <p:sp>
          <p:nvSpPr>
            <p:cNvPr id="37" name="TextBox 37"/>
            <p:cNvSpPr txBox="1"/>
            <p:nvPr>
              <p:custDataLst>
                <p:tags r:id="rId13"/>
              </p:custDataLst>
            </p:nvPr>
          </p:nvSpPr>
          <p:spPr>
            <a:xfrm>
              <a:off x="4490634" y="5670550"/>
              <a:ext cx="846943"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本機</a:t>
              </a:r>
              <a:r>
                <a:rPr lang="en-US" sz="1120" dirty="0">
                  <a:solidFill>
                    <a:srgbClr val="52637A"/>
                  </a:solidFill>
                  <a:latin typeface="Segoe UI"/>
                  <a:ea typeface="Microsoft JhengHei"/>
                  <a:cs typeface="Segoe UI"/>
                </a:rPr>
                <a:t> AI </a:t>
              </a:r>
              <a:r>
                <a:rPr lang="zh-TW" sz="1120" dirty="0">
                  <a:solidFill>
                    <a:srgbClr val="52637A"/>
                  </a:solidFill>
                  <a:latin typeface="Segoe UI"/>
                  <a:ea typeface="Microsoft JhengHei"/>
                  <a:cs typeface="Segoe UI"/>
                </a:rPr>
                <a:t>三態</a:t>
              </a:r>
            </a:p>
          </p:txBody>
        </p:sp>
        <p:sp>
          <p:nvSpPr>
            <p:cNvPr id="38" name="Ellipse 38"/>
            <p:cNvSpPr/>
            <p:nvPr/>
          </p:nvSpPr>
          <p:spPr>
            <a:xfrm>
              <a:off x="6591300" y="4533900"/>
              <a:ext cx="685800" cy="685800"/>
            </a:xfrm>
            <a:prstGeom prst="ellipse">
              <a:avLst/>
            </a:prstGeom>
            <a:solidFill>
              <a:schemeClr val="lt1"/>
            </a:solidFill>
            <a:ln w="19050">
              <a:solidFill>
                <a:schemeClr val="accent1"/>
              </a:solidFill>
            </a:ln>
          </p:spPr>
        </p:sp>
        <p:grpSp>
          <p:nvGrpSpPr>
            <p:cNvPr id="42" name="Group 42"/>
            <p:cNvGrpSpPr/>
            <p:nvPr/>
          </p:nvGrpSpPr>
          <p:grpSpPr>
            <a:xfrm>
              <a:off x="6815435" y="4724102"/>
              <a:ext cx="265807" cy="311051"/>
              <a:chOff x="6815435" y="4724102"/>
              <a:chExt cx="265807" cy="311051"/>
            </a:xfrm>
          </p:grpSpPr>
          <p:sp>
            <p:nvSpPr>
              <p:cNvPr id="39" name="Freeform 39"/>
              <p:cNvSpPr/>
              <p:nvPr/>
            </p:nvSpPr>
            <p:spPr>
              <a:xfrm>
                <a:off x="6815435" y="4724102"/>
                <a:ext cx="237530" cy="305395"/>
              </a:xfrm>
              <a:custGeom>
                <a:avLst/>
                <a:gdLst/>
                <a:ahLst/>
                <a:cxnLst/>
                <a:rect l="l" t="t" r="r" b="b"/>
                <a:pathLst>
                  <a:path w="237530" h="305395">
                    <a:moveTo>
                      <a:pt x="118765" y="0"/>
                    </a:moveTo>
                    <a:lnTo>
                      <a:pt x="237530" y="50899"/>
                    </a:lnTo>
                    <a:lnTo>
                      <a:pt x="237530" y="141387"/>
                    </a:lnTo>
                    <a:cubicBezTo>
                      <a:pt x="237530" y="214908"/>
                      <a:pt x="180975" y="265807"/>
                      <a:pt x="118765" y="305395"/>
                    </a:cubicBezTo>
                    <a:cubicBezTo>
                      <a:pt x="56555" y="265807"/>
                      <a:pt x="0" y="214908"/>
                      <a:pt x="0" y="141387"/>
                    </a:cubicBezTo>
                    <a:lnTo>
                      <a:pt x="0" y="50899"/>
                    </a:lnTo>
                    <a:close/>
                  </a:path>
                </a:pathLst>
              </a:custGeom>
              <a:solidFill>
                <a:schemeClr val="lt1"/>
              </a:solidFill>
              <a:ln w="16966" cap="rnd">
                <a:solidFill>
                  <a:schemeClr val="accent1"/>
                </a:solidFill>
                <a:round/>
              </a:ln>
            </p:spPr>
          </p:sp>
          <p:sp>
            <p:nvSpPr>
              <p:cNvPr id="40" name="Freeform 40"/>
              <p:cNvSpPr/>
              <p:nvPr/>
            </p:nvSpPr>
            <p:spPr>
              <a:xfrm>
                <a:off x="6871990" y="4820245"/>
                <a:ext cx="130076" cy="90488"/>
              </a:xfrm>
              <a:custGeom>
                <a:avLst/>
                <a:gdLst/>
                <a:ahLst/>
                <a:cxnLst/>
                <a:rect l="l" t="t" r="r" b="b"/>
                <a:pathLst>
                  <a:path w="130076" h="90488">
                    <a:moveTo>
                      <a:pt x="0" y="45244"/>
                    </a:moveTo>
                    <a:lnTo>
                      <a:pt x="45244" y="90488"/>
                    </a:lnTo>
                    <a:lnTo>
                      <a:pt x="130076" y="0"/>
                    </a:lnTo>
                  </a:path>
                </a:pathLst>
              </a:custGeom>
              <a:noFill/>
              <a:ln w="22622" cap="rnd">
                <a:solidFill>
                  <a:schemeClr val="accent1"/>
                </a:solidFill>
                <a:round/>
              </a:ln>
            </p:spPr>
          </p:sp>
          <p:sp>
            <p:nvSpPr>
              <p:cNvPr id="41" name="Freeform 41"/>
              <p:cNvSpPr/>
              <p:nvPr/>
            </p:nvSpPr>
            <p:spPr>
              <a:xfrm>
                <a:off x="7007721" y="4939010"/>
                <a:ext cx="73521" cy="96143"/>
              </a:xfrm>
              <a:custGeom>
                <a:avLst/>
                <a:gdLst/>
                <a:ahLst/>
                <a:cxnLst/>
                <a:rect l="l" t="t" r="r" b="b"/>
                <a:pathLst>
                  <a:path w="73521" h="96143">
                    <a:moveTo>
                      <a:pt x="16966" y="0"/>
                    </a:moveTo>
                    <a:lnTo>
                      <a:pt x="73521" y="0"/>
                    </a:lnTo>
                    <a:lnTo>
                      <a:pt x="73521" y="67866"/>
                    </a:lnTo>
                    <a:lnTo>
                      <a:pt x="0" y="67866"/>
                    </a:lnTo>
                    <a:moveTo>
                      <a:pt x="28277" y="39588"/>
                    </a:moveTo>
                    <a:lnTo>
                      <a:pt x="0" y="67866"/>
                    </a:lnTo>
                    <a:lnTo>
                      <a:pt x="28277" y="96143"/>
                    </a:lnTo>
                  </a:path>
                </a:pathLst>
              </a:custGeom>
              <a:noFill/>
              <a:ln w="16966" cap="rnd">
                <a:solidFill>
                  <a:schemeClr val="accent1"/>
                </a:solidFill>
                <a:round/>
              </a:ln>
            </p:spPr>
          </p:sp>
        </p:grpSp>
        <p:sp>
          <p:nvSpPr>
            <p:cNvPr id="43" name="TextBox 43"/>
            <p:cNvSpPr txBox="1"/>
            <p:nvPr>
              <p:custDataLst>
                <p:tags r:id="rId14"/>
              </p:custDataLst>
            </p:nvPr>
          </p:nvSpPr>
          <p:spPr>
            <a:xfrm>
              <a:off x="667512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回復</a:t>
              </a:r>
            </a:p>
          </p:txBody>
        </p:sp>
        <p:sp>
          <p:nvSpPr>
            <p:cNvPr id="44" name="TextBox 44"/>
            <p:cNvSpPr txBox="1"/>
            <p:nvPr>
              <p:custDataLst>
                <p:tags r:id="rId15"/>
              </p:custDataLst>
            </p:nvPr>
          </p:nvSpPr>
          <p:spPr>
            <a:xfrm>
              <a:off x="6380931" y="5670550"/>
              <a:ext cx="106685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讀回＋到期回復</a:t>
              </a:r>
            </a:p>
          </p:txBody>
        </p:sp>
        <p:grpSp>
          <p:nvGrpSpPr>
            <p:cNvPr id="76" name="Group 76"/>
            <p:cNvGrpSpPr/>
            <p:nvPr/>
          </p:nvGrpSpPr>
          <p:grpSpPr>
            <a:xfrm>
              <a:off x="8708708" y="1450658"/>
              <a:ext cx="2760344" cy="2760344"/>
              <a:chOff x="8708708" y="1450658"/>
              <a:chExt cx="2760344" cy="2760344"/>
            </a:xfrm>
          </p:grpSpPr>
          <p:sp>
            <p:nvSpPr>
              <p:cNvPr id="45" name="Ellipse 45"/>
              <p:cNvSpPr/>
              <p:nvPr/>
            </p:nvSpPr>
            <p:spPr>
              <a:xfrm>
                <a:off x="8993505" y="1735455"/>
                <a:ext cx="2190750" cy="2190750"/>
              </a:xfrm>
              <a:prstGeom prst="ellipse">
                <a:avLst/>
              </a:prstGeom>
              <a:solidFill>
                <a:srgbClr val="EAF1FE"/>
              </a:solidFill>
              <a:ln w="43815">
                <a:solidFill>
                  <a:srgbClr val="DCE3EC"/>
                </a:solidFill>
              </a:ln>
            </p:spPr>
          </p:sp>
          <p:sp>
            <p:nvSpPr>
              <p:cNvPr id="46" name="Freeform 46"/>
              <p:cNvSpPr/>
              <p:nvPr/>
            </p:nvSpPr>
            <p:spPr>
              <a:xfrm>
                <a:off x="8993505" y="1735455"/>
                <a:ext cx="2190750" cy="2190750"/>
              </a:xfrm>
              <a:custGeom>
                <a:avLst/>
                <a:gdLst/>
                <a:ahLst/>
                <a:cxnLst/>
                <a:rect l="l" t="t" r="r" b="b"/>
                <a:pathLst>
                  <a:path w="2190750" h="2190750">
                    <a:moveTo>
                      <a:pt x="1095375" y="0"/>
                    </a:moveTo>
                    <a:cubicBezTo>
                      <a:pt x="1825625" y="0"/>
                      <a:pt x="2190750" y="365125"/>
                      <a:pt x="2190750" y="1095375"/>
                    </a:cubicBezTo>
                    <a:cubicBezTo>
                      <a:pt x="2190750" y="1825625"/>
                      <a:pt x="1825625" y="2190750"/>
                      <a:pt x="1095375" y="2190750"/>
                    </a:cubicBezTo>
                    <a:cubicBezTo>
                      <a:pt x="365125" y="2190750"/>
                      <a:pt x="0" y="1825625"/>
                      <a:pt x="0" y="1095375"/>
                    </a:cubicBezTo>
                    <a:cubicBezTo>
                      <a:pt x="0" y="365125"/>
                      <a:pt x="365125" y="0"/>
                      <a:pt x="1095375" y="0"/>
                    </a:cubicBezTo>
                  </a:path>
                </a:pathLst>
              </a:custGeom>
              <a:noFill/>
              <a:ln w="56959">
                <a:solidFill>
                  <a:schemeClr val="accent1"/>
                </a:solidFill>
              </a:ln>
            </p:spPr>
          </p:sp>
          <p:grpSp>
            <p:nvGrpSpPr>
              <p:cNvPr id="50" name="Group 50"/>
              <p:cNvGrpSpPr/>
              <p:nvPr/>
            </p:nvGrpSpPr>
            <p:grpSpPr>
              <a:xfrm>
                <a:off x="9715083" y="2350234"/>
                <a:ext cx="836593" cy="978991"/>
                <a:chOff x="9715083" y="2350234"/>
                <a:chExt cx="836593" cy="978991"/>
              </a:xfrm>
            </p:grpSpPr>
            <p:sp>
              <p:nvSpPr>
                <p:cNvPr id="47" name="Freeform 47"/>
                <p:cNvSpPr/>
                <p:nvPr/>
              </p:nvSpPr>
              <p:spPr>
                <a:xfrm>
                  <a:off x="9715083" y="2350234"/>
                  <a:ext cx="747593" cy="961192"/>
                </a:xfrm>
                <a:custGeom>
                  <a:avLst/>
                  <a:gdLst/>
                  <a:ahLst/>
                  <a:cxnLst/>
                  <a:rect l="l" t="t" r="r" b="b"/>
                  <a:pathLst>
                    <a:path w="747593" h="961192">
                      <a:moveTo>
                        <a:pt x="373797" y="0"/>
                      </a:moveTo>
                      <a:lnTo>
                        <a:pt x="747593" y="160199"/>
                      </a:lnTo>
                      <a:lnTo>
                        <a:pt x="747593" y="444996"/>
                      </a:lnTo>
                      <a:cubicBezTo>
                        <a:pt x="747593" y="676394"/>
                        <a:pt x="569595" y="836593"/>
                        <a:pt x="373797" y="961192"/>
                      </a:cubicBezTo>
                      <a:cubicBezTo>
                        <a:pt x="177998" y="836593"/>
                        <a:pt x="0" y="676394"/>
                        <a:pt x="0" y="444996"/>
                      </a:cubicBezTo>
                      <a:lnTo>
                        <a:pt x="0" y="160199"/>
                      </a:lnTo>
                      <a:close/>
                    </a:path>
                  </a:pathLst>
                </a:custGeom>
                <a:solidFill>
                  <a:schemeClr val="lt1"/>
                </a:solidFill>
                <a:ln w="53400" cap="rnd">
                  <a:solidFill>
                    <a:schemeClr val="accent1"/>
                  </a:solidFill>
                  <a:round/>
                </a:ln>
              </p:spPr>
            </p:sp>
            <p:sp>
              <p:nvSpPr>
                <p:cNvPr id="48" name="Freeform 48"/>
                <p:cNvSpPr/>
                <p:nvPr/>
              </p:nvSpPr>
              <p:spPr>
                <a:xfrm>
                  <a:off x="9893082" y="2652832"/>
                  <a:ext cx="409396" cy="284797"/>
                </a:xfrm>
                <a:custGeom>
                  <a:avLst/>
                  <a:gdLst/>
                  <a:ahLst/>
                  <a:cxnLst/>
                  <a:rect l="l" t="t" r="r" b="b"/>
                  <a:pathLst>
                    <a:path w="409396" h="284797">
                      <a:moveTo>
                        <a:pt x="0" y="142399"/>
                      </a:moveTo>
                      <a:lnTo>
                        <a:pt x="142399" y="284797"/>
                      </a:lnTo>
                      <a:lnTo>
                        <a:pt x="409396" y="0"/>
                      </a:lnTo>
                    </a:path>
                  </a:pathLst>
                </a:custGeom>
                <a:noFill/>
                <a:ln w="71199" cap="rnd">
                  <a:solidFill>
                    <a:schemeClr val="accent1"/>
                  </a:solidFill>
                  <a:round/>
                </a:ln>
              </p:spPr>
            </p:sp>
            <p:sp>
              <p:nvSpPr>
                <p:cNvPr id="49" name="Freeform 49"/>
                <p:cNvSpPr/>
                <p:nvPr/>
              </p:nvSpPr>
              <p:spPr>
                <a:xfrm>
                  <a:off x="10320278" y="3026628"/>
                  <a:ext cx="231398" cy="302597"/>
                </a:xfrm>
                <a:custGeom>
                  <a:avLst/>
                  <a:gdLst/>
                  <a:ahLst/>
                  <a:cxnLst/>
                  <a:rect l="l" t="t" r="r" b="b"/>
                  <a:pathLst>
                    <a:path w="231398" h="302597">
                      <a:moveTo>
                        <a:pt x="53400" y="0"/>
                      </a:moveTo>
                      <a:lnTo>
                        <a:pt x="231398" y="0"/>
                      </a:lnTo>
                      <a:lnTo>
                        <a:pt x="231398" y="213598"/>
                      </a:lnTo>
                      <a:lnTo>
                        <a:pt x="0" y="213598"/>
                      </a:lnTo>
                      <a:moveTo>
                        <a:pt x="88999" y="124599"/>
                      </a:moveTo>
                      <a:lnTo>
                        <a:pt x="0" y="213598"/>
                      </a:lnTo>
                      <a:lnTo>
                        <a:pt x="88999" y="302597"/>
                      </a:lnTo>
                    </a:path>
                  </a:pathLst>
                </a:custGeom>
                <a:noFill/>
                <a:ln w="53400" cap="rnd">
                  <a:solidFill>
                    <a:schemeClr val="accent1"/>
                  </a:solidFill>
                  <a:round/>
                </a:ln>
              </p:spPr>
            </p:sp>
          </p:grpSp>
          <p:sp>
            <p:nvSpPr>
              <p:cNvPr id="51" name="Ellipse 51"/>
              <p:cNvSpPr/>
              <p:nvPr/>
            </p:nvSpPr>
            <p:spPr>
              <a:xfrm>
                <a:off x="9804082" y="1450658"/>
                <a:ext cx="569595" cy="569595"/>
              </a:xfrm>
              <a:prstGeom prst="ellipse">
                <a:avLst/>
              </a:prstGeom>
              <a:solidFill>
                <a:schemeClr val="lt1"/>
              </a:solidFill>
              <a:ln w="30670">
                <a:solidFill>
                  <a:srgbClr val="DCE3EC"/>
                </a:solidFill>
              </a:ln>
            </p:spPr>
          </p:sp>
          <p:grpSp>
            <p:nvGrpSpPr>
              <p:cNvPr id="55" name="Group 55"/>
              <p:cNvGrpSpPr/>
              <p:nvPr/>
            </p:nvGrpSpPr>
            <p:grpSpPr>
              <a:xfrm>
                <a:off x="9897189" y="1543764"/>
                <a:ext cx="383381" cy="383381"/>
                <a:chOff x="9897189" y="1543764"/>
                <a:chExt cx="383381" cy="383381"/>
              </a:xfrm>
            </p:grpSpPr>
            <p:sp>
              <p:nvSpPr>
                <p:cNvPr id="52" name="Rectangle 52"/>
                <p:cNvSpPr/>
                <p:nvPr/>
              </p:nvSpPr>
              <p:spPr>
                <a:xfrm>
                  <a:off x="9951958" y="1598533"/>
                  <a:ext cx="273844" cy="273844"/>
                </a:xfrm>
                <a:prstGeom prst="roundRect">
                  <a:avLst>
                    <a:gd name="adj" fmla="val 12500"/>
                  </a:avLst>
                </a:prstGeom>
                <a:solidFill>
                  <a:schemeClr val="lt1"/>
                </a:solidFill>
                <a:ln w="20538" cap="rnd">
                  <a:solidFill>
                    <a:schemeClr val="accent1"/>
                  </a:solidFill>
                  <a:round/>
                </a:ln>
              </p:spPr>
            </p:sp>
            <p:sp>
              <p:nvSpPr>
                <p:cNvPr id="53" name="Rectangle 53"/>
                <p:cNvSpPr/>
                <p:nvPr/>
              </p:nvSpPr>
              <p:spPr>
                <a:xfrm>
                  <a:off x="10027265" y="1673840"/>
                  <a:ext cx="123230" cy="123230"/>
                </a:xfrm>
                <a:prstGeom prst="roundRect">
                  <a:avLst>
                    <a:gd name="adj" fmla="val 16667"/>
                  </a:avLst>
                </a:prstGeom>
                <a:solidFill>
                  <a:schemeClr val="lt2"/>
                </a:solidFill>
                <a:ln w="20538" cap="rnd">
                  <a:solidFill>
                    <a:schemeClr val="accent1"/>
                  </a:solidFill>
                  <a:round/>
                </a:ln>
              </p:spPr>
            </p:sp>
            <p:sp>
              <p:nvSpPr>
                <p:cNvPr id="54" name="Freeform 54"/>
                <p:cNvSpPr/>
                <p:nvPr/>
              </p:nvSpPr>
              <p:spPr>
                <a:xfrm>
                  <a:off x="9897189" y="1543764"/>
                  <a:ext cx="383381" cy="383381"/>
                </a:xfrm>
                <a:custGeom>
                  <a:avLst/>
                  <a:gdLst/>
                  <a:ahLst/>
                  <a:cxnLst/>
                  <a:rect l="l" t="t" r="r" b="b"/>
                  <a:pathLst>
                    <a:path w="383381" h="383381">
                      <a:moveTo>
                        <a:pt x="116384" y="0"/>
                      </a:moveTo>
                      <a:lnTo>
                        <a:pt x="116384" y="54769"/>
                      </a:lnTo>
                      <a:moveTo>
                        <a:pt x="191691" y="0"/>
                      </a:moveTo>
                      <a:lnTo>
                        <a:pt x="191691" y="54769"/>
                      </a:lnTo>
                      <a:moveTo>
                        <a:pt x="266998" y="0"/>
                      </a:moveTo>
                      <a:lnTo>
                        <a:pt x="266998" y="54769"/>
                      </a:lnTo>
                      <a:moveTo>
                        <a:pt x="116384" y="328612"/>
                      </a:moveTo>
                      <a:lnTo>
                        <a:pt x="116384" y="383381"/>
                      </a:lnTo>
                      <a:moveTo>
                        <a:pt x="191691" y="328612"/>
                      </a:moveTo>
                      <a:lnTo>
                        <a:pt x="191691" y="383381"/>
                      </a:lnTo>
                      <a:moveTo>
                        <a:pt x="266998" y="328612"/>
                      </a:moveTo>
                      <a:lnTo>
                        <a:pt x="266998" y="383381"/>
                      </a:lnTo>
                      <a:moveTo>
                        <a:pt x="0" y="116384"/>
                      </a:moveTo>
                      <a:lnTo>
                        <a:pt x="54769" y="116384"/>
                      </a:lnTo>
                      <a:moveTo>
                        <a:pt x="0" y="191691"/>
                      </a:moveTo>
                      <a:lnTo>
                        <a:pt x="54769" y="191691"/>
                      </a:lnTo>
                      <a:moveTo>
                        <a:pt x="0" y="266998"/>
                      </a:moveTo>
                      <a:lnTo>
                        <a:pt x="54769" y="266998"/>
                      </a:lnTo>
                      <a:moveTo>
                        <a:pt x="328612" y="116384"/>
                      </a:moveTo>
                      <a:lnTo>
                        <a:pt x="383381" y="116384"/>
                      </a:lnTo>
                      <a:moveTo>
                        <a:pt x="328612" y="191691"/>
                      </a:moveTo>
                      <a:lnTo>
                        <a:pt x="383381" y="191691"/>
                      </a:lnTo>
                      <a:moveTo>
                        <a:pt x="328612" y="266998"/>
                      </a:moveTo>
                      <a:lnTo>
                        <a:pt x="383381" y="266998"/>
                      </a:lnTo>
                    </a:path>
                  </a:pathLst>
                </a:custGeom>
                <a:noFill/>
                <a:ln w="20538" cap="rnd">
                  <a:solidFill>
                    <a:schemeClr val="accent1"/>
                  </a:solidFill>
                  <a:round/>
                </a:ln>
              </p:spPr>
            </p:sp>
          </p:grpSp>
          <p:sp>
            <p:nvSpPr>
              <p:cNvPr id="56" name="Ellipse 56"/>
              <p:cNvSpPr/>
              <p:nvPr/>
            </p:nvSpPr>
            <p:spPr>
              <a:xfrm>
                <a:off x="10899457" y="2546033"/>
                <a:ext cx="569595" cy="569595"/>
              </a:xfrm>
              <a:prstGeom prst="ellipse">
                <a:avLst/>
              </a:prstGeom>
              <a:solidFill>
                <a:schemeClr val="lt1"/>
              </a:solidFill>
              <a:ln w="30670">
                <a:solidFill>
                  <a:srgbClr val="DCE3EC"/>
                </a:solidFill>
              </a:ln>
            </p:spPr>
          </p:sp>
          <p:grpSp>
            <p:nvGrpSpPr>
              <p:cNvPr id="62" name="Group 62"/>
              <p:cNvGrpSpPr/>
              <p:nvPr/>
            </p:nvGrpSpPr>
            <p:grpSpPr>
              <a:xfrm>
                <a:off x="11013103" y="2652832"/>
                <a:ext cx="362843" cy="355997"/>
                <a:chOff x="11013103" y="2652832"/>
                <a:chExt cx="362843" cy="355997"/>
              </a:xfrm>
            </p:grpSpPr>
            <p:sp>
              <p:nvSpPr>
                <p:cNvPr id="57" name="Freeform 57"/>
                <p:cNvSpPr/>
                <p:nvPr/>
              </p:nvSpPr>
              <p:spPr>
                <a:xfrm>
                  <a:off x="11013103" y="2700754"/>
                  <a:ext cx="260152" cy="273844"/>
                </a:xfrm>
                <a:custGeom>
                  <a:avLst/>
                  <a:gdLst/>
                  <a:ahLst/>
                  <a:cxnLst/>
                  <a:rect l="l" t="t" r="r" b="b"/>
                  <a:pathLst>
                    <a:path w="260152" h="273844">
                      <a:moveTo>
                        <a:pt x="0" y="0"/>
                      </a:moveTo>
                      <a:lnTo>
                        <a:pt x="0" y="212229"/>
                      </a:lnTo>
                      <a:cubicBezTo>
                        <a:pt x="0" y="273844"/>
                        <a:pt x="260152" y="273844"/>
                        <a:pt x="260152" y="212229"/>
                      </a:cubicBezTo>
                      <a:lnTo>
                        <a:pt x="260152" y="0"/>
                      </a:lnTo>
                    </a:path>
                  </a:pathLst>
                </a:custGeom>
                <a:solidFill>
                  <a:schemeClr val="lt1"/>
                </a:solidFill>
                <a:ln w="20538" cap="rnd">
                  <a:solidFill>
                    <a:schemeClr val="accent1"/>
                  </a:solidFill>
                  <a:round/>
                </a:ln>
              </p:spPr>
            </p:sp>
            <p:sp>
              <p:nvSpPr>
                <p:cNvPr id="58" name="Ellipse 58"/>
                <p:cNvSpPr/>
                <p:nvPr/>
              </p:nvSpPr>
              <p:spPr>
                <a:xfrm>
                  <a:off x="11013103" y="2652832"/>
                  <a:ext cx="260152" cy="95845"/>
                </a:xfrm>
                <a:prstGeom prst="ellipse">
                  <a:avLst/>
                </a:prstGeom>
                <a:solidFill>
                  <a:schemeClr val="lt1"/>
                </a:solidFill>
                <a:ln w="20538" cap="rnd">
                  <a:solidFill>
                    <a:schemeClr val="accent1"/>
                  </a:solidFill>
                  <a:round/>
                </a:ln>
              </p:spPr>
            </p:sp>
            <p:sp>
              <p:nvSpPr>
                <p:cNvPr id="59" name="Freeform 59"/>
                <p:cNvSpPr/>
                <p:nvPr/>
              </p:nvSpPr>
              <p:spPr>
                <a:xfrm>
                  <a:off x="11013103" y="2796600"/>
                  <a:ext cx="260152" cy="61615"/>
                </a:xfrm>
                <a:custGeom>
                  <a:avLst/>
                  <a:gdLst/>
                  <a:ahLst/>
                  <a:cxnLst/>
                  <a:rect l="l" t="t" r="r" b="b"/>
                  <a:pathLst>
                    <a:path w="260152" h="61615">
                      <a:moveTo>
                        <a:pt x="0" y="0"/>
                      </a:moveTo>
                      <a:cubicBezTo>
                        <a:pt x="0" y="61615"/>
                        <a:pt x="260152" y="61615"/>
                        <a:pt x="260152" y="0"/>
                      </a:cubicBezTo>
                    </a:path>
                  </a:pathLst>
                </a:custGeom>
                <a:noFill/>
                <a:ln w="20538" cap="rnd">
                  <a:solidFill>
                    <a:schemeClr val="accent1"/>
                  </a:solidFill>
                  <a:round/>
                </a:ln>
              </p:spPr>
            </p:sp>
            <p:sp>
              <p:nvSpPr>
                <p:cNvPr id="60" name="Ellipse 60"/>
                <p:cNvSpPr/>
                <p:nvPr/>
              </p:nvSpPr>
              <p:spPr>
                <a:xfrm>
                  <a:off x="11184255" y="2810292"/>
                  <a:ext cx="150614" cy="150614"/>
                </a:xfrm>
                <a:prstGeom prst="ellipse">
                  <a:avLst/>
                </a:prstGeom>
                <a:solidFill>
                  <a:schemeClr val="lt2"/>
                </a:solidFill>
                <a:ln w="20538" cap="rnd">
                  <a:solidFill>
                    <a:schemeClr val="accent1"/>
                  </a:solidFill>
                  <a:round/>
                </a:ln>
              </p:spPr>
            </p:sp>
            <p:sp>
              <p:nvSpPr>
                <p:cNvPr id="61" name="Freeform 61"/>
                <p:cNvSpPr/>
                <p:nvPr/>
              </p:nvSpPr>
              <p:spPr>
                <a:xfrm>
                  <a:off x="11314331" y="2940368"/>
                  <a:ext cx="61615" cy="68461"/>
                </a:xfrm>
                <a:custGeom>
                  <a:avLst/>
                  <a:gdLst/>
                  <a:ahLst/>
                  <a:cxnLst/>
                  <a:rect l="l" t="t" r="r" b="b"/>
                  <a:pathLst>
                    <a:path w="61615" h="68461">
                      <a:moveTo>
                        <a:pt x="0" y="0"/>
                      </a:moveTo>
                      <a:lnTo>
                        <a:pt x="61615" y="68461"/>
                      </a:lnTo>
                    </a:path>
                  </a:pathLst>
                </a:custGeom>
                <a:solidFill>
                  <a:schemeClr val="lt1"/>
                </a:solidFill>
                <a:ln w="27384" cap="rnd">
                  <a:solidFill>
                    <a:schemeClr val="accent1"/>
                  </a:solidFill>
                  <a:round/>
                </a:ln>
              </p:spPr>
            </p:sp>
          </p:grpSp>
          <p:sp>
            <p:nvSpPr>
              <p:cNvPr id="63" name="Ellipse 63"/>
              <p:cNvSpPr/>
              <p:nvPr/>
            </p:nvSpPr>
            <p:spPr>
              <a:xfrm>
                <a:off x="9804082" y="3641407"/>
                <a:ext cx="569595" cy="569595"/>
              </a:xfrm>
              <a:prstGeom prst="ellipse">
                <a:avLst/>
              </a:prstGeom>
              <a:solidFill>
                <a:schemeClr val="lt1"/>
              </a:solidFill>
              <a:ln w="30670">
                <a:solidFill>
                  <a:srgbClr val="DCE3EC"/>
                </a:solidFill>
              </a:ln>
            </p:spPr>
          </p:sp>
          <p:grpSp>
            <p:nvGrpSpPr>
              <p:cNvPr id="66" name="Group 66"/>
              <p:cNvGrpSpPr/>
              <p:nvPr/>
            </p:nvGrpSpPr>
            <p:grpSpPr>
              <a:xfrm>
                <a:off x="9917728" y="3761899"/>
                <a:ext cx="342305" cy="328612"/>
                <a:chOff x="9917728" y="3761899"/>
                <a:chExt cx="342305" cy="328612"/>
              </a:xfrm>
            </p:grpSpPr>
            <p:sp>
              <p:nvSpPr>
                <p:cNvPr id="64" name="Rectangle 64"/>
                <p:cNvSpPr/>
                <p:nvPr/>
              </p:nvSpPr>
              <p:spPr>
                <a:xfrm>
                  <a:off x="9917728" y="3761899"/>
                  <a:ext cx="342305" cy="328612"/>
                </a:xfrm>
                <a:prstGeom prst="roundRect">
                  <a:avLst>
                    <a:gd name="adj" fmla="val 8333"/>
                  </a:avLst>
                </a:prstGeom>
                <a:solidFill>
                  <a:schemeClr val="lt1"/>
                </a:solidFill>
                <a:ln w="20538" cap="rnd">
                  <a:solidFill>
                    <a:schemeClr val="accent1"/>
                  </a:solidFill>
                  <a:round/>
                </a:ln>
              </p:spPr>
            </p:sp>
            <p:sp>
              <p:nvSpPr>
                <p:cNvPr id="65" name="Freeform 65"/>
                <p:cNvSpPr/>
                <p:nvPr/>
              </p:nvSpPr>
              <p:spPr>
                <a:xfrm>
                  <a:off x="9917728" y="3761899"/>
                  <a:ext cx="342305" cy="328612"/>
                </a:xfrm>
                <a:custGeom>
                  <a:avLst/>
                  <a:gdLst/>
                  <a:ahLst/>
                  <a:cxnLst/>
                  <a:rect l="l" t="t" r="r" b="b"/>
                  <a:pathLst>
                    <a:path w="342305" h="328612">
                      <a:moveTo>
                        <a:pt x="0" y="109538"/>
                      </a:moveTo>
                      <a:lnTo>
                        <a:pt x="342305" y="109538"/>
                      </a:lnTo>
                      <a:moveTo>
                        <a:pt x="0" y="219075"/>
                      </a:moveTo>
                      <a:lnTo>
                        <a:pt x="342305" y="219075"/>
                      </a:lnTo>
                      <a:moveTo>
                        <a:pt x="109538" y="0"/>
                      </a:moveTo>
                      <a:lnTo>
                        <a:pt x="109538" y="109538"/>
                      </a:lnTo>
                      <a:moveTo>
                        <a:pt x="246459" y="0"/>
                      </a:moveTo>
                      <a:lnTo>
                        <a:pt x="246459" y="109538"/>
                      </a:lnTo>
                      <a:moveTo>
                        <a:pt x="61615" y="109538"/>
                      </a:moveTo>
                      <a:lnTo>
                        <a:pt x="61615" y="219075"/>
                      </a:lnTo>
                      <a:moveTo>
                        <a:pt x="205383" y="109538"/>
                      </a:moveTo>
                      <a:lnTo>
                        <a:pt x="205383" y="219075"/>
                      </a:lnTo>
                      <a:moveTo>
                        <a:pt x="109538" y="219075"/>
                      </a:moveTo>
                      <a:lnTo>
                        <a:pt x="109538" y="328612"/>
                      </a:lnTo>
                      <a:moveTo>
                        <a:pt x="246459" y="219075"/>
                      </a:moveTo>
                      <a:lnTo>
                        <a:pt x="246459" y="328612"/>
                      </a:lnTo>
                    </a:path>
                  </a:pathLst>
                </a:custGeom>
                <a:noFill/>
                <a:ln w="20538" cap="rnd">
                  <a:solidFill>
                    <a:schemeClr val="accent1"/>
                  </a:solidFill>
                  <a:round/>
                </a:ln>
              </p:spPr>
            </p:sp>
          </p:grpSp>
          <p:sp>
            <p:nvSpPr>
              <p:cNvPr id="67" name="Ellipse 67"/>
              <p:cNvSpPr/>
              <p:nvPr/>
            </p:nvSpPr>
            <p:spPr>
              <a:xfrm>
                <a:off x="8708708" y="2546033"/>
                <a:ext cx="569595" cy="569595"/>
              </a:xfrm>
              <a:prstGeom prst="ellipse">
                <a:avLst/>
              </a:prstGeom>
              <a:solidFill>
                <a:schemeClr val="lt1"/>
              </a:solidFill>
              <a:ln w="30670">
                <a:solidFill>
                  <a:srgbClr val="DCE3EC"/>
                </a:solidFill>
              </a:ln>
            </p:spPr>
          </p:sp>
          <p:grpSp>
            <p:nvGrpSpPr>
              <p:cNvPr id="74" name="Group 74"/>
              <p:cNvGrpSpPr/>
              <p:nvPr/>
            </p:nvGrpSpPr>
            <p:grpSpPr>
              <a:xfrm>
                <a:off x="8794968" y="2645985"/>
                <a:ext cx="397074" cy="362843"/>
                <a:chOff x="8794968" y="2645985"/>
                <a:chExt cx="397074" cy="362843"/>
              </a:xfrm>
            </p:grpSpPr>
            <p:sp>
              <p:nvSpPr>
                <p:cNvPr id="68" name="Rectangle 68"/>
                <p:cNvSpPr/>
                <p:nvPr/>
              </p:nvSpPr>
              <p:spPr>
                <a:xfrm>
                  <a:off x="8856583" y="2645985"/>
                  <a:ext cx="273844" cy="136922"/>
                </a:xfrm>
                <a:prstGeom prst="roundRect">
                  <a:avLst>
                    <a:gd name="adj" fmla="val 20000"/>
                  </a:avLst>
                </a:prstGeom>
                <a:solidFill>
                  <a:schemeClr val="lt1"/>
                </a:solidFill>
                <a:ln w="20538" cap="rnd">
                  <a:solidFill>
                    <a:schemeClr val="accent1"/>
                  </a:solidFill>
                  <a:round/>
                </a:ln>
              </p:spPr>
            </p:sp>
            <p:sp>
              <p:nvSpPr>
                <p:cNvPr id="69" name="Freeform 69"/>
                <p:cNvSpPr/>
                <p:nvPr/>
              </p:nvSpPr>
              <p:spPr>
                <a:xfrm>
                  <a:off x="8842891" y="2782907"/>
                  <a:ext cx="301228" cy="136922"/>
                </a:xfrm>
                <a:custGeom>
                  <a:avLst/>
                  <a:gdLst/>
                  <a:ahLst/>
                  <a:cxnLst/>
                  <a:rect l="l" t="t" r="r" b="b"/>
                  <a:pathLst>
                    <a:path w="301228" h="136922">
                      <a:moveTo>
                        <a:pt x="150614" y="0"/>
                      </a:moveTo>
                      <a:lnTo>
                        <a:pt x="150614" y="88999"/>
                      </a:lnTo>
                      <a:moveTo>
                        <a:pt x="0" y="88999"/>
                      </a:moveTo>
                      <a:lnTo>
                        <a:pt x="301228" y="88999"/>
                      </a:lnTo>
                      <a:moveTo>
                        <a:pt x="0" y="88999"/>
                      </a:moveTo>
                      <a:lnTo>
                        <a:pt x="0" y="136922"/>
                      </a:lnTo>
                      <a:moveTo>
                        <a:pt x="150614" y="88999"/>
                      </a:moveTo>
                      <a:lnTo>
                        <a:pt x="150614" y="136922"/>
                      </a:lnTo>
                      <a:moveTo>
                        <a:pt x="301228" y="88999"/>
                      </a:moveTo>
                      <a:lnTo>
                        <a:pt x="301228" y="136922"/>
                      </a:lnTo>
                    </a:path>
                  </a:pathLst>
                </a:custGeom>
                <a:noFill/>
                <a:ln w="20538" cap="rnd">
                  <a:solidFill>
                    <a:schemeClr val="accent1"/>
                  </a:solidFill>
                  <a:round/>
                </a:ln>
              </p:spPr>
            </p:sp>
            <p:sp>
              <p:nvSpPr>
                <p:cNvPr id="70" name="Rectangle 70"/>
                <p:cNvSpPr/>
                <p:nvPr/>
              </p:nvSpPr>
              <p:spPr>
                <a:xfrm>
                  <a:off x="8794968" y="2919829"/>
                  <a:ext cx="95845" cy="88999"/>
                </a:xfrm>
                <a:prstGeom prst="roundRect">
                  <a:avLst>
                    <a:gd name="adj" fmla="val 23077"/>
                  </a:avLst>
                </a:prstGeom>
                <a:solidFill>
                  <a:schemeClr val="lt1"/>
                </a:solidFill>
                <a:ln w="20538" cap="rnd">
                  <a:solidFill>
                    <a:schemeClr val="accent1"/>
                  </a:solidFill>
                  <a:round/>
                </a:ln>
              </p:spPr>
            </p:sp>
            <p:sp>
              <p:nvSpPr>
                <p:cNvPr id="71" name="Rectangle 71"/>
                <p:cNvSpPr/>
                <p:nvPr/>
              </p:nvSpPr>
              <p:spPr>
                <a:xfrm>
                  <a:off x="8945582" y="2919829"/>
                  <a:ext cx="95845" cy="88999"/>
                </a:xfrm>
                <a:prstGeom prst="roundRect">
                  <a:avLst>
                    <a:gd name="adj" fmla="val 23077"/>
                  </a:avLst>
                </a:prstGeom>
                <a:solidFill>
                  <a:schemeClr val="lt1"/>
                </a:solidFill>
                <a:ln w="20538" cap="rnd">
                  <a:solidFill>
                    <a:schemeClr val="accent1"/>
                  </a:solidFill>
                  <a:round/>
                </a:ln>
              </p:spPr>
            </p:sp>
            <p:sp>
              <p:nvSpPr>
                <p:cNvPr id="72" name="Rectangle 72"/>
                <p:cNvSpPr/>
                <p:nvPr/>
              </p:nvSpPr>
              <p:spPr>
                <a:xfrm>
                  <a:off x="9096196" y="2919829"/>
                  <a:ext cx="95845" cy="88999"/>
                </a:xfrm>
                <a:prstGeom prst="roundRect">
                  <a:avLst>
                    <a:gd name="adj" fmla="val 23077"/>
                  </a:avLst>
                </a:prstGeom>
                <a:solidFill>
                  <a:schemeClr val="lt1"/>
                </a:solidFill>
                <a:ln w="20538" cap="rnd">
                  <a:solidFill>
                    <a:schemeClr val="accent1"/>
                  </a:solidFill>
                  <a:round/>
                </a:ln>
              </p:spPr>
            </p:sp>
            <p:sp>
              <p:nvSpPr>
                <p:cNvPr id="73" name="Freeform 73"/>
                <p:cNvSpPr/>
                <p:nvPr/>
              </p:nvSpPr>
              <p:spPr>
                <a:xfrm>
                  <a:off x="8911352" y="2714446"/>
                  <a:ext cx="164306" cy="9525"/>
                </a:xfrm>
                <a:custGeom>
                  <a:avLst/>
                  <a:gdLst/>
                  <a:ahLst/>
                  <a:cxnLst/>
                  <a:rect l="l" t="t" r="r" b="b"/>
                  <a:pathLst>
                    <a:path w="164306" h="9525">
                      <a:moveTo>
                        <a:pt x="0" y="0"/>
                      </a:moveTo>
                      <a:lnTo>
                        <a:pt x="164306" y="0"/>
                      </a:lnTo>
                    </a:path>
                  </a:pathLst>
                </a:custGeom>
                <a:solidFill>
                  <a:schemeClr val="lt1"/>
                </a:solidFill>
                <a:ln w="20538" cap="rnd">
                  <a:solidFill>
                    <a:schemeClr val="accent1"/>
                  </a:solidFill>
                  <a:round/>
                </a:ln>
              </p:spPr>
            </p:sp>
          </p:grpSp>
          <p:sp>
            <p:nvSpPr>
              <p:cNvPr id="75" name="Ellipse 75"/>
              <p:cNvSpPr/>
              <p:nvPr/>
            </p:nvSpPr>
            <p:spPr>
              <a:xfrm>
                <a:off x="10768012" y="1976438"/>
                <a:ext cx="175260" cy="175260"/>
              </a:xfrm>
              <a:prstGeom prst="ellipse">
                <a:avLst/>
              </a:prstGeom>
              <a:solidFill>
                <a:schemeClr val="accent2"/>
              </a:solidFill>
              <a:ln>
                <a:noFill/>
              </a:ln>
            </p:spPr>
          </p:sp>
        </p:grpSp>
      </p:grpSp>
      <p:grpSp>
        <p:nvGrpSpPr>
          <p:cNvPr id="90" name="footer"/>
          <p:cNvGrpSpPr/>
          <p:nvPr/>
        </p:nvGrpSpPr>
        <p:grpSpPr>
          <a:xfrm>
            <a:off x="604266" y="6400800"/>
            <a:ext cx="10978134" cy="316484"/>
            <a:chOff x="604266" y="6400800"/>
            <a:chExt cx="10978134" cy="316484"/>
          </a:xfrm>
        </p:grpSpPr>
        <p:sp>
          <p:nvSpPr>
            <p:cNvPr id="78" name="Line 78"/>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79" name="TextBox 79"/>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80" name="Rectangle 80"/>
            <p:cNvSpPr/>
            <p:nvPr/>
          </p:nvSpPr>
          <p:spPr>
            <a:xfrm>
              <a:off x="8724900" y="6553200"/>
              <a:ext cx="133350" cy="38100"/>
            </a:xfrm>
            <a:prstGeom prst="roundRect">
              <a:avLst>
                <a:gd name="adj" fmla="val 50000"/>
              </a:avLst>
            </a:prstGeom>
            <a:solidFill>
              <a:schemeClr val="accent2"/>
            </a:solidFill>
            <a:ln>
              <a:noFill/>
            </a:ln>
          </p:spPr>
        </p:sp>
        <p:sp>
          <p:nvSpPr>
            <p:cNvPr id="81" name="Rectangle 81"/>
            <p:cNvSpPr/>
            <p:nvPr/>
          </p:nvSpPr>
          <p:spPr>
            <a:xfrm>
              <a:off x="8915400" y="6553200"/>
              <a:ext cx="133350" cy="38100"/>
            </a:xfrm>
            <a:prstGeom prst="roundRect">
              <a:avLst>
                <a:gd name="adj" fmla="val 50000"/>
              </a:avLst>
            </a:prstGeom>
            <a:solidFill>
              <a:srgbClr val="DCE3EC"/>
            </a:solidFill>
            <a:ln>
              <a:noFill/>
            </a:ln>
          </p:spPr>
        </p:sp>
        <p:sp>
          <p:nvSpPr>
            <p:cNvPr id="82" name="Rectangle 82"/>
            <p:cNvSpPr/>
            <p:nvPr/>
          </p:nvSpPr>
          <p:spPr>
            <a:xfrm>
              <a:off x="9105900" y="6553200"/>
              <a:ext cx="133350" cy="38100"/>
            </a:xfrm>
            <a:prstGeom prst="roundRect">
              <a:avLst>
                <a:gd name="adj" fmla="val 50000"/>
              </a:avLst>
            </a:prstGeom>
            <a:solidFill>
              <a:srgbClr val="DCE3EC"/>
            </a:solidFill>
            <a:ln>
              <a:noFill/>
            </a:ln>
          </p:spPr>
        </p:sp>
        <p:sp>
          <p:nvSpPr>
            <p:cNvPr id="83" name="Rectangle 83"/>
            <p:cNvSpPr/>
            <p:nvPr/>
          </p:nvSpPr>
          <p:spPr>
            <a:xfrm>
              <a:off x="9296400" y="6553200"/>
              <a:ext cx="133350" cy="38100"/>
            </a:xfrm>
            <a:prstGeom prst="roundRect">
              <a:avLst>
                <a:gd name="adj" fmla="val 50000"/>
              </a:avLst>
            </a:prstGeom>
            <a:solidFill>
              <a:srgbClr val="DCE3EC"/>
            </a:solidFill>
            <a:ln>
              <a:noFill/>
            </a:ln>
          </p:spPr>
        </p:sp>
        <p:sp>
          <p:nvSpPr>
            <p:cNvPr id="84" name="Rectangle 84"/>
            <p:cNvSpPr/>
            <p:nvPr/>
          </p:nvSpPr>
          <p:spPr>
            <a:xfrm>
              <a:off x="9486900" y="6553200"/>
              <a:ext cx="133350" cy="38100"/>
            </a:xfrm>
            <a:prstGeom prst="roundRect">
              <a:avLst>
                <a:gd name="adj" fmla="val 50000"/>
              </a:avLst>
            </a:prstGeom>
            <a:solidFill>
              <a:srgbClr val="DCE3EC"/>
            </a:solidFill>
            <a:ln>
              <a:noFill/>
            </a:ln>
          </p:spPr>
        </p:sp>
        <p:sp>
          <p:nvSpPr>
            <p:cNvPr id="85" name="Rectangle 85"/>
            <p:cNvSpPr/>
            <p:nvPr/>
          </p:nvSpPr>
          <p:spPr>
            <a:xfrm>
              <a:off x="9677400" y="6553200"/>
              <a:ext cx="133350" cy="38100"/>
            </a:xfrm>
            <a:prstGeom prst="roundRect">
              <a:avLst>
                <a:gd name="adj" fmla="val 50000"/>
              </a:avLst>
            </a:prstGeom>
            <a:solidFill>
              <a:srgbClr val="DCE3EC"/>
            </a:solidFill>
            <a:ln>
              <a:noFill/>
            </a:ln>
          </p:spPr>
        </p:sp>
        <p:sp>
          <p:nvSpPr>
            <p:cNvPr id="86" name="Rectangle 86"/>
            <p:cNvSpPr/>
            <p:nvPr/>
          </p:nvSpPr>
          <p:spPr>
            <a:xfrm>
              <a:off x="9867900" y="6553200"/>
              <a:ext cx="133350" cy="38100"/>
            </a:xfrm>
            <a:prstGeom prst="roundRect">
              <a:avLst>
                <a:gd name="adj" fmla="val 50000"/>
              </a:avLst>
            </a:prstGeom>
            <a:solidFill>
              <a:srgbClr val="DCE3EC"/>
            </a:solidFill>
            <a:ln>
              <a:noFill/>
            </a:ln>
          </p:spPr>
        </p:sp>
        <p:sp>
          <p:nvSpPr>
            <p:cNvPr id="87" name="Rectangle 87"/>
            <p:cNvSpPr/>
            <p:nvPr/>
          </p:nvSpPr>
          <p:spPr>
            <a:xfrm>
              <a:off x="10058400" y="6553200"/>
              <a:ext cx="133350" cy="38100"/>
            </a:xfrm>
            <a:prstGeom prst="roundRect">
              <a:avLst>
                <a:gd name="adj" fmla="val 50000"/>
              </a:avLst>
            </a:prstGeom>
            <a:solidFill>
              <a:srgbClr val="DCE3EC"/>
            </a:solidFill>
            <a:ln>
              <a:noFill/>
            </a:ln>
          </p:spPr>
        </p:sp>
        <p:sp>
          <p:nvSpPr>
            <p:cNvPr id="88" name="Rectangle 88"/>
            <p:cNvSpPr/>
            <p:nvPr/>
          </p:nvSpPr>
          <p:spPr>
            <a:xfrm>
              <a:off x="10248900" y="6553200"/>
              <a:ext cx="133350" cy="38100"/>
            </a:xfrm>
            <a:prstGeom prst="roundRect">
              <a:avLst>
                <a:gd name="adj" fmla="val 50000"/>
              </a:avLst>
            </a:prstGeom>
            <a:solidFill>
              <a:srgbClr val="DCE3EC"/>
            </a:solidFill>
            <a:ln>
              <a:noFill/>
            </a:ln>
          </p:spPr>
        </p:sp>
        <p:sp>
          <p:nvSpPr>
            <p:cNvPr id="89" name="TextBox 89"/>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01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17" name="OpeningFilm_30s_Embedded">
            <a:hlinkClick r:id="" action="ppaction://media"/>
            <a:extLst>
              <a:ext uri="{FF2B5EF4-FFF2-40B4-BE49-F238E27FC236}">
                <a16:creationId xmlns:a16="http://schemas.microsoft.com/office/drawing/2014/main" id="{2DF7044A-F50A-4404-86F6-C4039600A46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249293" cy="855853"/>
            <a:chOff x="595122" y="431800"/>
            <a:chExt cx="4249293"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50"/>
              </p:custDataLst>
            </p:nvPr>
          </p:nvSpPr>
          <p:spPr>
            <a:xfrm>
              <a:off x="794385" y="431800"/>
              <a:ext cx="103578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FRAMEWORK</a:t>
              </a:r>
            </a:p>
          </p:txBody>
        </p:sp>
        <p:sp>
          <p:nvSpPr>
            <p:cNvPr id="4" name="TextBox 4"/>
            <p:cNvSpPr txBox="1"/>
            <p:nvPr>
              <p:custDataLst>
                <p:tags r:id="rId51"/>
              </p:custDataLst>
            </p:nvPr>
          </p:nvSpPr>
          <p:spPr>
            <a:xfrm>
              <a:off x="595122" y="730250"/>
              <a:ext cx="4249293"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一個框架，四個連續階段</a:t>
              </a:r>
            </a:p>
          </p:txBody>
        </p:sp>
      </p:grpSp>
      <p:grpSp>
        <p:nvGrpSpPr>
          <p:cNvPr id="135" name="page-content"/>
          <p:cNvGrpSpPr/>
          <p:nvPr/>
        </p:nvGrpSpPr>
        <p:grpSpPr>
          <a:xfrm>
            <a:off x="609600" y="1428750"/>
            <a:ext cx="10972800" cy="4191000"/>
            <a:chOff x="609600" y="1428750"/>
            <a:chExt cx="10972800" cy="4191000"/>
          </a:xfrm>
        </p:grpSpPr>
        <p:sp>
          <p:nvSpPr>
            <p:cNvPr id="6" name="Ellipse 6"/>
            <p:cNvSpPr/>
            <p:nvPr/>
          </p:nvSpPr>
          <p:spPr>
            <a:xfrm>
              <a:off x="609600" y="1428750"/>
              <a:ext cx="419100" cy="419100"/>
            </a:xfrm>
            <a:prstGeom prst="ellipse">
              <a:avLst/>
            </a:prstGeom>
            <a:solidFill>
              <a:srgbClr val="EAF1FE"/>
            </a:solidFill>
            <a:ln>
              <a:noFill/>
            </a:ln>
          </p:spPr>
        </p:sp>
        <p:grpSp>
          <p:nvGrpSpPr>
            <p:cNvPr id="13" name="Group 13"/>
            <p:cNvGrpSpPr/>
            <p:nvPr/>
          </p:nvGrpSpPr>
          <p:grpSpPr>
            <a:xfrm>
              <a:off x="698302" y="1525786"/>
              <a:ext cx="241696" cy="220861"/>
              <a:chOff x="698302" y="1525786"/>
              <a:chExt cx="241696" cy="220861"/>
            </a:xfrm>
          </p:grpSpPr>
          <p:sp>
            <p:nvSpPr>
              <p:cNvPr id="7" name="Rectangle 7"/>
              <p:cNvSpPr/>
              <p:nvPr/>
            </p:nvSpPr>
            <p:spPr>
              <a:xfrm>
                <a:off x="735806" y="1525786"/>
                <a:ext cx="166688" cy="83344"/>
              </a:xfrm>
              <a:prstGeom prst="roundRect">
                <a:avLst>
                  <a:gd name="adj" fmla="val 20000"/>
                </a:avLst>
              </a:prstGeom>
              <a:solidFill>
                <a:schemeClr val="lt1"/>
              </a:solidFill>
              <a:ln w="12502" cap="rnd">
                <a:solidFill>
                  <a:schemeClr val="accent1"/>
                </a:solidFill>
                <a:round/>
              </a:ln>
            </p:spPr>
          </p:sp>
          <p:sp>
            <p:nvSpPr>
              <p:cNvPr id="8" name="Freeform 8"/>
              <p:cNvSpPr/>
              <p:nvPr/>
            </p:nvSpPr>
            <p:spPr>
              <a:xfrm>
                <a:off x="727472" y="1609130"/>
                <a:ext cx="183356" cy="83344"/>
              </a:xfrm>
              <a:custGeom>
                <a:avLst/>
                <a:gdLst/>
                <a:ahLst/>
                <a:cxnLst/>
                <a:rect l="l" t="t" r="r" b="b"/>
                <a:pathLst>
                  <a:path w="183356" h="83344">
                    <a:moveTo>
                      <a:pt x="91678" y="0"/>
                    </a:moveTo>
                    <a:lnTo>
                      <a:pt x="91678" y="54173"/>
                    </a:lnTo>
                    <a:moveTo>
                      <a:pt x="0" y="54173"/>
                    </a:moveTo>
                    <a:lnTo>
                      <a:pt x="183356" y="54173"/>
                    </a:lnTo>
                    <a:moveTo>
                      <a:pt x="0" y="54173"/>
                    </a:moveTo>
                    <a:lnTo>
                      <a:pt x="0" y="83344"/>
                    </a:lnTo>
                    <a:moveTo>
                      <a:pt x="91678" y="54173"/>
                    </a:moveTo>
                    <a:lnTo>
                      <a:pt x="91678" y="83344"/>
                    </a:lnTo>
                    <a:moveTo>
                      <a:pt x="183356" y="54173"/>
                    </a:moveTo>
                    <a:lnTo>
                      <a:pt x="183356" y="83344"/>
                    </a:lnTo>
                  </a:path>
                </a:pathLst>
              </a:custGeom>
              <a:noFill/>
              <a:ln w="12502" cap="rnd">
                <a:solidFill>
                  <a:schemeClr val="accent1"/>
                </a:solidFill>
                <a:round/>
              </a:ln>
            </p:spPr>
          </p:sp>
          <p:sp>
            <p:nvSpPr>
              <p:cNvPr id="9" name="Rectangle 9"/>
              <p:cNvSpPr/>
              <p:nvPr/>
            </p:nvSpPr>
            <p:spPr>
              <a:xfrm>
                <a:off x="698302" y="1692473"/>
                <a:ext cx="58341" cy="54173"/>
              </a:xfrm>
              <a:prstGeom prst="roundRect">
                <a:avLst>
                  <a:gd name="adj" fmla="val 23077"/>
                </a:avLst>
              </a:prstGeom>
              <a:solidFill>
                <a:schemeClr val="lt1"/>
              </a:solidFill>
              <a:ln w="12502" cap="rnd">
                <a:solidFill>
                  <a:schemeClr val="accent1"/>
                </a:solidFill>
                <a:round/>
              </a:ln>
            </p:spPr>
          </p:sp>
          <p:sp>
            <p:nvSpPr>
              <p:cNvPr id="10" name="Rectangle 10"/>
              <p:cNvSpPr/>
              <p:nvPr/>
            </p:nvSpPr>
            <p:spPr>
              <a:xfrm>
                <a:off x="789980" y="1692473"/>
                <a:ext cx="58341" cy="54173"/>
              </a:xfrm>
              <a:prstGeom prst="roundRect">
                <a:avLst>
                  <a:gd name="adj" fmla="val 23077"/>
                </a:avLst>
              </a:prstGeom>
              <a:solidFill>
                <a:schemeClr val="lt1"/>
              </a:solidFill>
              <a:ln w="12502" cap="rnd">
                <a:solidFill>
                  <a:schemeClr val="accent1"/>
                </a:solidFill>
                <a:round/>
              </a:ln>
            </p:spPr>
          </p:sp>
          <p:sp>
            <p:nvSpPr>
              <p:cNvPr id="11" name="Rectangle 11"/>
              <p:cNvSpPr/>
              <p:nvPr/>
            </p:nvSpPr>
            <p:spPr>
              <a:xfrm>
                <a:off x="881658" y="1692473"/>
                <a:ext cx="58341" cy="54173"/>
              </a:xfrm>
              <a:prstGeom prst="roundRect">
                <a:avLst>
                  <a:gd name="adj" fmla="val 23077"/>
                </a:avLst>
              </a:prstGeom>
              <a:solidFill>
                <a:schemeClr val="lt1"/>
              </a:solidFill>
              <a:ln w="12502" cap="rnd">
                <a:solidFill>
                  <a:schemeClr val="accent1"/>
                </a:solidFill>
                <a:round/>
              </a:ln>
            </p:spPr>
          </p:sp>
          <p:sp>
            <p:nvSpPr>
              <p:cNvPr id="12" name="Freeform 12"/>
              <p:cNvSpPr/>
              <p:nvPr/>
            </p:nvSpPr>
            <p:spPr>
              <a:xfrm>
                <a:off x="769144" y="1567458"/>
                <a:ext cx="100012" cy="9525"/>
              </a:xfrm>
              <a:custGeom>
                <a:avLst/>
                <a:gdLst/>
                <a:ahLst/>
                <a:cxnLst/>
                <a:rect l="l" t="t" r="r" b="b"/>
                <a:pathLst>
                  <a:path w="100012" h="9525">
                    <a:moveTo>
                      <a:pt x="0" y="0"/>
                    </a:moveTo>
                    <a:lnTo>
                      <a:pt x="100012" y="0"/>
                    </a:lnTo>
                  </a:path>
                </a:pathLst>
              </a:custGeom>
              <a:solidFill>
                <a:schemeClr val="lt1"/>
              </a:solidFill>
              <a:ln w="12502" cap="rnd">
                <a:solidFill>
                  <a:schemeClr val="accent1"/>
                </a:solidFill>
                <a:round/>
              </a:ln>
            </p:spPr>
          </p:sp>
        </p:grpSp>
        <p:sp>
          <p:nvSpPr>
            <p:cNvPr id="14" name="TextBox 14"/>
            <p:cNvSpPr txBox="1"/>
            <p:nvPr>
              <p:custDataLst>
                <p:tags r:id="rId3"/>
              </p:custDataLst>
            </p:nvPr>
          </p:nvSpPr>
          <p:spPr>
            <a:xfrm>
              <a:off x="113804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01</a:t>
              </a:r>
            </a:p>
          </p:txBody>
        </p:sp>
        <p:sp>
          <p:nvSpPr>
            <p:cNvPr id="15" name="TextBox 15"/>
            <p:cNvSpPr txBox="1"/>
            <p:nvPr>
              <p:custDataLst>
                <p:tags r:id="rId4"/>
              </p:custDataLst>
            </p:nvPr>
          </p:nvSpPr>
          <p:spPr>
            <a:xfrm>
              <a:off x="1385697" y="1454150"/>
              <a:ext cx="669544"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前處理張量</a:t>
              </a:r>
            </a:p>
          </p:txBody>
        </p:sp>
        <p:sp>
          <p:nvSpPr>
            <p:cNvPr id="16" name="TextBox 16"/>
            <p:cNvSpPr txBox="1"/>
            <p:nvPr>
              <p:custDataLst>
                <p:tags r:id="rId5"/>
              </p:custDataLst>
            </p:nvPr>
          </p:nvSpPr>
          <p:spPr>
            <a:xfrm>
              <a:off x="113499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流量表徵</a:t>
              </a:r>
            </a:p>
          </p:txBody>
        </p:sp>
        <p:sp>
          <p:nvSpPr>
            <p:cNvPr id="17" name="Freeform 17"/>
            <p:cNvSpPr/>
            <p:nvPr/>
          </p:nvSpPr>
          <p:spPr>
            <a:xfrm>
              <a:off x="325755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18" name="Rectangle 18"/>
            <p:cNvSpPr/>
            <p:nvPr/>
          </p:nvSpPr>
          <p:spPr>
            <a:xfrm>
              <a:off x="609600" y="2000250"/>
              <a:ext cx="2571750" cy="2971800"/>
            </a:xfrm>
            <a:prstGeom prst="roundRect">
              <a:avLst>
                <a:gd name="adj" fmla="val 5185"/>
              </a:avLst>
            </a:prstGeom>
            <a:solidFill>
              <a:schemeClr val="lt2"/>
            </a:solidFill>
            <a:ln>
              <a:noFill/>
            </a:ln>
          </p:spPr>
        </p:sp>
        <p:sp>
          <p:nvSpPr>
            <p:cNvPr id="19" name="Ellipse 19"/>
            <p:cNvSpPr/>
            <p:nvPr/>
          </p:nvSpPr>
          <p:spPr>
            <a:xfrm>
              <a:off x="3409950" y="1428750"/>
              <a:ext cx="419100" cy="419100"/>
            </a:xfrm>
            <a:prstGeom prst="ellipse">
              <a:avLst/>
            </a:prstGeom>
            <a:solidFill>
              <a:srgbClr val="EAF1FE"/>
            </a:solidFill>
            <a:ln>
              <a:noFill/>
            </a:ln>
          </p:spPr>
        </p:sp>
        <p:grpSp>
          <p:nvGrpSpPr>
            <p:cNvPr id="23" name="Group 23"/>
            <p:cNvGrpSpPr/>
            <p:nvPr/>
          </p:nvGrpSpPr>
          <p:grpSpPr>
            <a:xfrm>
              <a:off x="3502819" y="1521619"/>
              <a:ext cx="233362" cy="233362"/>
              <a:chOff x="3502819" y="1521619"/>
              <a:chExt cx="233362" cy="233362"/>
            </a:xfrm>
          </p:grpSpPr>
          <p:sp>
            <p:nvSpPr>
              <p:cNvPr id="20" name="Rectangle 20"/>
              <p:cNvSpPr/>
              <p:nvPr/>
            </p:nvSpPr>
            <p:spPr>
              <a:xfrm>
                <a:off x="3536156" y="1554956"/>
                <a:ext cx="166688" cy="166688"/>
              </a:xfrm>
              <a:prstGeom prst="roundRect">
                <a:avLst>
                  <a:gd name="adj" fmla="val 12500"/>
                </a:avLst>
              </a:prstGeom>
              <a:solidFill>
                <a:schemeClr val="lt1"/>
              </a:solidFill>
              <a:ln w="12502" cap="rnd">
                <a:solidFill>
                  <a:schemeClr val="accent1"/>
                </a:solidFill>
                <a:round/>
              </a:ln>
            </p:spPr>
          </p:sp>
          <p:sp>
            <p:nvSpPr>
              <p:cNvPr id="21" name="Rectangle 21"/>
              <p:cNvSpPr/>
              <p:nvPr/>
            </p:nvSpPr>
            <p:spPr>
              <a:xfrm>
                <a:off x="3581995" y="1600795"/>
                <a:ext cx="75009" cy="75009"/>
              </a:xfrm>
              <a:prstGeom prst="roundRect">
                <a:avLst>
                  <a:gd name="adj" fmla="val 16667"/>
                </a:avLst>
              </a:prstGeom>
              <a:solidFill>
                <a:schemeClr val="lt2"/>
              </a:solidFill>
              <a:ln w="12502" cap="rnd">
                <a:solidFill>
                  <a:schemeClr val="accent1"/>
                </a:solidFill>
                <a:round/>
              </a:ln>
            </p:spPr>
          </p:sp>
          <p:sp>
            <p:nvSpPr>
              <p:cNvPr id="22" name="Freeform 22"/>
              <p:cNvSpPr/>
              <p:nvPr/>
            </p:nvSpPr>
            <p:spPr>
              <a:xfrm>
                <a:off x="3502819" y="1521619"/>
                <a:ext cx="233362" cy="233362"/>
              </a:xfrm>
              <a:custGeom>
                <a:avLst/>
                <a:gdLst/>
                <a:ahLst/>
                <a:cxnLst/>
                <a:rect l="l" t="t" r="r" b="b"/>
                <a:pathLst>
                  <a:path w="233362" h="233362">
                    <a:moveTo>
                      <a:pt x="70842" y="0"/>
                    </a:moveTo>
                    <a:lnTo>
                      <a:pt x="70842" y="33338"/>
                    </a:lnTo>
                    <a:moveTo>
                      <a:pt x="116681" y="0"/>
                    </a:moveTo>
                    <a:lnTo>
                      <a:pt x="116681" y="33338"/>
                    </a:lnTo>
                    <a:moveTo>
                      <a:pt x="162520" y="0"/>
                    </a:moveTo>
                    <a:lnTo>
                      <a:pt x="162520" y="33338"/>
                    </a:lnTo>
                    <a:moveTo>
                      <a:pt x="70842" y="200025"/>
                    </a:moveTo>
                    <a:lnTo>
                      <a:pt x="70842" y="233362"/>
                    </a:lnTo>
                    <a:moveTo>
                      <a:pt x="116681" y="200025"/>
                    </a:moveTo>
                    <a:lnTo>
                      <a:pt x="116681" y="233362"/>
                    </a:lnTo>
                    <a:moveTo>
                      <a:pt x="162520" y="200025"/>
                    </a:moveTo>
                    <a:lnTo>
                      <a:pt x="162520" y="233362"/>
                    </a:lnTo>
                    <a:moveTo>
                      <a:pt x="0" y="70842"/>
                    </a:moveTo>
                    <a:lnTo>
                      <a:pt x="33338" y="70842"/>
                    </a:lnTo>
                    <a:moveTo>
                      <a:pt x="0" y="116681"/>
                    </a:moveTo>
                    <a:lnTo>
                      <a:pt x="33338" y="116681"/>
                    </a:lnTo>
                    <a:moveTo>
                      <a:pt x="0" y="162520"/>
                    </a:moveTo>
                    <a:lnTo>
                      <a:pt x="33338" y="162520"/>
                    </a:lnTo>
                    <a:moveTo>
                      <a:pt x="200025" y="70842"/>
                    </a:moveTo>
                    <a:lnTo>
                      <a:pt x="233362" y="70842"/>
                    </a:lnTo>
                    <a:moveTo>
                      <a:pt x="200025" y="116681"/>
                    </a:moveTo>
                    <a:lnTo>
                      <a:pt x="233362" y="116681"/>
                    </a:lnTo>
                    <a:moveTo>
                      <a:pt x="200025" y="162520"/>
                    </a:moveTo>
                    <a:lnTo>
                      <a:pt x="233362" y="162520"/>
                    </a:lnTo>
                  </a:path>
                </a:pathLst>
              </a:custGeom>
              <a:noFill/>
              <a:ln w="12502" cap="rnd">
                <a:solidFill>
                  <a:schemeClr val="accent1"/>
                </a:solidFill>
                <a:round/>
              </a:ln>
            </p:spPr>
          </p:sp>
        </p:grpSp>
        <p:sp>
          <p:nvSpPr>
            <p:cNvPr id="24" name="TextBox 24"/>
            <p:cNvSpPr txBox="1"/>
            <p:nvPr>
              <p:custDataLst>
                <p:tags r:id="rId6"/>
              </p:custDataLst>
            </p:nvPr>
          </p:nvSpPr>
          <p:spPr>
            <a:xfrm>
              <a:off x="393839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02</a:t>
              </a:r>
            </a:p>
          </p:txBody>
        </p:sp>
        <p:sp>
          <p:nvSpPr>
            <p:cNvPr id="25" name="TextBox 25"/>
            <p:cNvSpPr txBox="1"/>
            <p:nvPr>
              <p:custDataLst>
                <p:tags r:id="rId7"/>
              </p:custDataLst>
            </p:nvPr>
          </p:nvSpPr>
          <p:spPr>
            <a:xfrm>
              <a:off x="4186047" y="1454150"/>
              <a:ext cx="959080" cy="191643"/>
            </a:xfrm>
            <a:prstGeom prst="rect">
              <a:avLst/>
            </a:prstGeom>
            <a:noFill/>
            <a:ln>
              <a:noFill/>
            </a:ln>
          </p:spPr>
          <p:txBody>
            <a:bodyPr wrap="none" lIns="0" tIns="0" rIns="0" bIns="0" anchor="t" anchorCtr="0">
              <a:spAutoFit/>
            </a:bodyPr>
            <a:lstStyle/>
            <a:p>
              <a:pPr algn="l"/>
              <a:r>
                <a:rPr lang="en-US" sz="980" dirty="0">
                  <a:solidFill>
                    <a:srgbClr val="52637A"/>
                  </a:solidFill>
                  <a:latin typeface="Segoe UI"/>
                  <a:ea typeface="Microsoft JhengHei"/>
                  <a:cs typeface="Segoe UI"/>
                </a:rPr>
                <a:t>CTBM</a:t>
              </a:r>
              <a:r>
                <a:rPr lang="zh-TW" sz="980" dirty="0">
                  <a:solidFill>
                    <a:srgbClr val="52637A"/>
                  </a:solidFill>
                  <a:latin typeface="Segoe UI"/>
                  <a:ea typeface="Microsoft JhengHei"/>
                  <a:cs typeface="Segoe UI"/>
                </a:rPr>
                <a:t>＋</a:t>
              </a:r>
              <a:r>
                <a:rPr lang="en-US" sz="980" dirty="0">
                  <a:solidFill>
                    <a:srgbClr val="52637A"/>
                  </a:solidFill>
                  <a:latin typeface="Segoe UI"/>
                  <a:ea typeface="Microsoft JhengHei"/>
                  <a:cs typeface="Segoe UI"/>
                </a:rPr>
                <a:t>PBCNN</a:t>
              </a:r>
            </a:p>
          </p:txBody>
        </p:sp>
        <p:sp>
          <p:nvSpPr>
            <p:cNvPr id="26" name="TextBox 26"/>
            <p:cNvSpPr txBox="1"/>
            <p:nvPr>
              <p:custDataLst>
                <p:tags r:id="rId8"/>
              </p:custDataLst>
            </p:nvPr>
          </p:nvSpPr>
          <p:spPr>
            <a:xfrm>
              <a:off x="393534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互補判定</a:t>
              </a:r>
            </a:p>
          </p:txBody>
        </p:sp>
        <p:sp>
          <p:nvSpPr>
            <p:cNvPr id="27" name="Freeform 27"/>
            <p:cNvSpPr/>
            <p:nvPr/>
          </p:nvSpPr>
          <p:spPr>
            <a:xfrm>
              <a:off x="605790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28" name="Rectangle 28"/>
            <p:cNvSpPr/>
            <p:nvPr/>
          </p:nvSpPr>
          <p:spPr>
            <a:xfrm>
              <a:off x="3409950" y="2000250"/>
              <a:ext cx="2571750" cy="2971800"/>
            </a:xfrm>
            <a:prstGeom prst="roundRect">
              <a:avLst>
                <a:gd name="adj" fmla="val 5185"/>
              </a:avLst>
            </a:prstGeom>
            <a:solidFill>
              <a:schemeClr val="lt2"/>
            </a:solidFill>
            <a:ln>
              <a:noFill/>
            </a:ln>
          </p:spPr>
        </p:sp>
        <p:sp>
          <p:nvSpPr>
            <p:cNvPr id="29" name="Ellipse 29"/>
            <p:cNvSpPr/>
            <p:nvPr/>
          </p:nvSpPr>
          <p:spPr>
            <a:xfrm>
              <a:off x="6210300" y="1428750"/>
              <a:ext cx="419100" cy="419100"/>
            </a:xfrm>
            <a:prstGeom prst="ellipse">
              <a:avLst/>
            </a:prstGeom>
            <a:solidFill>
              <a:srgbClr val="EAF1FE"/>
            </a:solidFill>
            <a:ln>
              <a:noFill/>
            </a:ln>
          </p:spPr>
        </p:sp>
        <p:grpSp>
          <p:nvGrpSpPr>
            <p:cNvPr id="35" name="Group 35"/>
            <p:cNvGrpSpPr/>
            <p:nvPr/>
          </p:nvGrpSpPr>
          <p:grpSpPr>
            <a:xfrm>
              <a:off x="6315670" y="1529953"/>
              <a:ext cx="220862" cy="216694"/>
              <a:chOff x="6315670" y="1529953"/>
              <a:chExt cx="220862" cy="216694"/>
            </a:xfrm>
          </p:grpSpPr>
          <p:sp>
            <p:nvSpPr>
              <p:cNvPr id="30" name="Freeform 30"/>
              <p:cNvSpPr/>
              <p:nvPr/>
            </p:nvSpPr>
            <p:spPr>
              <a:xfrm>
                <a:off x="6315670" y="1559123"/>
                <a:ext cx="158353" cy="166688"/>
              </a:xfrm>
              <a:custGeom>
                <a:avLst/>
                <a:gdLst/>
                <a:ahLst/>
                <a:cxnLst/>
                <a:rect l="l" t="t" r="r" b="b"/>
                <a:pathLst>
                  <a:path w="158353" h="166688">
                    <a:moveTo>
                      <a:pt x="0" y="0"/>
                    </a:moveTo>
                    <a:lnTo>
                      <a:pt x="0" y="129183"/>
                    </a:lnTo>
                    <a:cubicBezTo>
                      <a:pt x="0" y="166688"/>
                      <a:pt x="158353" y="166688"/>
                      <a:pt x="158353" y="129183"/>
                    </a:cubicBezTo>
                    <a:lnTo>
                      <a:pt x="158353" y="0"/>
                    </a:lnTo>
                  </a:path>
                </a:pathLst>
              </a:custGeom>
              <a:solidFill>
                <a:schemeClr val="lt1"/>
              </a:solidFill>
              <a:ln w="12502" cap="rnd">
                <a:solidFill>
                  <a:schemeClr val="accent1"/>
                </a:solidFill>
                <a:round/>
              </a:ln>
            </p:spPr>
          </p:sp>
          <p:sp>
            <p:nvSpPr>
              <p:cNvPr id="31" name="Ellipse 31"/>
              <p:cNvSpPr/>
              <p:nvPr/>
            </p:nvSpPr>
            <p:spPr>
              <a:xfrm>
                <a:off x="6315670" y="1529953"/>
                <a:ext cx="158353" cy="58341"/>
              </a:xfrm>
              <a:prstGeom prst="ellipse">
                <a:avLst/>
              </a:prstGeom>
              <a:solidFill>
                <a:schemeClr val="lt1"/>
              </a:solidFill>
              <a:ln w="12502" cap="rnd">
                <a:solidFill>
                  <a:schemeClr val="accent1"/>
                </a:solidFill>
                <a:round/>
              </a:ln>
            </p:spPr>
          </p:sp>
          <p:sp>
            <p:nvSpPr>
              <p:cNvPr id="32" name="Freeform 32"/>
              <p:cNvSpPr/>
              <p:nvPr/>
            </p:nvSpPr>
            <p:spPr>
              <a:xfrm>
                <a:off x="6315670" y="1617464"/>
                <a:ext cx="158353" cy="37505"/>
              </a:xfrm>
              <a:custGeom>
                <a:avLst/>
                <a:gdLst/>
                <a:ahLst/>
                <a:cxnLst/>
                <a:rect l="l" t="t" r="r" b="b"/>
                <a:pathLst>
                  <a:path w="158353" h="37505">
                    <a:moveTo>
                      <a:pt x="0" y="0"/>
                    </a:moveTo>
                    <a:cubicBezTo>
                      <a:pt x="0" y="37505"/>
                      <a:pt x="158353" y="37505"/>
                      <a:pt x="158353" y="0"/>
                    </a:cubicBezTo>
                  </a:path>
                </a:pathLst>
              </a:custGeom>
              <a:noFill/>
              <a:ln w="12502" cap="rnd">
                <a:solidFill>
                  <a:schemeClr val="accent1"/>
                </a:solidFill>
                <a:round/>
              </a:ln>
            </p:spPr>
          </p:sp>
          <p:sp>
            <p:nvSpPr>
              <p:cNvPr id="33" name="Ellipse 33"/>
              <p:cNvSpPr/>
              <p:nvPr/>
            </p:nvSpPr>
            <p:spPr>
              <a:xfrm>
                <a:off x="6419850" y="1625798"/>
                <a:ext cx="91678" cy="91678"/>
              </a:xfrm>
              <a:prstGeom prst="ellipse">
                <a:avLst/>
              </a:prstGeom>
              <a:solidFill>
                <a:schemeClr val="lt2"/>
              </a:solidFill>
              <a:ln w="12502" cap="rnd">
                <a:solidFill>
                  <a:schemeClr val="accent1"/>
                </a:solidFill>
                <a:round/>
              </a:ln>
            </p:spPr>
          </p:sp>
          <p:sp>
            <p:nvSpPr>
              <p:cNvPr id="34" name="Freeform 34"/>
              <p:cNvSpPr/>
              <p:nvPr/>
            </p:nvSpPr>
            <p:spPr>
              <a:xfrm>
                <a:off x="6499027" y="1704975"/>
                <a:ext cx="37505" cy="41672"/>
              </a:xfrm>
              <a:custGeom>
                <a:avLst/>
                <a:gdLst/>
                <a:ahLst/>
                <a:cxnLst/>
                <a:rect l="l" t="t" r="r" b="b"/>
                <a:pathLst>
                  <a:path w="37505" h="41672">
                    <a:moveTo>
                      <a:pt x="0" y="0"/>
                    </a:moveTo>
                    <a:lnTo>
                      <a:pt x="37505" y="41672"/>
                    </a:lnTo>
                  </a:path>
                </a:pathLst>
              </a:custGeom>
              <a:solidFill>
                <a:schemeClr val="lt1"/>
              </a:solidFill>
              <a:ln w="16669" cap="rnd">
                <a:solidFill>
                  <a:schemeClr val="accent1"/>
                </a:solidFill>
                <a:round/>
              </a:ln>
            </p:spPr>
          </p:sp>
        </p:grpSp>
        <p:sp>
          <p:nvSpPr>
            <p:cNvPr id="36" name="TextBox 36"/>
            <p:cNvSpPr txBox="1"/>
            <p:nvPr>
              <p:custDataLst>
                <p:tags r:id="rId9"/>
              </p:custDataLst>
            </p:nvPr>
          </p:nvSpPr>
          <p:spPr>
            <a:xfrm>
              <a:off x="673874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03</a:t>
              </a:r>
            </a:p>
          </p:txBody>
        </p:sp>
        <p:sp>
          <p:nvSpPr>
            <p:cNvPr id="37" name="TextBox 37"/>
            <p:cNvSpPr txBox="1"/>
            <p:nvPr>
              <p:custDataLst>
                <p:tags r:id="rId10"/>
              </p:custDataLst>
            </p:nvPr>
          </p:nvSpPr>
          <p:spPr>
            <a:xfrm>
              <a:off x="6986397" y="1454150"/>
              <a:ext cx="925289" cy="191643"/>
            </a:xfrm>
            <a:prstGeom prst="rect">
              <a:avLst/>
            </a:prstGeom>
            <a:noFill/>
            <a:ln>
              <a:noFill/>
            </a:ln>
          </p:spPr>
          <p:txBody>
            <a:bodyPr wrap="none" lIns="0" tIns="0" rIns="0" bIns="0" anchor="t" anchorCtr="0">
              <a:spAutoFit/>
            </a:bodyPr>
            <a:lstStyle/>
            <a:p>
              <a:pPr algn="l"/>
              <a:r>
                <a:rPr lang="en-US" sz="980" dirty="0">
                  <a:solidFill>
                    <a:srgbClr val="52637A"/>
                  </a:solidFill>
                  <a:latin typeface="Segoe UI"/>
                  <a:ea typeface="Microsoft JhengHei"/>
                  <a:cs typeface="Segoe UI"/>
                </a:rPr>
                <a:t>Top-5</a:t>
              </a:r>
              <a:r>
                <a:rPr lang="zh-TW" sz="980" dirty="0">
                  <a:solidFill>
                    <a:srgbClr val="52637A"/>
                  </a:solidFill>
                  <a:latin typeface="Segoe UI"/>
                  <a:ea typeface="Microsoft JhengHei"/>
                  <a:cs typeface="Segoe UI"/>
                </a:rPr>
                <a:t>＋本機</a:t>
              </a:r>
              <a:r>
                <a:rPr lang="en-US" sz="980" dirty="0">
                  <a:solidFill>
                    <a:srgbClr val="52637A"/>
                  </a:solidFill>
                  <a:latin typeface="Segoe UI"/>
                  <a:ea typeface="Microsoft JhengHei"/>
                  <a:cs typeface="Segoe UI"/>
                </a:rPr>
                <a:t> AI</a:t>
              </a:r>
            </a:p>
          </p:txBody>
        </p:sp>
        <p:sp>
          <p:nvSpPr>
            <p:cNvPr id="38" name="TextBox 38"/>
            <p:cNvSpPr txBox="1"/>
            <p:nvPr>
              <p:custDataLst>
                <p:tags r:id="rId11"/>
              </p:custDataLst>
            </p:nvPr>
          </p:nvSpPr>
          <p:spPr>
            <a:xfrm>
              <a:off x="673569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證據稽核</a:t>
              </a:r>
            </a:p>
          </p:txBody>
        </p:sp>
        <p:sp>
          <p:nvSpPr>
            <p:cNvPr id="39" name="Freeform 39"/>
            <p:cNvSpPr/>
            <p:nvPr/>
          </p:nvSpPr>
          <p:spPr>
            <a:xfrm>
              <a:off x="885825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40" name="Rectangle 40"/>
            <p:cNvSpPr/>
            <p:nvPr/>
          </p:nvSpPr>
          <p:spPr>
            <a:xfrm>
              <a:off x="6210300" y="2000250"/>
              <a:ext cx="2571750" cy="2971800"/>
            </a:xfrm>
            <a:prstGeom prst="roundRect">
              <a:avLst>
                <a:gd name="adj" fmla="val 5185"/>
              </a:avLst>
            </a:prstGeom>
            <a:solidFill>
              <a:schemeClr val="lt2"/>
            </a:solidFill>
            <a:ln>
              <a:noFill/>
            </a:ln>
          </p:spPr>
        </p:sp>
        <p:sp>
          <p:nvSpPr>
            <p:cNvPr id="41" name="Ellipse 41"/>
            <p:cNvSpPr/>
            <p:nvPr/>
          </p:nvSpPr>
          <p:spPr>
            <a:xfrm>
              <a:off x="9010650" y="1428750"/>
              <a:ext cx="419100" cy="419100"/>
            </a:xfrm>
            <a:prstGeom prst="ellipse">
              <a:avLst/>
            </a:prstGeom>
            <a:solidFill>
              <a:srgbClr val="EAF1FE"/>
            </a:solidFill>
            <a:ln>
              <a:noFill/>
            </a:ln>
          </p:spPr>
        </p:sp>
        <p:grpSp>
          <p:nvGrpSpPr>
            <p:cNvPr id="45" name="Group 45"/>
            <p:cNvGrpSpPr/>
            <p:nvPr/>
          </p:nvGrpSpPr>
          <p:grpSpPr>
            <a:xfrm>
              <a:off x="9132689" y="1525786"/>
              <a:ext cx="195857" cy="229195"/>
              <a:chOff x="9132689" y="1525786"/>
              <a:chExt cx="195857" cy="229195"/>
            </a:xfrm>
          </p:grpSpPr>
          <p:sp>
            <p:nvSpPr>
              <p:cNvPr id="42" name="Freeform 42"/>
              <p:cNvSpPr/>
              <p:nvPr/>
            </p:nvSpPr>
            <p:spPr>
              <a:xfrm>
                <a:off x="9132689" y="1525786"/>
                <a:ext cx="175022" cy="225028"/>
              </a:xfrm>
              <a:custGeom>
                <a:avLst/>
                <a:gdLst/>
                <a:ahLst/>
                <a:cxnLst/>
                <a:rect l="l" t="t" r="r" b="b"/>
                <a:pathLst>
                  <a:path w="175022" h="225028">
                    <a:moveTo>
                      <a:pt x="87511" y="0"/>
                    </a:moveTo>
                    <a:lnTo>
                      <a:pt x="175022" y="37505"/>
                    </a:lnTo>
                    <a:lnTo>
                      <a:pt x="175022" y="104180"/>
                    </a:lnTo>
                    <a:cubicBezTo>
                      <a:pt x="175022" y="158353"/>
                      <a:pt x="133350" y="195858"/>
                      <a:pt x="87511" y="225028"/>
                    </a:cubicBezTo>
                    <a:cubicBezTo>
                      <a:pt x="41672" y="195858"/>
                      <a:pt x="0" y="158353"/>
                      <a:pt x="0" y="104180"/>
                    </a:cubicBezTo>
                    <a:lnTo>
                      <a:pt x="0" y="37505"/>
                    </a:lnTo>
                    <a:close/>
                  </a:path>
                </a:pathLst>
              </a:custGeom>
              <a:solidFill>
                <a:schemeClr val="lt1"/>
              </a:solidFill>
              <a:ln w="12502" cap="rnd">
                <a:solidFill>
                  <a:schemeClr val="accent1"/>
                </a:solidFill>
                <a:round/>
              </a:ln>
            </p:spPr>
          </p:sp>
          <p:sp>
            <p:nvSpPr>
              <p:cNvPr id="43" name="Freeform 43"/>
              <p:cNvSpPr/>
              <p:nvPr/>
            </p:nvSpPr>
            <p:spPr>
              <a:xfrm>
                <a:off x="9174361" y="1596628"/>
                <a:ext cx="95845" cy="66675"/>
              </a:xfrm>
              <a:custGeom>
                <a:avLst/>
                <a:gdLst/>
                <a:ahLst/>
                <a:cxnLst/>
                <a:rect l="l" t="t" r="r" b="b"/>
                <a:pathLst>
                  <a:path w="95845" h="66675">
                    <a:moveTo>
                      <a:pt x="0" y="33338"/>
                    </a:moveTo>
                    <a:lnTo>
                      <a:pt x="33338" y="66675"/>
                    </a:lnTo>
                    <a:lnTo>
                      <a:pt x="95845" y="0"/>
                    </a:lnTo>
                  </a:path>
                </a:pathLst>
              </a:custGeom>
              <a:noFill/>
              <a:ln w="16669" cap="rnd">
                <a:solidFill>
                  <a:schemeClr val="accent1"/>
                </a:solidFill>
                <a:round/>
              </a:ln>
            </p:spPr>
          </p:sp>
          <p:sp>
            <p:nvSpPr>
              <p:cNvPr id="44" name="Freeform 44"/>
              <p:cNvSpPr/>
              <p:nvPr/>
            </p:nvSpPr>
            <p:spPr>
              <a:xfrm>
                <a:off x="9274373" y="1684139"/>
                <a:ext cx="54173" cy="70842"/>
              </a:xfrm>
              <a:custGeom>
                <a:avLst/>
                <a:gdLst/>
                <a:ahLst/>
                <a:cxnLst/>
                <a:rect l="l" t="t" r="r" b="b"/>
                <a:pathLst>
                  <a:path w="54173" h="70842">
                    <a:moveTo>
                      <a:pt x="12502" y="0"/>
                    </a:moveTo>
                    <a:lnTo>
                      <a:pt x="54173" y="0"/>
                    </a:lnTo>
                    <a:lnTo>
                      <a:pt x="54173" y="50006"/>
                    </a:lnTo>
                    <a:lnTo>
                      <a:pt x="0" y="50006"/>
                    </a:lnTo>
                    <a:moveTo>
                      <a:pt x="20836" y="29170"/>
                    </a:moveTo>
                    <a:lnTo>
                      <a:pt x="0" y="50006"/>
                    </a:lnTo>
                    <a:lnTo>
                      <a:pt x="20836" y="70842"/>
                    </a:lnTo>
                  </a:path>
                </a:pathLst>
              </a:custGeom>
              <a:noFill/>
              <a:ln w="12502" cap="rnd">
                <a:solidFill>
                  <a:schemeClr val="accent1"/>
                </a:solidFill>
                <a:round/>
              </a:ln>
            </p:spPr>
          </p:sp>
        </p:grpSp>
        <p:sp>
          <p:nvSpPr>
            <p:cNvPr id="46" name="TextBox 46"/>
            <p:cNvSpPr txBox="1"/>
            <p:nvPr>
              <p:custDataLst>
                <p:tags r:id="rId12"/>
              </p:custDataLst>
            </p:nvPr>
          </p:nvSpPr>
          <p:spPr>
            <a:xfrm>
              <a:off x="953909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04</a:t>
              </a:r>
            </a:p>
          </p:txBody>
        </p:sp>
        <p:sp>
          <p:nvSpPr>
            <p:cNvPr id="47" name="TextBox 47"/>
            <p:cNvSpPr txBox="1"/>
            <p:nvPr>
              <p:custDataLst>
                <p:tags r:id="rId13"/>
              </p:custDataLst>
            </p:nvPr>
          </p:nvSpPr>
          <p:spPr>
            <a:xfrm>
              <a:off x="9786747" y="1454150"/>
              <a:ext cx="858675"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策略·讀回·到期</a:t>
              </a:r>
            </a:p>
          </p:txBody>
        </p:sp>
        <p:sp>
          <p:nvSpPr>
            <p:cNvPr id="48" name="TextBox 48"/>
            <p:cNvSpPr txBox="1"/>
            <p:nvPr>
              <p:custDataLst>
                <p:tags r:id="rId14"/>
              </p:custDataLst>
            </p:nvPr>
          </p:nvSpPr>
          <p:spPr>
            <a:xfrm>
              <a:off x="953604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受控回復</a:t>
              </a:r>
            </a:p>
          </p:txBody>
        </p:sp>
        <p:sp>
          <p:nvSpPr>
            <p:cNvPr id="49" name="Rectangle 49"/>
            <p:cNvSpPr/>
            <p:nvPr/>
          </p:nvSpPr>
          <p:spPr>
            <a:xfrm>
              <a:off x="9010650" y="2000250"/>
              <a:ext cx="2571750" cy="2971800"/>
            </a:xfrm>
            <a:prstGeom prst="roundRect">
              <a:avLst>
                <a:gd name="adj" fmla="val 5185"/>
              </a:avLst>
            </a:prstGeom>
            <a:solidFill>
              <a:schemeClr val="lt2"/>
            </a:solidFill>
            <a:ln>
              <a:noFill/>
            </a:ln>
          </p:spPr>
        </p:sp>
        <p:sp>
          <p:nvSpPr>
            <p:cNvPr id="50" name="Rectangle 50"/>
            <p:cNvSpPr/>
            <p:nvPr/>
          </p:nvSpPr>
          <p:spPr>
            <a:xfrm>
              <a:off x="762000" y="2171700"/>
              <a:ext cx="2266950" cy="590550"/>
            </a:xfrm>
            <a:prstGeom prst="roundRect">
              <a:avLst>
                <a:gd name="adj" fmla="val 16129"/>
              </a:avLst>
            </a:prstGeom>
            <a:solidFill>
              <a:schemeClr val="lt1"/>
            </a:solidFill>
            <a:ln w="9525">
              <a:solidFill>
                <a:srgbClr val="DCE3EC"/>
              </a:solidFill>
            </a:ln>
          </p:spPr>
        </p:sp>
        <p:sp>
          <p:nvSpPr>
            <p:cNvPr id="51" name="TextBox 51"/>
            <p:cNvSpPr txBox="1"/>
            <p:nvPr>
              <p:custDataLst>
                <p:tags r:id="rId15"/>
              </p:custDataLst>
            </p:nvPr>
          </p:nvSpPr>
          <p:spPr>
            <a:xfrm>
              <a:off x="907161" y="2260600"/>
              <a:ext cx="1352601"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真實前處理張量</a:t>
              </a:r>
            </a:p>
          </p:txBody>
        </p:sp>
        <p:sp>
          <p:nvSpPr>
            <p:cNvPr id="52" name="TextBox 52"/>
            <p:cNvSpPr txBox="1"/>
            <p:nvPr>
              <p:custDataLst>
                <p:tags r:id="rId16"/>
              </p:custDataLst>
            </p:nvPr>
          </p:nvSpPr>
          <p:spPr>
            <a:xfrm>
              <a:off x="909066" y="2530475"/>
              <a:ext cx="1249553"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遮罩欄位 · 流量切窗</a:t>
              </a:r>
            </a:p>
          </p:txBody>
        </p:sp>
        <p:sp>
          <p:nvSpPr>
            <p:cNvPr id="53" name="TextBox 53"/>
            <p:cNvSpPr txBox="1"/>
            <p:nvPr>
              <p:custDataLst>
                <p:tags r:id="rId17"/>
              </p:custDataLst>
            </p:nvPr>
          </p:nvSpPr>
          <p:spPr>
            <a:xfrm>
              <a:off x="756666" y="2921000"/>
              <a:ext cx="576072" cy="205359"/>
            </a:xfrm>
            <a:prstGeom prst="rect">
              <a:avLst/>
            </a:prstGeom>
            <a:noFill/>
            <a:ln>
              <a:noFill/>
            </a:ln>
          </p:spPr>
          <p:txBody>
            <a:bodyPr wrap="none" lIns="0" tIns="0" rIns="0" bIns="0" anchor="t" anchorCtr="0">
              <a:spAutoFit/>
            </a:bodyPr>
            <a:lstStyle/>
            <a:p>
              <a:pPr algn="l"/>
              <a:r>
                <a:rPr lang="zh-TW" sz="1050" b="1" dirty="0">
                  <a:solidFill>
                    <a:srgbClr val="52637A"/>
                  </a:solidFill>
                  <a:latin typeface="Segoe UI"/>
                  <a:ea typeface="Microsoft JhengHei"/>
                  <a:cs typeface="Segoe UI"/>
                </a:rPr>
                <a:t>三種線索</a:t>
              </a:r>
            </a:p>
          </p:txBody>
        </p:sp>
        <p:sp>
          <p:nvSpPr>
            <p:cNvPr id="54" name="Rectangle 54"/>
            <p:cNvSpPr/>
            <p:nvPr/>
          </p:nvSpPr>
          <p:spPr>
            <a:xfrm>
              <a:off x="762000" y="3162300"/>
              <a:ext cx="704850" cy="381000"/>
            </a:xfrm>
            <a:prstGeom prst="roundRect">
              <a:avLst>
                <a:gd name="adj" fmla="val 20000"/>
              </a:avLst>
            </a:prstGeom>
            <a:solidFill>
              <a:schemeClr val="lt1"/>
            </a:solidFill>
            <a:ln w="9525">
              <a:solidFill>
                <a:srgbClr val="DCE3EC"/>
              </a:solidFill>
            </a:ln>
          </p:spPr>
        </p:sp>
        <p:sp>
          <p:nvSpPr>
            <p:cNvPr id="55" name="TextBox 55"/>
            <p:cNvSpPr txBox="1"/>
            <p:nvPr>
              <p:custDataLst>
                <p:tags r:id="rId18"/>
              </p:custDataLst>
            </p:nvPr>
          </p:nvSpPr>
          <p:spPr>
            <a:xfrm>
              <a:off x="926148" y="3257550"/>
              <a:ext cx="335280"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內容</a:t>
              </a:r>
            </a:p>
          </p:txBody>
        </p:sp>
        <p:sp>
          <p:nvSpPr>
            <p:cNvPr id="56" name="Rectangle 56"/>
            <p:cNvSpPr/>
            <p:nvPr/>
          </p:nvSpPr>
          <p:spPr>
            <a:xfrm>
              <a:off x="1543050" y="3162300"/>
              <a:ext cx="704850" cy="381000"/>
            </a:xfrm>
            <a:prstGeom prst="roundRect">
              <a:avLst>
                <a:gd name="adj" fmla="val 20000"/>
              </a:avLst>
            </a:prstGeom>
            <a:solidFill>
              <a:schemeClr val="lt1"/>
            </a:solidFill>
            <a:ln w="9525">
              <a:solidFill>
                <a:srgbClr val="DCE3EC"/>
              </a:solidFill>
            </a:ln>
          </p:spPr>
        </p:sp>
        <p:sp>
          <p:nvSpPr>
            <p:cNvPr id="57" name="TextBox 57"/>
            <p:cNvSpPr txBox="1"/>
            <p:nvPr>
              <p:custDataLst>
                <p:tags r:id="rId19"/>
              </p:custDataLst>
            </p:nvPr>
          </p:nvSpPr>
          <p:spPr>
            <a:xfrm>
              <a:off x="1626426" y="3257550"/>
              <a:ext cx="496824"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時間差</a:t>
              </a:r>
            </a:p>
          </p:txBody>
        </p:sp>
        <p:sp>
          <p:nvSpPr>
            <p:cNvPr id="58" name="Rectangle 58"/>
            <p:cNvSpPr/>
            <p:nvPr/>
          </p:nvSpPr>
          <p:spPr>
            <a:xfrm>
              <a:off x="2324100" y="3162300"/>
              <a:ext cx="704850" cy="381000"/>
            </a:xfrm>
            <a:prstGeom prst="roundRect">
              <a:avLst>
                <a:gd name="adj" fmla="val 20000"/>
              </a:avLst>
            </a:prstGeom>
            <a:solidFill>
              <a:schemeClr val="lt1"/>
            </a:solidFill>
            <a:ln w="9525">
              <a:solidFill>
                <a:srgbClr val="DCE3EC"/>
              </a:solidFill>
            </a:ln>
          </p:spPr>
        </p:sp>
        <p:sp>
          <p:nvSpPr>
            <p:cNvPr id="59" name="TextBox 59"/>
            <p:cNvSpPr txBox="1"/>
            <p:nvPr>
              <p:custDataLst>
                <p:tags r:id="rId20"/>
              </p:custDataLst>
            </p:nvPr>
          </p:nvSpPr>
          <p:spPr>
            <a:xfrm>
              <a:off x="2488248" y="3257550"/>
              <a:ext cx="335280"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方向</a:t>
              </a:r>
            </a:p>
          </p:txBody>
        </p:sp>
        <p:sp>
          <p:nvSpPr>
            <p:cNvPr id="60" name="Freeform 60"/>
            <p:cNvSpPr/>
            <p:nvPr/>
          </p:nvSpPr>
          <p:spPr>
            <a:xfrm>
              <a:off x="1895475" y="3581400"/>
              <a:ext cx="9525" cy="438150"/>
            </a:xfrm>
            <a:custGeom>
              <a:avLst/>
              <a:gdLst/>
              <a:ahLst/>
              <a:cxnLst/>
              <a:rect l="l" t="t" r="r" b="b"/>
              <a:pathLst>
                <a:path w="9525" h="438150">
                  <a:moveTo>
                    <a:pt x="0" y="0"/>
                  </a:moveTo>
                  <a:lnTo>
                    <a:pt x="0" y="438150"/>
                  </a:lnTo>
                </a:path>
              </a:pathLst>
            </a:custGeom>
            <a:noFill/>
            <a:ln w="23812">
              <a:solidFill>
                <a:schemeClr val="accent1"/>
              </a:solidFill>
              <a:round/>
            </a:ln>
          </p:spPr>
        </p:sp>
        <p:sp>
          <p:nvSpPr>
            <p:cNvPr id="61" name="Freeform 61"/>
            <p:cNvSpPr/>
            <p:nvPr/>
          </p:nvSpPr>
          <p:spPr>
            <a:xfrm>
              <a:off x="1838325" y="39433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62" name="Rectangle 62"/>
            <p:cNvSpPr/>
            <p:nvPr/>
          </p:nvSpPr>
          <p:spPr>
            <a:xfrm>
              <a:off x="762000" y="4057650"/>
              <a:ext cx="2266950" cy="590550"/>
            </a:xfrm>
            <a:prstGeom prst="roundRect">
              <a:avLst>
                <a:gd name="adj" fmla="val 16129"/>
              </a:avLst>
            </a:prstGeom>
            <a:solidFill>
              <a:srgbClr val="E2F3F0"/>
            </a:solidFill>
            <a:ln>
              <a:noFill/>
            </a:ln>
          </p:spPr>
        </p:sp>
        <p:sp>
          <p:nvSpPr>
            <p:cNvPr id="63" name="TextBox 63"/>
            <p:cNvSpPr txBox="1"/>
            <p:nvPr>
              <p:custDataLst>
                <p:tags r:id="rId21"/>
              </p:custDataLst>
            </p:nvPr>
          </p:nvSpPr>
          <p:spPr>
            <a:xfrm>
              <a:off x="907161" y="4146550"/>
              <a:ext cx="779120" cy="278702"/>
            </a:xfrm>
            <a:prstGeom prst="rect">
              <a:avLst/>
            </a:prstGeom>
            <a:noFill/>
            <a:ln>
              <a:noFill/>
            </a:ln>
          </p:spPr>
          <p:txBody>
            <a:bodyPr wrap="none" lIns="0" tIns="0" rIns="0" bIns="0" anchor="t" anchorCtr="0">
              <a:spAutoFit/>
            </a:bodyPr>
            <a:lstStyle/>
            <a:p>
              <a:pPr algn="l"/>
              <a:r>
                <a:rPr lang="zh-TW" sz="1420" b="1" dirty="0">
                  <a:solidFill>
                    <a:schemeClr val="accent3"/>
                  </a:solidFill>
                  <a:latin typeface="Segoe UI"/>
                  <a:ea typeface="Microsoft JhengHei"/>
                  <a:cs typeface="Segoe UI"/>
                </a:rPr>
                <a:t>流量表徵</a:t>
              </a:r>
            </a:p>
          </p:txBody>
        </p:sp>
        <p:sp>
          <p:nvSpPr>
            <p:cNvPr id="64" name="TextBox 64"/>
            <p:cNvSpPr txBox="1"/>
            <p:nvPr>
              <p:custDataLst>
                <p:tags r:id="rId22"/>
              </p:custDataLst>
            </p:nvPr>
          </p:nvSpPr>
          <p:spPr>
            <a:xfrm>
              <a:off x="909066" y="4416425"/>
              <a:ext cx="1141476"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送入兩個互補模型</a:t>
              </a:r>
            </a:p>
          </p:txBody>
        </p:sp>
        <p:sp>
          <p:nvSpPr>
            <p:cNvPr id="65" name="Rectangle 65"/>
            <p:cNvSpPr/>
            <p:nvPr/>
          </p:nvSpPr>
          <p:spPr>
            <a:xfrm>
              <a:off x="3562350" y="2171700"/>
              <a:ext cx="2114550" cy="552450"/>
            </a:xfrm>
            <a:prstGeom prst="roundRect">
              <a:avLst>
                <a:gd name="adj" fmla="val 17241"/>
              </a:avLst>
            </a:prstGeom>
            <a:solidFill>
              <a:schemeClr val="lt1"/>
            </a:solidFill>
            <a:ln w="9525">
              <a:solidFill>
                <a:srgbClr val="DCE3EC"/>
              </a:solidFill>
            </a:ln>
          </p:spPr>
        </p:sp>
        <p:sp>
          <p:nvSpPr>
            <p:cNvPr id="66" name="TextBox 66"/>
            <p:cNvSpPr txBox="1"/>
            <p:nvPr>
              <p:custDataLst>
                <p:tags r:id="rId23"/>
              </p:custDataLst>
            </p:nvPr>
          </p:nvSpPr>
          <p:spPr>
            <a:xfrm>
              <a:off x="3707511" y="2241550"/>
              <a:ext cx="58164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CTBM</a:t>
              </a:r>
            </a:p>
          </p:txBody>
        </p:sp>
        <p:sp>
          <p:nvSpPr>
            <p:cNvPr id="67" name="TextBox 67"/>
            <p:cNvSpPr txBox="1"/>
            <p:nvPr>
              <p:custDataLst>
                <p:tags r:id="rId24"/>
              </p:custDataLst>
            </p:nvPr>
          </p:nvSpPr>
          <p:spPr>
            <a:xfrm>
              <a:off x="3709416" y="2511425"/>
              <a:ext cx="121627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內容 · 時間差 · 方向</a:t>
              </a:r>
            </a:p>
          </p:txBody>
        </p:sp>
        <p:sp>
          <p:nvSpPr>
            <p:cNvPr id="68" name="Rectangle 68"/>
            <p:cNvSpPr/>
            <p:nvPr/>
          </p:nvSpPr>
          <p:spPr>
            <a:xfrm>
              <a:off x="3562350" y="2857500"/>
              <a:ext cx="2114550" cy="552450"/>
            </a:xfrm>
            <a:prstGeom prst="roundRect">
              <a:avLst>
                <a:gd name="adj" fmla="val 17241"/>
              </a:avLst>
            </a:prstGeom>
            <a:solidFill>
              <a:schemeClr val="lt1"/>
            </a:solidFill>
            <a:ln w="9525">
              <a:solidFill>
                <a:srgbClr val="DCE3EC"/>
              </a:solidFill>
            </a:ln>
          </p:spPr>
        </p:sp>
        <p:sp>
          <p:nvSpPr>
            <p:cNvPr id="69" name="TextBox 69"/>
            <p:cNvSpPr txBox="1"/>
            <p:nvPr>
              <p:custDataLst>
                <p:tags r:id="rId25"/>
              </p:custDataLst>
            </p:nvPr>
          </p:nvSpPr>
          <p:spPr>
            <a:xfrm>
              <a:off x="3707511" y="2927350"/>
              <a:ext cx="71321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PBCNN</a:t>
              </a:r>
            </a:p>
          </p:txBody>
        </p:sp>
        <p:sp>
          <p:nvSpPr>
            <p:cNvPr id="70" name="TextBox 70"/>
            <p:cNvSpPr txBox="1"/>
            <p:nvPr>
              <p:custDataLst>
                <p:tags r:id="rId26"/>
              </p:custDataLst>
            </p:nvPr>
          </p:nvSpPr>
          <p:spPr>
            <a:xfrm>
              <a:off x="3709416" y="3197225"/>
              <a:ext cx="1673606"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短窗位元組模式 · 既有模型</a:t>
              </a:r>
            </a:p>
          </p:txBody>
        </p:sp>
        <p:sp>
          <p:nvSpPr>
            <p:cNvPr id="71" name="Freeform 71"/>
            <p:cNvSpPr/>
            <p:nvPr/>
          </p:nvSpPr>
          <p:spPr>
            <a:xfrm>
              <a:off x="5676900" y="2447925"/>
              <a:ext cx="171450" cy="1371600"/>
            </a:xfrm>
            <a:custGeom>
              <a:avLst/>
              <a:gdLst/>
              <a:ahLst/>
              <a:cxnLst/>
              <a:rect l="l" t="t" r="r" b="b"/>
              <a:pathLst>
                <a:path w="171450" h="1371600">
                  <a:moveTo>
                    <a:pt x="0" y="0"/>
                  </a:moveTo>
                  <a:lnTo>
                    <a:pt x="171450" y="0"/>
                  </a:lnTo>
                  <a:lnTo>
                    <a:pt x="171450" y="1371600"/>
                  </a:lnTo>
                  <a:lnTo>
                    <a:pt x="19050" y="1371600"/>
                  </a:lnTo>
                </a:path>
              </a:pathLst>
            </a:custGeom>
            <a:noFill/>
            <a:ln w="23812">
              <a:solidFill>
                <a:schemeClr val="accent1"/>
              </a:solidFill>
              <a:round/>
            </a:ln>
          </p:spPr>
        </p:sp>
        <p:sp>
          <p:nvSpPr>
            <p:cNvPr id="72" name="Freeform 72"/>
            <p:cNvSpPr/>
            <p:nvPr/>
          </p:nvSpPr>
          <p:spPr>
            <a:xfrm>
              <a:off x="5695950" y="3762375"/>
              <a:ext cx="76200" cy="114300"/>
            </a:xfrm>
            <a:custGeom>
              <a:avLst/>
              <a:gdLst/>
              <a:ahLst/>
              <a:cxnLst/>
              <a:rect l="l" t="t" r="r" b="b"/>
              <a:pathLst>
                <a:path w="76200" h="114300">
                  <a:moveTo>
                    <a:pt x="76200" y="0"/>
                  </a:moveTo>
                  <a:lnTo>
                    <a:pt x="0" y="57150"/>
                  </a:lnTo>
                  <a:lnTo>
                    <a:pt x="76200" y="114300"/>
                  </a:lnTo>
                </a:path>
              </a:pathLst>
            </a:custGeom>
            <a:noFill/>
            <a:ln w="23812" cap="rnd">
              <a:solidFill>
                <a:schemeClr val="accent1"/>
              </a:solidFill>
              <a:round/>
            </a:ln>
          </p:spPr>
        </p:sp>
        <p:sp>
          <p:nvSpPr>
            <p:cNvPr id="73" name="Line 73"/>
            <p:cNvSpPr/>
            <p:nvPr/>
          </p:nvSpPr>
          <p:spPr>
            <a:xfrm>
              <a:off x="5676900" y="3133725"/>
              <a:ext cx="171450" cy="9525"/>
            </a:xfrm>
            <a:custGeom>
              <a:avLst/>
              <a:gdLst/>
              <a:ahLst/>
              <a:cxnLst/>
              <a:rect l="l" t="t" r="r" b="b"/>
              <a:pathLst>
                <a:path w="171450" h="9525">
                  <a:moveTo>
                    <a:pt x="0" y="0"/>
                  </a:moveTo>
                  <a:lnTo>
                    <a:pt x="171450" y="0"/>
                  </a:lnTo>
                </a:path>
              </a:pathLst>
            </a:custGeom>
            <a:noFill/>
            <a:ln w="23812" cap="rnd">
              <a:solidFill>
                <a:schemeClr val="accent1"/>
              </a:solidFill>
            </a:ln>
          </p:spPr>
        </p:sp>
        <p:sp>
          <p:nvSpPr>
            <p:cNvPr id="74" name="Rectangle 74"/>
            <p:cNvSpPr/>
            <p:nvPr/>
          </p:nvSpPr>
          <p:spPr>
            <a:xfrm>
              <a:off x="3562350" y="3543300"/>
              <a:ext cx="2114550" cy="552450"/>
            </a:xfrm>
            <a:prstGeom prst="roundRect">
              <a:avLst>
                <a:gd name="adj" fmla="val 17241"/>
              </a:avLst>
            </a:prstGeom>
            <a:solidFill>
              <a:srgbClr val="EAF1FE"/>
            </a:solidFill>
            <a:ln>
              <a:noFill/>
            </a:ln>
          </p:spPr>
        </p:sp>
        <p:sp>
          <p:nvSpPr>
            <p:cNvPr id="75" name="TextBox 75"/>
            <p:cNvSpPr txBox="1"/>
            <p:nvPr>
              <p:custDataLst>
                <p:tags r:id="rId27"/>
              </p:custDataLst>
            </p:nvPr>
          </p:nvSpPr>
          <p:spPr>
            <a:xfrm>
              <a:off x="3707511" y="3613150"/>
              <a:ext cx="1474367" cy="278702"/>
            </a:xfrm>
            <a:prstGeom prst="rect">
              <a:avLst/>
            </a:prstGeom>
            <a:noFill/>
            <a:ln>
              <a:noFill/>
            </a:ln>
          </p:spPr>
          <p:txBody>
            <a:bodyPr wrap="none" lIns="0" tIns="0" rIns="0" bIns="0" anchor="t" anchorCtr="0">
              <a:spAutoFit/>
            </a:bodyPr>
            <a:lstStyle/>
            <a:p>
              <a:pPr algn="l"/>
              <a:r>
                <a:rPr lang="zh-TW" sz="1420" b="1" dirty="0">
                  <a:solidFill>
                    <a:schemeClr val="accent1"/>
                  </a:solidFill>
                  <a:latin typeface="Segoe UI"/>
                  <a:ea typeface="Microsoft JhengHei"/>
                  <a:cs typeface="Segoe UI"/>
                </a:rPr>
                <a:t>校準＋</a:t>
              </a:r>
              <a:r>
                <a:rPr lang="en-US" sz="1420" b="1" dirty="0">
                  <a:solidFill>
                    <a:schemeClr val="accent1"/>
                  </a:solidFill>
                  <a:latin typeface="Segoe UI"/>
                  <a:ea typeface="Microsoft JhengHei"/>
                  <a:cs typeface="Segoe UI"/>
                </a:rPr>
                <a:t>OOF Gate</a:t>
              </a:r>
            </a:p>
          </p:txBody>
        </p:sp>
        <p:sp>
          <p:nvSpPr>
            <p:cNvPr id="76" name="TextBox 76"/>
            <p:cNvSpPr txBox="1"/>
            <p:nvPr>
              <p:custDataLst>
                <p:tags r:id="rId28"/>
              </p:custDataLst>
            </p:nvPr>
          </p:nvSpPr>
          <p:spPr>
            <a:xfrm>
              <a:off x="3709416" y="3883025"/>
              <a:ext cx="1000125"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依事件證據融合</a:t>
              </a:r>
            </a:p>
          </p:txBody>
        </p:sp>
        <p:sp>
          <p:nvSpPr>
            <p:cNvPr id="77" name="Freeform 77"/>
            <p:cNvSpPr/>
            <p:nvPr/>
          </p:nvSpPr>
          <p:spPr>
            <a:xfrm>
              <a:off x="4619625" y="40957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78" name="Freeform 78"/>
            <p:cNvSpPr/>
            <p:nvPr/>
          </p:nvSpPr>
          <p:spPr>
            <a:xfrm>
              <a:off x="4562475" y="41719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9" name="Rectangle 79"/>
            <p:cNvSpPr/>
            <p:nvPr/>
          </p:nvSpPr>
          <p:spPr>
            <a:xfrm>
              <a:off x="3562350" y="4267200"/>
              <a:ext cx="2266950" cy="552450"/>
            </a:xfrm>
            <a:prstGeom prst="roundRect">
              <a:avLst>
                <a:gd name="adj" fmla="val 17241"/>
              </a:avLst>
            </a:prstGeom>
            <a:solidFill>
              <a:srgbClr val="E2F3F0"/>
            </a:solidFill>
            <a:ln>
              <a:noFill/>
            </a:ln>
          </p:spPr>
        </p:sp>
        <p:sp>
          <p:nvSpPr>
            <p:cNvPr id="80" name="TextBox 80"/>
            <p:cNvSpPr txBox="1"/>
            <p:nvPr>
              <p:custDataLst>
                <p:tags r:id="rId29"/>
              </p:custDataLst>
            </p:nvPr>
          </p:nvSpPr>
          <p:spPr>
            <a:xfrm>
              <a:off x="3707511" y="4337050"/>
              <a:ext cx="1242932" cy="278702"/>
            </a:xfrm>
            <a:prstGeom prst="rect">
              <a:avLst/>
            </a:prstGeom>
            <a:noFill/>
            <a:ln>
              <a:noFill/>
            </a:ln>
          </p:spPr>
          <p:txBody>
            <a:bodyPr wrap="none" lIns="0" tIns="0" rIns="0" bIns="0" anchor="t" anchorCtr="0">
              <a:spAutoFit/>
            </a:bodyPr>
            <a:lstStyle/>
            <a:p>
              <a:pPr algn="l"/>
              <a:r>
                <a:rPr lang="zh-TW" sz="1420" b="1" dirty="0">
                  <a:solidFill>
                    <a:schemeClr val="accent3"/>
                  </a:solidFill>
                  <a:latin typeface="Segoe UI"/>
                  <a:ea typeface="Microsoft JhengHei"/>
                  <a:cs typeface="Segoe UI"/>
                </a:rPr>
                <a:t>17 類正式判定</a:t>
              </a:r>
            </a:p>
          </p:txBody>
        </p:sp>
        <p:sp>
          <p:nvSpPr>
            <p:cNvPr id="81" name="TextBox 81"/>
            <p:cNvSpPr txBox="1"/>
            <p:nvPr>
              <p:custDataLst>
                <p:tags r:id="rId30"/>
              </p:custDataLst>
            </p:nvPr>
          </p:nvSpPr>
          <p:spPr>
            <a:xfrm>
              <a:off x="3709416" y="4606925"/>
              <a:ext cx="120352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信心 ＋ 512 維表徵</a:t>
              </a:r>
            </a:p>
          </p:txBody>
        </p:sp>
        <p:sp>
          <p:nvSpPr>
            <p:cNvPr id="82" name="Rectangle 82"/>
            <p:cNvSpPr/>
            <p:nvPr/>
          </p:nvSpPr>
          <p:spPr>
            <a:xfrm>
              <a:off x="6362700" y="2171700"/>
              <a:ext cx="2266950" cy="552450"/>
            </a:xfrm>
            <a:prstGeom prst="roundRect">
              <a:avLst>
                <a:gd name="adj" fmla="val 17241"/>
              </a:avLst>
            </a:prstGeom>
            <a:solidFill>
              <a:schemeClr val="lt1"/>
            </a:solidFill>
            <a:ln w="9525">
              <a:solidFill>
                <a:srgbClr val="DCE3EC"/>
              </a:solidFill>
            </a:ln>
          </p:spPr>
        </p:sp>
        <p:sp>
          <p:nvSpPr>
            <p:cNvPr id="83" name="TextBox 83"/>
            <p:cNvSpPr txBox="1"/>
            <p:nvPr>
              <p:custDataLst>
                <p:tags r:id="rId31"/>
              </p:custDataLst>
            </p:nvPr>
          </p:nvSpPr>
          <p:spPr>
            <a:xfrm>
              <a:off x="6507861" y="2241550"/>
              <a:ext cx="1352888"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529 維任務向量</a:t>
              </a:r>
            </a:p>
          </p:txBody>
        </p:sp>
        <p:sp>
          <p:nvSpPr>
            <p:cNvPr id="84" name="TextBox 84"/>
            <p:cNvSpPr txBox="1"/>
            <p:nvPr>
              <p:custDataLst>
                <p:tags r:id="rId32"/>
              </p:custDataLst>
            </p:nvPr>
          </p:nvSpPr>
          <p:spPr>
            <a:xfrm>
              <a:off x="6509766" y="2511425"/>
              <a:ext cx="151830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512 表徵 ＋ 17 機率</a:t>
              </a:r>
              <a:r>
                <a:rPr lang="en-US" sz="1050" dirty="0">
                  <a:solidFill>
                    <a:srgbClr val="52637A"/>
                  </a:solidFill>
                  <a:latin typeface="Segoe UI"/>
                  <a:ea typeface="Microsoft JhengHei"/>
                  <a:cs typeface="Segoe UI"/>
                </a:rPr>
                <a:t> · L2</a:t>
              </a:r>
            </a:p>
          </p:txBody>
        </p:sp>
        <p:sp>
          <p:nvSpPr>
            <p:cNvPr id="85" name="Freeform 85"/>
            <p:cNvSpPr/>
            <p:nvPr/>
          </p:nvSpPr>
          <p:spPr>
            <a:xfrm>
              <a:off x="7496175" y="27241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86" name="Freeform 86"/>
            <p:cNvSpPr/>
            <p:nvPr/>
          </p:nvSpPr>
          <p:spPr>
            <a:xfrm>
              <a:off x="7439025" y="28003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87" name="Rectangle 87"/>
            <p:cNvSpPr/>
            <p:nvPr/>
          </p:nvSpPr>
          <p:spPr>
            <a:xfrm>
              <a:off x="6362700" y="2895600"/>
              <a:ext cx="2266950" cy="704850"/>
            </a:xfrm>
            <a:prstGeom prst="roundRect">
              <a:avLst>
                <a:gd name="adj" fmla="val 13514"/>
              </a:avLst>
            </a:prstGeom>
            <a:solidFill>
              <a:schemeClr val="lt1"/>
            </a:solidFill>
            <a:ln w="9525">
              <a:solidFill>
                <a:srgbClr val="DCE3EC"/>
              </a:solidFill>
            </a:ln>
          </p:spPr>
        </p:sp>
        <p:sp>
          <p:nvSpPr>
            <p:cNvPr id="88" name="TextBox 88"/>
            <p:cNvSpPr txBox="1"/>
            <p:nvPr>
              <p:custDataLst>
                <p:tags r:id="rId33"/>
              </p:custDataLst>
            </p:nvPr>
          </p:nvSpPr>
          <p:spPr>
            <a:xfrm>
              <a:off x="6507861" y="2965450"/>
              <a:ext cx="1377581"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Top-5 </a:t>
              </a:r>
              <a:r>
                <a:rPr lang="zh-TW" sz="1420" b="1" dirty="0">
                  <a:solidFill>
                    <a:schemeClr val="dk1"/>
                  </a:solidFill>
                  <a:latin typeface="Segoe UI"/>
                  <a:ea typeface="Microsoft JhengHei"/>
                  <a:cs typeface="Segoe UI"/>
                </a:rPr>
                <a:t>相似案例</a:t>
              </a:r>
            </a:p>
          </p:txBody>
        </p:sp>
        <p:sp>
          <p:nvSpPr>
            <p:cNvPr id="89" name="Rectangle 89"/>
            <p:cNvSpPr/>
            <p:nvPr/>
          </p:nvSpPr>
          <p:spPr>
            <a:xfrm>
              <a:off x="6515100" y="3276600"/>
              <a:ext cx="228600" cy="209550"/>
            </a:xfrm>
            <a:prstGeom prst="roundRect">
              <a:avLst>
                <a:gd name="adj" fmla="val 18182"/>
              </a:avLst>
            </a:prstGeom>
            <a:solidFill>
              <a:srgbClr val="EAF1FE"/>
            </a:solidFill>
            <a:ln>
              <a:noFill/>
            </a:ln>
          </p:spPr>
        </p:sp>
        <p:sp>
          <p:nvSpPr>
            <p:cNvPr id="90" name="TextBox 90"/>
            <p:cNvSpPr txBox="1"/>
            <p:nvPr>
              <p:custDataLst>
                <p:tags r:id="rId34"/>
              </p:custDataLst>
            </p:nvPr>
          </p:nvSpPr>
          <p:spPr>
            <a:xfrm>
              <a:off x="65690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1</a:t>
              </a:r>
            </a:p>
          </p:txBody>
        </p:sp>
        <p:sp>
          <p:nvSpPr>
            <p:cNvPr id="91" name="Rectangle 91"/>
            <p:cNvSpPr/>
            <p:nvPr/>
          </p:nvSpPr>
          <p:spPr>
            <a:xfrm>
              <a:off x="6800850" y="3276600"/>
              <a:ext cx="228600" cy="209550"/>
            </a:xfrm>
            <a:prstGeom prst="roundRect">
              <a:avLst>
                <a:gd name="adj" fmla="val 18182"/>
              </a:avLst>
            </a:prstGeom>
            <a:solidFill>
              <a:srgbClr val="EAF1FE"/>
            </a:solidFill>
            <a:ln>
              <a:noFill/>
            </a:ln>
          </p:spPr>
        </p:sp>
        <p:sp>
          <p:nvSpPr>
            <p:cNvPr id="92" name="TextBox 92"/>
            <p:cNvSpPr txBox="1"/>
            <p:nvPr>
              <p:custDataLst>
                <p:tags r:id="rId35"/>
              </p:custDataLst>
            </p:nvPr>
          </p:nvSpPr>
          <p:spPr>
            <a:xfrm>
              <a:off x="685479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2</a:t>
              </a:r>
            </a:p>
          </p:txBody>
        </p:sp>
        <p:sp>
          <p:nvSpPr>
            <p:cNvPr id="93" name="Rectangle 93"/>
            <p:cNvSpPr/>
            <p:nvPr/>
          </p:nvSpPr>
          <p:spPr>
            <a:xfrm>
              <a:off x="7086600" y="3276600"/>
              <a:ext cx="228600" cy="209550"/>
            </a:xfrm>
            <a:prstGeom prst="roundRect">
              <a:avLst>
                <a:gd name="adj" fmla="val 18182"/>
              </a:avLst>
            </a:prstGeom>
            <a:solidFill>
              <a:srgbClr val="EAF1FE"/>
            </a:solidFill>
            <a:ln>
              <a:noFill/>
            </a:ln>
          </p:spPr>
        </p:sp>
        <p:sp>
          <p:nvSpPr>
            <p:cNvPr id="94" name="TextBox 94"/>
            <p:cNvSpPr txBox="1"/>
            <p:nvPr>
              <p:custDataLst>
                <p:tags r:id="rId36"/>
              </p:custDataLst>
            </p:nvPr>
          </p:nvSpPr>
          <p:spPr>
            <a:xfrm>
              <a:off x="71405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3</a:t>
              </a:r>
            </a:p>
          </p:txBody>
        </p:sp>
        <p:sp>
          <p:nvSpPr>
            <p:cNvPr id="95" name="Rectangle 95"/>
            <p:cNvSpPr/>
            <p:nvPr/>
          </p:nvSpPr>
          <p:spPr>
            <a:xfrm>
              <a:off x="7372350" y="3276600"/>
              <a:ext cx="228600" cy="209550"/>
            </a:xfrm>
            <a:prstGeom prst="roundRect">
              <a:avLst>
                <a:gd name="adj" fmla="val 18182"/>
              </a:avLst>
            </a:prstGeom>
            <a:solidFill>
              <a:srgbClr val="EAF1FE"/>
            </a:solidFill>
            <a:ln>
              <a:noFill/>
            </a:ln>
          </p:spPr>
        </p:sp>
        <p:sp>
          <p:nvSpPr>
            <p:cNvPr id="96" name="TextBox 96"/>
            <p:cNvSpPr txBox="1"/>
            <p:nvPr>
              <p:custDataLst>
                <p:tags r:id="rId37"/>
              </p:custDataLst>
            </p:nvPr>
          </p:nvSpPr>
          <p:spPr>
            <a:xfrm>
              <a:off x="742629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4</a:t>
              </a:r>
            </a:p>
          </p:txBody>
        </p:sp>
        <p:sp>
          <p:nvSpPr>
            <p:cNvPr id="97" name="Rectangle 97"/>
            <p:cNvSpPr/>
            <p:nvPr/>
          </p:nvSpPr>
          <p:spPr>
            <a:xfrm>
              <a:off x="7658100" y="3276600"/>
              <a:ext cx="228600" cy="209550"/>
            </a:xfrm>
            <a:prstGeom prst="roundRect">
              <a:avLst>
                <a:gd name="adj" fmla="val 18182"/>
              </a:avLst>
            </a:prstGeom>
            <a:solidFill>
              <a:srgbClr val="EAF1FE"/>
            </a:solidFill>
            <a:ln>
              <a:noFill/>
            </a:ln>
          </p:spPr>
        </p:sp>
        <p:sp>
          <p:nvSpPr>
            <p:cNvPr id="98" name="TextBox 98"/>
            <p:cNvSpPr txBox="1"/>
            <p:nvPr>
              <p:custDataLst>
                <p:tags r:id="rId38"/>
              </p:custDataLst>
            </p:nvPr>
          </p:nvSpPr>
          <p:spPr>
            <a:xfrm>
              <a:off x="77120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5</a:t>
              </a:r>
            </a:p>
          </p:txBody>
        </p:sp>
        <p:sp>
          <p:nvSpPr>
            <p:cNvPr id="99" name="TextBox 99"/>
            <p:cNvSpPr txBox="1"/>
            <p:nvPr>
              <p:custDataLst>
                <p:tags r:id="rId39"/>
              </p:custDataLst>
            </p:nvPr>
          </p:nvSpPr>
          <p:spPr>
            <a:xfrm>
              <a:off x="7996047" y="3302000"/>
              <a:ext cx="405689"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訓練庫</a:t>
              </a:r>
            </a:p>
          </p:txBody>
        </p:sp>
        <p:sp>
          <p:nvSpPr>
            <p:cNvPr id="100" name="Freeform 100"/>
            <p:cNvSpPr/>
            <p:nvPr/>
          </p:nvSpPr>
          <p:spPr>
            <a:xfrm>
              <a:off x="7496175" y="36004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01" name="Freeform 101"/>
            <p:cNvSpPr/>
            <p:nvPr/>
          </p:nvSpPr>
          <p:spPr>
            <a:xfrm>
              <a:off x="7439025" y="36766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02" name="Rectangle 102"/>
            <p:cNvSpPr/>
            <p:nvPr/>
          </p:nvSpPr>
          <p:spPr>
            <a:xfrm>
              <a:off x="6362700" y="3771900"/>
              <a:ext cx="2266950" cy="476250"/>
            </a:xfrm>
            <a:prstGeom prst="roundRect">
              <a:avLst>
                <a:gd name="adj" fmla="val 20000"/>
              </a:avLst>
            </a:prstGeom>
            <a:solidFill>
              <a:schemeClr val="lt1"/>
            </a:solidFill>
            <a:ln w="9525">
              <a:solidFill>
                <a:srgbClr val="DCE3EC"/>
              </a:solidFill>
            </a:ln>
          </p:spPr>
        </p:sp>
        <p:sp>
          <p:nvSpPr>
            <p:cNvPr id="103" name="TextBox 103"/>
            <p:cNvSpPr txBox="1"/>
            <p:nvPr>
              <p:custDataLst>
                <p:tags r:id="rId40"/>
              </p:custDataLst>
            </p:nvPr>
          </p:nvSpPr>
          <p:spPr>
            <a:xfrm>
              <a:off x="6923272" y="3898900"/>
              <a:ext cx="1096593"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本機</a:t>
              </a:r>
              <a:r>
                <a:rPr lang="en-US" sz="1420" b="1" dirty="0">
                  <a:solidFill>
                    <a:schemeClr val="dk1"/>
                  </a:solidFill>
                  <a:latin typeface="Segoe UI"/>
                  <a:ea typeface="Microsoft JhengHei"/>
                  <a:cs typeface="Segoe UI"/>
                </a:rPr>
                <a:t> AI </a:t>
              </a:r>
              <a:r>
                <a:rPr lang="zh-TW" sz="1420" b="1" dirty="0">
                  <a:solidFill>
                    <a:schemeClr val="dk1"/>
                  </a:solidFill>
                  <a:latin typeface="Segoe UI"/>
                  <a:ea typeface="Microsoft JhengHei"/>
                  <a:cs typeface="Segoe UI"/>
                </a:rPr>
                <a:t>稽核</a:t>
              </a:r>
            </a:p>
          </p:txBody>
        </p:sp>
        <p:sp>
          <p:nvSpPr>
            <p:cNvPr id="104" name="Rectangle 104"/>
            <p:cNvSpPr/>
            <p:nvPr/>
          </p:nvSpPr>
          <p:spPr>
            <a:xfrm>
              <a:off x="6362700" y="4362450"/>
              <a:ext cx="704850" cy="457200"/>
            </a:xfrm>
            <a:prstGeom prst="roundRect">
              <a:avLst>
                <a:gd name="adj" fmla="val 20833"/>
              </a:avLst>
            </a:prstGeom>
            <a:solidFill>
              <a:srgbClr val="E2F3F0"/>
            </a:solidFill>
            <a:ln>
              <a:noFill/>
            </a:ln>
          </p:spPr>
        </p:sp>
        <p:sp>
          <p:nvSpPr>
            <p:cNvPr id="105" name="TextBox 105"/>
            <p:cNvSpPr txBox="1"/>
            <p:nvPr>
              <p:custDataLst>
                <p:tags r:id="rId41"/>
              </p:custDataLst>
            </p:nvPr>
          </p:nvSpPr>
          <p:spPr>
            <a:xfrm>
              <a:off x="6526847" y="4505325"/>
              <a:ext cx="335280"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支持</a:t>
              </a:r>
            </a:p>
          </p:txBody>
        </p:sp>
        <p:sp>
          <p:nvSpPr>
            <p:cNvPr id="106" name="Rectangle 106"/>
            <p:cNvSpPr/>
            <p:nvPr/>
          </p:nvSpPr>
          <p:spPr>
            <a:xfrm>
              <a:off x="7143750" y="4362450"/>
              <a:ext cx="704850" cy="457200"/>
            </a:xfrm>
            <a:prstGeom prst="roundRect">
              <a:avLst>
                <a:gd name="adj" fmla="val 20833"/>
              </a:avLst>
            </a:prstGeom>
            <a:solidFill>
              <a:srgbClr val="E2F3F0"/>
            </a:solidFill>
            <a:ln>
              <a:noFill/>
            </a:ln>
          </p:spPr>
        </p:sp>
        <p:sp>
          <p:nvSpPr>
            <p:cNvPr id="107" name="TextBox 107"/>
            <p:cNvSpPr txBox="1"/>
            <p:nvPr>
              <p:custDataLst>
                <p:tags r:id="rId42"/>
              </p:custDataLst>
            </p:nvPr>
          </p:nvSpPr>
          <p:spPr>
            <a:xfrm>
              <a:off x="7307897" y="4505325"/>
              <a:ext cx="335280"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複核</a:t>
              </a:r>
            </a:p>
          </p:txBody>
        </p:sp>
        <p:sp>
          <p:nvSpPr>
            <p:cNvPr id="108" name="Rectangle 108"/>
            <p:cNvSpPr/>
            <p:nvPr/>
          </p:nvSpPr>
          <p:spPr>
            <a:xfrm>
              <a:off x="7924800" y="4362450"/>
              <a:ext cx="704850" cy="457200"/>
            </a:xfrm>
            <a:prstGeom prst="roundRect">
              <a:avLst>
                <a:gd name="adj" fmla="val 20833"/>
              </a:avLst>
            </a:prstGeom>
            <a:solidFill>
              <a:srgbClr val="E2F3F0"/>
            </a:solidFill>
            <a:ln>
              <a:noFill/>
            </a:ln>
          </p:spPr>
        </p:sp>
        <p:sp>
          <p:nvSpPr>
            <p:cNvPr id="109" name="TextBox 109"/>
            <p:cNvSpPr txBox="1"/>
            <p:nvPr>
              <p:custDataLst>
                <p:tags r:id="rId43"/>
              </p:custDataLst>
            </p:nvPr>
          </p:nvSpPr>
          <p:spPr>
            <a:xfrm>
              <a:off x="8008176" y="4505325"/>
              <a:ext cx="496824"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不確定</a:t>
              </a:r>
            </a:p>
          </p:txBody>
        </p:sp>
        <p:sp>
          <p:nvSpPr>
            <p:cNvPr id="110" name="Rectangle 110"/>
            <p:cNvSpPr/>
            <p:nvPr/>
          </p:nvSpPr>
          <p:spPr>
            <a:xfrm>
              <a:off x="9163050" y="2171700"/>
              <a:ext cx="2266950" cy="476250"/>
            </a:xfrm>
            <a:prstGeom prst="roundRect">
              <a:avLst>
                <a:gd name="adj" fmla="val 20000"/>
              </a:avLst>
            </a:prstGeom>
            <a:solidFill>
              <a:schemeClr val="lt1"/>
            </a:solidFill>
            <a:ln w="9525">
              <a:solidFill>
                <a:srgbClr val="DCE3EC"/>
              </a:solidFill>
            </a:ln>
          </p:spPr>
        </p:sp>
        <p:sp>
          <p:nvSpPr>
            <p:cNvPr id="111" name="TextBox 111"/>
            <p:cNvSpPr txBox="1"/>
            <p:nvPr>
              <p:custDataLst>
                <p:tags r:id="rId44"/>
              </p:custDataLst>
            </p:nvPr>
          </p:nvSpPr>
          <p:spPr>
            <a:xfrm>
              <a:off x="9882359" y="229870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策略檢查</a:t>
              </a:r>
            </a:p>
          </p:txBody>
        </p:sp>
        <p:sp>
          <p:nvSpPr>
            <p:cNvPr id="112" name="Freeform 112"/>
            <p:cNvSpPr/>
            <p:nvPr/>
          </p:nvSpPr>
          <p:spPr>
            <a:xfrm>
              <a:off x="10296525" y="26479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13" name="Freeform 113"/>
            <p:cNvSpPr/>
            <p:nvPr/>
          </p:nvSpPr>
          <p:spPr>
            <a:xfrm>
              <a:off x="10239375" y="27241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14" name="Rectangle 114"/>
            <p:cNvSpPr/>
            <p:nvPr/>
          </p:nvSpPr>
          <p:spPr>
            <a:xfrm>
              <a:off x="9163050" y="2800350"/>
              <a:ext cx="2266950" cy="476250"/>
            </a:xfrm>
            <a:prstGeom prst="roundRect">
              <a:avLst>
                <a:gd name="adj" fmla="val 20000"/>
              </a:avLst>
            </a:prstGeom>
            <a:solidFill>
              <a:schemeClr val="lt1"/>
            </a:solidFill>
            <a:ln w="9525">
              <a:solidFill>
                <a:srgbClr val="DCE3EC"/>
              </a:solidFill>
            </a:ln>
          </p:spPr>
        </p:sp>
        <p:sp>
          <p:nvSpPr>
            <p:cNvPr id="115" name="TextBox 115"/>
            <p:cNvSpPr txBox="1"/>
            <p:nvPr>
              <p:custDataLst>
                <p:tags r:id="rId45"/>
              </p:custDataLst>
            </p:nvPr>
          </p:nvSpPr>
          <p:spPr>
            <a:xfrm>
              <a:off x="9882359" y="292735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套用規則</a:t>
              </a:r>
            </a:p>
          </p:txBody>
        </p:sp>
        <p:sp>
          <p:nvSpPr>
            <p:cNvPr id="116" name="Freeform 116"/>
            <p:cNvSpPr/>
            <p:nvPr/>
          </p:nvSpPr>
          <p:spPr>
            <a:xfrm>
              <a:off x="10296525" y="327660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17" name="Freeform 117"/>
            <p:cNvSpPr/>
            <p:nvPr/>
          </p:nvSpPr>
          <p:spPr>
            <a:xfrm>
              <a:off x="10239375" y="33528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18" name="Rectangle 118"/>
            <p:cNvSpPr/>
            <p:nvPr/>
          </p:nvSpPr>
          <p:spPr>
            <a:xfrm>
              <a:off x="9163050" y="3429000"/>
              <a:ext cx="2266950" cy="476250"/>
            </a:xfrm>
            <a:prstGeom prst="roundRect">
              <a:avLst>
                <a:gd name="adj" fmla="val 20000"/>
              </a:avLst>
            </a:prstGeom>
            <a:solidFill>
              <a:schemeClr val="lt1"/>
            </a:solidFill>
            <a:ln w="9525">
              <a:solidFill>
                <a:srgbClr val="DCE3EC"/>
              </a:solidFill>
            </a:ln>
          </p:spPr>
        </p:sp>
        <p:sp>
          <p:nvSpPr>
            <p:cNvPr id="119" name="TextBox 119"/>
            <p:cNvSpPr txBox="1"/>
            <p:nvPr>
              <p:custDataLst>
                <p:tags r:id="rId46"/>
              </p:custDataLst>
            </p:nvPr>
          </p:nvSpPr>
          <p:spPr>
            <a:xfrm>
              <a:off x="9882359" y="355600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讀回驗證</a:t>
              </a:r>
            </a:p>
          </p:txBody>
        </p:sp>
        <p:sp>
          <p:nvSpPr>
            <p:cNvPr id="120" name="Freeform 120"/>
            <p:cNvSpPr/>
            <p:nvPr/>
          </p:nvSpPr>
          <p:spPr>
            <a:xfrm>
              <a:off x="10296525" y="39052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21" name="Freeform 121"/>
            <p:cNvSpPr/>
            <p:nvPr/>
          </p:nvSpPr>
          <p:spPr>
            <a:xfrm>
              <a:off x="10239375" y="39814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22" name="Rectangle 122"/>
            <p:cNvSpPr/>
            <p:nvPr/>
          </p:nvSpPr>
          <p:spPr>
            <a:xfrm>
              <a:off x="9163050" y="4057650"/>
              <a:ext cx="2266950" cy="476250"/>
            </a:xfrm>
            <a:prstGeom prst="roundRect">
              <a:avLst>
                <a:gd name="adj" fmla="val 20000"/>
              </a:avLst>
            </a:prstGeom>
            <a:solidFill>
              <a:srgbClr val="E2F3F0"/>
            </a:solidFill>
            <a:ln>
              <a:noFill/>
            </a:ln>
          </p:spPr>
        </p:sp>
        <p:sp>
          <p:nvSpPr>
            <p:cNvPr id="123" name="TextBox 123"/>
            <p:cNvSpPr txBox="1"/>
            <p:nvPr>
              <p:custDataLst>
                <p:tags r:id="rId47"/>
              </p:custDataLst>
            </p:nvPr>
          </p:nvSpPr>
          <p:spPr>
            <a:xfrm>
              <a:off x="9882359" y="4184650"/>
              <a:ext cx="779120" cy="278702"/>
            </a:xfrm>
            <a:prstGeom prst="rect">
              <a:avLst/>
            </a:prstGeom>
            <a:noFill/>
            <a:ln>
              <a:noFill/>
            </a:ln>
          </p:spPr>
          <p:txBody>
            <a:bodyPr wrap="none" lIns="0" tIns="0" rIns="0" bIns="0" anchor="t" anchorCtr="0">
              <a:spAutoFit/>
            </a:bodyPr>
            <a:lstStyle/>
            <a:p>
              <a:pPr algn="ctr"/>
              <a:r>
                <a:rPr lang="zh-TW" sz="1420" b="1" dirty="0">
                  <a:solidFill>
                    <a:schemeClr val="accent3"/>
                  </a:solidFill>
                  <a:latin typeface="Segoe UI"/>
                  <a:ea typeface="Microsoft JhengHei"/>
                  <a:cs typeface="Segoe UI"/>
                </a:rPr>
                <a:t>到期回復</a:t>
              </a:r>
            </a:p>
          </p:txBody>
        </p:sp>
        <p:sp>
          <p:nvSpPr>
            <p:cNvPr id="124" name="TextBox 124"/>
            <p:cNvSpPr txBox="1"/>
            <p:nvPr>
              <p:custDataLst>
                <p:tags r:id="rId48"/>
              </p:custDataLst>
            </p:nvPr>
          </p:nvSpPr>
          <p:spPr>
            <a:xfrm>
              <a:off x="9417917" y="4673600"/>
              <a:ext cx="1720704" cy="205359"/>
            </a:xfrm>
            <a:prstGeom prst="rect">
              <a:avLst/>
            </a:prstGeom>
            <a:noFill/>
            <a:ln>
              <a:noFill/>
            </a:ln>
          </p:spPr>
          <p:txBody>
            <a:bodyPr wrap="none" lIns="0" tIns="0" rIns="0" bIns="0" anchor="t" anchorCtr="0">
              <a:spAutoFit/>
            </a:bodyPr>
            <a:lstStyle/>
            <a:p>
              <a:pPr algn="ctr"/>
              <a:r>
                <a:rPr lang="zh-TW" sz="1050" dirty="0">
                  <a:solidFill>
                    <a:srgbClr val="52637A"/>
                  </a:solidFill>
                  <a:latin typeface="Segoe UI"/>
                  <a:ea typeface="Microsoft JhengHei"/>
                  <a:cs typeface="Segoe UI"/>
                </a:rPr>
                <a:t>複核／不確定 → 監測或蒐證</a:t>
              </a:r>
            </a:p>
          </p:txBody>
        </p:sp>
        <p:sp>
          <p:nvSpPr>
            <p:cNvPr id="125" name="Rectangle 125"/>
            <p:cNvSpPr/>
            <p:nvPr/>
          </p:nvSpPr>
          <p:spPr>
            <a:xfrm>
              <a:off x="609600" y="5162550"/>
              <a:ext cx="10972800" cy="457200"/>
            </a:xfrm>
            <a:prstGeom prst="roundRect">
              <a:avLst>
                <a:gd name="adj" fmla="val 25000"/>
              </a:avLst>
            </a:prstGeom>
            <a:solidFill>
              <a:schemeClr val="accent5"/>
            </a:solidFill>
            <a:ln>
              <a:noFill/>
            </a:ln>
          </p:spPr>
        </p:sp>
        <p:sp>
          <p:nvSpPr>
            <p:cNvPr id="126" name="Line 126"/>
            <p:cNvSpPr/>
            <p:nvPr/>
          </p:nvSpPr>
          <p:spPr>
            <a:xfrm>
              <a:off x="189547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27" name="Ellipse 127"/>
            <p:cNvSpPr/>
            <p:nvPr/>
          </p:nvSpPr>
          <p:spPr>
            <a:xfrm>
              <a:off x="1847850" y="5114925"/>
              <a:ext cx="95250" cy="95250"/>
            </a:xfrm>
            <a:prstGeom prst="ellipse">
              <a:avLst/>
            </a:prstGeom>
            <a:solidFill>
              <a:schemeClr val="accent2"/>
            </a:solidFill>
            <a:ln>
              <a:noFill/>
            </a:ln>
          </p:spPr>
        </p:sp>
        <p:sp>
          <p:nvSpPr>
            <p:cNvPr id="128" name="Line 128"/>
            <p:cNvSpPr/>
            <p:nvPr/>
          </p:nvSpPr>
          <p:spPr>
            <a:xfrm>
              <a:off x="469582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29" name="Ellipse 129"/>
            <p:cNvSpPr/>
            <p:nvPr/>
          </p:nvSpPr>
          <p:spPr>
            <a:xfrm>
              <a:off x="4648200" y="5114925"/>
              <a:ext cx="95250" cy="95250"/>
            </a:xfrm>
            <a:prstGeom prst="ellipse">
              <a:avLst/>
            </a:prstGeom>
            <a:solidFill>
              <a:schemeClr val="accent2"/>
            </a:solidFill>
            <a:ln>
              <a:noFill/>
            </a:ln>
          </p:spPr>
        </p:sp>
        <p:sp>
          <p:nvSpPr>
            <p:cNvPr id="130" name="Line 130"/>
            <p:cNvSpPr/>
            <p:nvPr/>
          </p:nvSpPr>
          <p:spPr>
            <a:xfrm>
              <a:off x="749617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31" name="Ellipse 131"/>
            <p:cNvSpPr/>
            <p:nvPr/>
          </p:nvSpPr>
          <p:spPr>
            <a:xfrm>
              <a:off x="7448550" y="5114925"/>
              <a:ext cx="95250" cy="95250"/>
            </a:xfrm>
            <a:prstGeom prst="ellipse">
              <a:avLst/>
            </a:prstGeom>
            <a:solidFill>
              <a:schemeClr val="accent2"/>
            </a:solidFill>
            <a:ln>
              <a:noFill/>
            </a:ln>
          </p:spPr>
        </p:sp>
        <p:sp>
          <p:nvSpPr>
            <p:cNvPr id="132" name="Line 132"/>
            <p:cNvSpPr/>
            <p:nvPr/>
          </p:nvSpPr>
          <p:spPr>
            <a:xfrm>
              <a:off x="1029652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33" name="Ellipse 133"/>
            <p:cNvSpPr/>
            <p:nvPr/>
          </p:nvSpPr>
          <p:spPr>
            <a:xfrm>
              <a:off x="10248900" y="5114925"/>
              <a:ext cx="95250" cy="95250"/>
            </a:xfrm>
            <a:prstGeom prst="ellipse">
              <a:avLst/>
            </a:prstGeom>
            <a:solidFill>
              <a:schemeClr val="accent2"/>
            </a:solidFill>
            <a:ln>
              <a:noFill/>
            </a:ln>
          </p:spPr>
        </p:sp>
        <p:sp>
          <p:nvSpPr>
            <p:cNvPr id="134" name="TextBox 134"/>
            <p:cNvSpPr txBox="1"/>
            <p:nvPr>
              <p:custDataLst>
                <p:tags r:id="rId49"/>
              </p:custDataLst>
            </p:nvPr>
          </p:nvSpPr>
          <p:spPr>
            <a:xfrm>
              <a:off x="3292019" y="5280025"/>
              <a:ext cx="5558747" cy="278702"/>
            </a:xfrm>
            <a:prstGeom prst="rect">
              <a:avLst/>
            </a:prstGeom>
            <a:noFill/>
            <a:ln>
              <a:noFill/>
            </a:ln>
          </p:spPr>
          <p:txBody>
            <a:bodyPr wrap="none" lIns="0" tIns="0" rIns="0" bIns="0" anchor="t" anchorCtr="0">
              <a:spAutoFit/>
            </a:bodyPr>
            <a:lstStyle/>
            <a:p>
              <a:pPr algn="ctr"/>
              <a:r>
                <a:rPr lang="zh-TW" sz="1420" b="1" dirty="0">
                  <a:solidFill>
                    <a:srgbClr val="FFFFFF"/>
                  </a:solidFill>
                  <a:latin typeface="Segoe UI"/>
                  <a:ea typeface="Microsoft JhengHei"/>
                  <a:cs typeface="Segoe UI"/>
                </a:rPr>
                <a:t>同一事件</a:t>
              </a:r>
              <a:r>
                <a:rPr lang="en-US" sz="1420" b="1" dirty="0">
                  <a:solidFill>
                    <a:srgbClr val="FFFFFF"/>
                  </a:solidFill>
                  <a:latin typeface="Segoe UI"/>
                  <a:ea typeface="Microsoft JhengHei"/>
                  <a:cs typeface="Segoe UI"/>
                </a:rPr>
                <a:t> ID </a:t>
              </a:r>
              <a:r>
                <a:rPr lang="zh-TW" sz="1420" b="1" dirty="0">
                  <a:solidFill>
                    <a:srgbClr val="FFFFFF"/>
                  </a:solidFill>
                  <a:latin typeface="Segoe UI"/>
                  <a:ea typeface="Microsoft JhengHei"/>
                  <a:cs typeface="Segoe UI"/>
                </a:rPr>
                <a:t>串起 正式判定</a:t>
              </a:r>
              <a:r>
                <a:rPr lang="en-US" sz="1420" b="1" dirty="0">
                  <a:solidFill>
                    <a:srgbClr val="FFFFFF"/>
                  </a:solidFill>
                  <a:latin typeface="Segoe UI"/>
                  <a:ea typeface="Microsoft JhengHei"/>
                  <a:cs typeface="Segoe UI"/>
                </a:rPr>
                <a:t> · Top-5 </a:t>
              </a:r>
              <a:r>
                <a:rPr lang="zh-TW" sz="1420" b="1" dirty="0">
                  <a:solidFill>
                    <a:srgbClr val="FFFFFF"/>
                  </a:solidFill>
                  <a:latin typeface="Segoe UI"/>
                  <a:ea typeface="Microsoft JhengHei"/>
                  <a:cs typeface="Segoe UI"/>
                </a:rPr>
                <a:t>證據</a:t>
              </a:r>
              <a:r>
                <a:rPr lang="en-US" sz="1420" b="1" dirty="0">
                  <a:solidFill>
                    <a:srgbClr val="FFFFFF"/>
                  </a:solidFill>
                  <a:latin typeface="Segoe UI"/>
                  <a:ea typeface="Microsoft JhengHei"/>
                  <a:cs typeface="Segoe UI"/>
                </a:rPr>
                <a:t> · AI </a:t>
              </a:r>
              <a:r>
                <a:rPr lang="zh-TW" sz="1420" b="1" dirty="0">
                  <a:solidFill>
                    <a:srgbClr val="FFFFFF"/>
                  </a:solidFill>
                  <a:latin typeface="Segoe UI"/>
                  <a:ea typeface="Microsoft JhengHei"/>
                  <a:cs typeface="Segoe UI"/>
                </a:rPr>
                <a:t>稽核結論 · 處置回條</a:t>
              </a:r>
            </a:p>
          </p:txBody>
        </p:sp>
      </p:grpSp>
      <p:grpSp>
        <p:nvGrpSpPr>
          <p:cNvPr id="148" name="footer"/>
          <p:cNvGrpSpPr/>
          <p:nvPr/>
        </p:nvGrpSpPr>
        <p:grpSpPr>
          <a:xfrm>
            <a:off x="604266" y="6400800"/>
            <a:ext cx="10978134" cy="316484"/>
            <a:chOff x="604266" y="6400800"/>
            <a:chExt cx="10978134" cy="316484"/>
          </a:xfrm>
        </p:grpSpPr>
        <p:sp>
          <p:nvSpPr>
            <p:cNvPr id="136" name="Line 136"/>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37" name="TextBox 137"/>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38" name="Rectangle 138"/>
            <p:cNvSpPr/>
            <p:nvPr/>
          </p:nvSpPr>
          <p:spPr>
            <a:xfrm>
              <a:off x="8724900" y="6553200"/>
              <a:ext cx="133350" cy="38100"/>
            </a:xfrm>
            <a:prstGeom prst="roundRect">
              <a:avLst>
                <a:gd name="adj" fmla="val 50000"/>
              </a:avLst>
            </a:prstGeom>
            <a:solidFill>
              <a:srgbClr val="DCE3EC"/>
            </a:solidFill>
            <a:ln>
              <a:noFill/>
            </a:ln>
          </p:spPr>
        </p:sp>
        <p:sp>
          <p:nvSpPr>
            <p:cNvPr id="139" name="Rectangle 139"/>
            <p:cNvSpPr/>
            <p:nvPr/>
          </p:nvSpPr>
          <p:spPr>
            <a:xfrm>
              <a:off x="8915400" y="6553200"/>
              <a:ext cx="133350" cy="38100"/>
            </a:xfrm>
            <a:prstGeom prst="roundRect">
              <a:avLst>
                <a:gd name="adj" fmla="val 50000"/>
              </a:avLst>
            </a:prstGeom>
            <a:solidFill>
              <a:srgbClr val="DCE3EC"/>
            </a:solidFill>
            <a:ln>
              <a:noFill/>
            </a:ln>
          </p:spPr>
        </p:sp>
        <p:sp>
          <p:nvSpPr>
            <p:cNvPr id="140" name="Rectangle 140"/>
            <p:cNvSpPr/>
            <p:nvPr/>
          </p:nvSpPr>
          <p:spPr>
            <a:xfrm>
              <a:off x="9105900" y="6553200"/>
              <a:ext cx="133350" cy="38100"/>
            </a:xfrm>
            <a:prstGeom prst="roundRect">
              <a:avLst>
                <a:gd name="adj" fmla="val 50000"/>
              </a:avLst>
            </a:prstGeom>
            <a:solidFill>
              <a:schemeClr val="accent2"/>
            </a:solidFill>
            <a:ln>
              <a:noFill/>
            </a:ln>
          </p:spPr>
        </p:sp>
        <p:sp>
          <p:nvSpPr>
            <p:cNvPr id="141" name="Rectangle 141"/>
            <p:cNvSpPr/>
            <p:nvPr/>
          </p:nvSpPr>
          <p:spPr>
            <a:xfrm>
              <a:off x="9296400" y="6553200"/>
              <a:ext cx="133350" cy="38100"/>
            </a:xfrm>
            <a:prstGeom prst="roundRect">
              <a:avLst>
                <a:gd name="adj" fmla="val 50000"/>
              </a:avLst>
            </a:prstGeom>
            <a:solidFill>
              <a:srgbClr val="DCE3EC"/>
            </a:solidFill>
            <a:ln>
              <a:noFill/>
            </a:ln>
          </p:spPr>
        </p:sp>
        <p:sp>
          <p:nvSpPr>
            <p:cNvPr id="142" name="Rectangle 142"/>
            <p:cNvSpPr/>
            <p:nvPr/>
          </p:nvSpPr>
          <p:spPr>
            <a:xfrm>
              <a:off x="9486900" y="6553200"/>
              <a:ext cx="133350" cy="38100"/>
            </a:xfrm>
            <a:prstGeom prst="roundRect">
              <a:avLst>
                <a:gd name="adj" fmla="val 50000"/>
              </a:avLst>
            </a:prstGeom>
            <a:solidFill>
              <a:srgbClr val="DCE3EC"/>
            </a:solidFill>
            <a:ln>
              <a:noFill/>
            </a:ln>
          </p:spPr>
        </p:sp>
        <p:sp>
          <p:nvSpPr>
            <p:cNvPr id="143" name="Rectangle 143"/>
            <p:cNvSpPr/>
            <p:nvPr/>
          </p:nvSpPr>
          <p:spPr>
            <a:xfrm>
              <a:off x="9677400" y="6553200"/>
              <a:ext cx="133350" cy="38100"/>
            </a:xfrm>
            <a:prstGeom prst="roundRect">
              <a:avLst>
                <a:gd name="adj" fmla="val 50000"/>
              </a:avLst>
            </a:prstGeom>
            <a:solidFill>
              <a:srgbClr val="DCE3EC"/>
            </a:solidFill>
            <a:ln>
              <a:noFill/>
            </a:ln>
          </p:spPr>
        </p:sp>
        <p:sp>
          <p:nvSpPr>
            <p:cNvPr id="144" name="Rectangle 144"/>
            <p:cNvSpPr/>
            <p:nvPr/>
          </p:nvSpPr>
          <p:spPr>
            <a:xfrm>
              <a:off x="9867900" y="6553200"/>
              <a:ext cx="133350" cy="38100"/>
            </a:xfrm>
            <a:prstGeom prst="roundRect">
              <a:avLst>
                <a:gd name="adj" fmla="val 50000"/>
              </a:avLst>
            </a:prstGeom>
            <a:solidFill>
              <a:srgbClr val="DCE3EC"/>
            </a:solidFill>
            <a:ln>
              <a:noFill/>
            </a:ln>
          </p:spPr>
        </p:sp>
        <p:sp>
          <p:nvSpPr>
            <p:cNvPr id="145" name="Rectangle 145"/>
            <p:cNvSpPr/>
            <p:nvPr/>
          </p:nvSpPr>
          <p:spPr>
            <a:xfrm>
              <a:off x="10058400" y="6553200"/>
              <a:ext cx="133350" cy="38100"/>
            </a:xfrm>
            <a:prstGeom prst="roundRect">
              <a:avLst>
                <a:gd name="adj" fmla="val 50000"/>
              </a:avLst>
            </a:prstGeom>
            <a:solidFill>
              <a:srgbClr val="DCE3EC"/>
            </a:solidFill>
            <a:ln>
              <a:noFill/>
            </a:ln>
          </p:spPr>
        </p:sp>
        <p:sp>
          <p:nvSpPr>
            <p:cNvPr id="146" name="Rectangle 146"/>
            <p:cNvSpPr/>
            <p:nvPr/>
          </p:nvSpPr>
          <p:spPr>
            <a:xfrm>
              <a:off x="10248900" y="6553200"/>
              <a:ext cx="133350" cy="38100"/>
            </a:xfrm>
            <a:prstGeom prst="roundRect">
              <a:avLst>
                <a:gd name="adj" fmla="val 50000"/>
              </a:avLst>
            </a:prstGeom>
            <a:solidFill>
              <a:srgbClr val="DCE3EC"/>
            </a:solidFill>
            <a:ln>
              <a:noFill/>
            </a:ln>
          </p:spPr>
        </p:sp>
        <p:sp>
          <p:nvSpPr>
            <p:cNvPr id="147" name="TextBox 147"/>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03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632960" cy="855853"/>
            <a:chOff x="595122" y="431800"/>
            <a:chExt cx="4632960"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88168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DETECTION</a:t>
              </a:r>
            </a:p>
          </p:txBody>
        </p:sp>
        <p:sp>
          <p:nvSpPr>
            <p:cNvPr id="4" name="TextBox 4"/>
            <p:cNvSpPr txBox="1"/>
            <p:nvPr>
              <p:custDataLst>
                <p:tags r:id="rId23"/>
              </p:custDataLst>
            </p:nvPr>
          </p:nvSpPr>
          <p:spPr>
            <a:xfrm>
              <a:off x="595122" y="730250"/>
              <a:ext cx="4632960"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互補模型，形成同一次判定</a:t>
              </a:r>
            </a:p>
          </p:txBody>
        </p:sp>
      </p:grpSp>
      <p:grpSp>
        <p:nvGrpSpPr>
          <p:cNvPr id="70" name="page-content"/>
          <p:cNvGrpSpPr/>
          <p:nvPr/>
        </p:nvGrpSpPr>
        <p:grpSpPr>
          <a:xfrm>
            <a:off x="603123" y="1428750"/>
            <a:ext cx="11047429" cy="4498467"/>
            <a:chOff x="603123" y="1428750"/>
            <a:chExt cx="11047429" cy="4498467"/>
          </a:xfrm>
        </p:grpSpPr>
        <p:sp>
          <p:nvSpPr>
            <p:cNvPr id="6" name="Rectangle 6"/>
            <p:cNvSpPr/>
            <p:nvPr/>
          </p:nvSpPr>
          <p:spPr>
            <a:xfrm>
              <a:off x="609600" y="1428750"/>
              <a:ext cx="2667000" cy="2857500"/>
            </a:xfrm>
            <a:prstGeom prst="roundRect">
              <a:avLst>
                <a:gd name="adj" fmla="val 5000"/>
              </a:avLst>
            </a:prstGeom>
            <a:solidFill>
              <a:schemeClr val="lt2"/>
            </a:solidFill>
            <a:ln>
              <a:noFill/>
            </a:ln>
          </p:spPr>
        </p:sp>
        <p:sp>
          <p:nvSpPr>
            <p:cNvPr id="7" name="TextBox 7"/>
            <p:cNvSpPr txBox="1"/>
            <p:nvPr>
              <p:custDataLst>
                <p:tags r:id="rId3"/>
              </p:custDataLst>
            </p:nvPr>
          </p:nvSpPr>
          <p:spPr>
            <a:xfrm>
              <a:off x="831342" y="1644650"/>
              <a:ext cx="1104138" cy="264033"/>
            </a:xfrm>
            <a:prstGeom prst="rect">
              <a:avLst/>
            </a:prstGeom>
            <a:noFill/>
            <a:ln>
              <a:noFill/>
            </a:ln>
          </p:spPr>
          <p:txBody>
            <a:bodyPr wrap="none" lIns="0" tIns="0" rIns="0" bIns="0" anchor="t" anchorCtr="0">
              <a:spAutoFit/>
            </a:bodyPr>
            <a:lstStyle/>
            <a:p>
              <a:pPr algn="l"/>
              <a:r>
                <a:rPr lang="zh-TW" sz="1350" b="1" dirty="0">
                  <a:solidFill>
                    <a:schemeClr val="accent3"/>
                  </a:solidFill>
                  <a:latin typeface="Segoe UI"/>
                  <a:ea typeface="Microsoft JhengHei"/>
                  <a:cs typeface="Segoe UI"/>
                </a:rPr>
                <a:t>同一流量輸入</a:t>
              </a:r>
            </a:p>
          </p:txBody>
        </p:sp>
        <p:sp>
          <p:nvSpPr>
            <p:cNvPr id="8" name="TextBox 8"/>
            <p:cNvSpPr txBox="1"/>
            <p:nvPr>
              <p:custDataLst>
                <p:tags r:id="rId4"/>
              </p:custDataLst>
            </p:nvPr>
          </p:nvSpPr>
          <p:spPr>
            <a:xfrm>
              <a:off x="830199" y="2152650"/>
              <a:ext cx="866800"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封包內容</a:t>
              </a:r>
            </a:p>
          </p:txBody>
        </p:sp>
        <p:sp>
          <p:nvSpPr>
            <p:cNvPr id="9" name="Rectangle 9"/>
            <p:cNvSpPr/>
            <p:nvPr/>
          </p:nvSpPr>
          <p:spPr>
            <a:xfrm>
              <a:off x="2114550" y="2095500"/>
              <a:ext cx="933450" cy="323850"/>
            </a:xfrm>
            <a:prstGeom prst="roundRect">
              <a:avLst>
                <a:gd name="adj" fmla="val 17647"/>
              </a:avLst>
            </a:prstGeom>
            <a:solidFill>
              <a:schemeClr val="lt1"/>
            </a:solidFill>
            <a:ln>
              <a:noFill/>
            </a:ln>
          </p:spPr>
        </p:sp>
        <p:sp>
          <p:nvSpPr>
            <p:cNvPr id="10" name="Rectangle 10"/>
            <p:cNvSpPr/>
            <p:nvPr/>
          </p:nvSpPr>
          <p:spPr>
            <a:xfrm>
              <a:off x="2209800" y="2152650"/>
              <a:ext cx="85725" cy="209550"/>
            </a:xfrm>
            <a:prstGeom prst="roundRect">
              <a:avLst>
                <a:gd name="adj" fmla="val 22222"/>
              </a:avLst>
            </a:prstGeom>
            <a:solidFill>
              <a:schemeClr val="accent1"/>
            </a:solidFill>
            <a:ln>
              <a:noFill/>
            </a:ln>
          </p:spPr>
        </p:sp>
        <p:sp>
          <p:nvSpPr>
            <p:cNvPr id="11" name="Rectangle 11"/>
            <p:cNvSpPr/>
            <p:nvPr/>
          </p:nvSpPr>
          <p:spPr>
            <a:xfrm>
              <a:off x="2362200" y="2152650"/>
              <a:ext cx="85725" cy="209550"/>
            </a:xfrm>
            <a:prstGeom prst="roundRect">
              <a:avLst>
                <a:gd name="adj" fmla="val 22222"/>
              </a:avLst>
            </a:prstGeom>
            <a:solidFill>
              <a:schemeClr val="accent1"/>
            </a:solidFill>
            <a:ln>
              <a:noFill/>
            </a:ln>
          </p:spPr>
        </p:sp>
        <p:sp>
          <p:nvSpPr>
            <p:cNvPr id="12" name="Rectangle 12"/>
            <p:cNvSpPr/>
            <p:nvPr/>
          </p:nvSpPr>
          <p:spPr>
            <a:xfrm>
              <a:off x="2514600" y="2152650"/>
              <a:ext cx="85725" cy="209550"/>
            </a:xfrm>
            <a:prstGeom prst="roundRect">
              <a:avLst>
                <a:gd name="adj" fmla="val 22222"/>
              </a:avLst>
            </a:prstGeom>
            <a:solidFill>
              <a:schemeClr val="accent1"/>
            </a:solidFill>
            <a:ln>
              <a:noFill/>
            </a:ln>
          </p:spPr>
        </p:sp>
        <p:sp>
          <p:nvSpPr>
            <p:cNvPr id="13" name="Rectangle 13"/>
            <p:cNvSpPr/>
            <p:nvPr/>
          </p:nvSpPr>
          <p:spPr>
            <a:xfrm>
              <a:off x="2667000" y="2152650"/>
              <a:ext cx="85725" cy="209550"/>
            </a:xfrm>
            <a:prstGeom prst="roundRect">
              <a:avLst>
                <a:gd name="adj" fmla="val 22222"/>
              </a:avLst>
            </a:prstGeom>
            <a:solidFill>
              <a:schemeClr val="accent1"/>
            </a:solidFill>
            <a:ln>
              <a:noFill/>
            </a:ln>
          </p:spPr>
        </p:sp>
        <p:sp>
          <p:nvSpPr>
            <p:cNvPr id="14" name="Rectangle 14"/>
            <p:cNvSpPr/>
            <p:nvPr/>
          </p:nvSpPr>
          <p:spPr>
            <a:xfrm>
              <a:off x="2819400" y="2152650"/>
              <a:ext cx="85725" cy="209550"/>
            </a:xfrm>
            <a:prstGeom prst="roundRect">
              <a:avLst>
                <a:gd name="adj" fmla="val 22222"/>
              </a:avLst>
            </a:prstGeom>
            <a:solidFill>
              <a:schemeClr val="accent1"/>
            </a:solidFill>
            <a:ln>
              <a:noFill/>
            </a:ln>
          </p:spPr>
        </p:sp>
        <p:sp>
          <p:nvSpPr>
            <p:cNvPr id="15" name="TextBox 15"/>
            <p:cNvSpPr txBox="1"/>
            <p:nvPr>
              <p:custDataLst>
                <p:tags r:id="rId5"/>
              </p:custDataLst>
            </p:nvPr>
          </p:nvSpPr>
          <p:spPr>
            <a:xfrm>
              <a:off x="830199" y="2819400"/>
              <a:ext cx="654101"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時間差</a:t>
              </a:r>
            </a:p>
          </p:txBody>
        </p:sp>
        <p:sp>
          <p:nvSpPr>
            <p:cNvPr id="16" name="Rectangle 16"/>
            <p:cNvSpPr/>
            <p:nvPr/>
          </p:nvSpPr>
          <p:spPr>
            <a:xfrm>
              <a:off x="2114550" y="2762250"/>
              <a:ext cx="933450" cy="323850"/>
            </a:xfrm>
            <a:prstGeom prst="roundRect">
              <a:avLst>
                <a:gd name="adj" fmla="val 17647"/>
              </a:avLst>
            </a:prstGeom>
            <a:solidFill>
              <a:schemeClr val="lt1"/>
            </a:solidFill>
            <a:ln>
              <a:noFill/>
            </a:ln>
          </p:spPr>
        </p:sp>
        <p:sp>
          <p:nvSpPr>
            <p:cNvPr id="17" name="Rectangle 17"/>
            <p:cNvSpPr/>
            <p:nvPr/>
          </p:nvSpPr>
          <p:spPr>
            <a:xfrm>
              <a:off x="2209800" y="2933700"/>
              <a:ext cx="85725" cy="95250"/>
            </a:xfrm>
            <a:prstGeom prst="roundRect">
              <a:avLst>
                <a:gd name="adj" fmla="val 22222"/>
              </a:avLst>
            </a:prstGeom>
            <a:solidFill>
              <a:schemeClr val="accent1"/>
            </a:solidFill>
            <a:ln>
              <a:noFill/>
            </a:ln>
          </p:spPr>
        </p:sp>
        <p:sp>
          <p:nvSpPr>
            <p:cNvPr id="18" name="Rectangle 18"/>
            <p:cNvSpPr/>
            <p:nvPr/>
          </p:nvSpPr>
          <p:spPr>
            <a:xfrm>
              <a:off x="2362200" y="2905125"/>
              <a:ext cx="85725" cy="123825"/>
            </a:xfrm>
            <a:prstGeom prst="roundRect">
              <a:avLst>
                <a:gd name="adj" fmla="val 22222"/>
              </a:avLst>
            </a:prstGeom>
            <a:solidFill>
              <a:schemeClr val="accent1"/>
            </a:solidFill>
            <a:ln>
              <a:noFill/>
            </a:ln>
          </p:spPr>
        </p:sp>
        <p:sp>
          <p:nvSpPr>
            <p:cNvPr id="19" name="Rectangle 19"/>
            <p:cNvSpPr/>
            <p:nvPr/>
          </p:nvSpPr>
          <p:spPr>
            <a:xfrm>
              <a:off x="2514600" y="2876550"/>
              <a:ext cx="85725" cy="152400"/>
            </a:xfrm>
            <a:prstGeom prst="roundRect">
              <a:avLst>
                <a:gd name="adj" fmla="val 22222"/>
              </a:avLst>
            </a:prstGeom>
            <a:solidFill>
              <a:schemeClr val="accent1"/>
            </a:solidFill>
            <a:ln>
              <a:noFill/>
            </a:ln>
          </p:spPr>
        </p:sp>
        <p:sp>
          <p:nvSpPr>
            <p:cNvPr id="20" name="Rectangle 20"/>
            <p:cNvSpPr/>
            <p:nvPr/>
          </p:nvSpPr>
          <p:spPr>
            <a:xfrm>
              <a:off x="2667000" y="2847975"/>
              <a:ext cx="85725" cy="180975"/>
            </a:xfrm>
            <a:prstGeom prst="roundRect">
              <a:avLst>
                <a:gd name="adj" fmla="val 22222"/>
              </a:avLst>
            </a:prstGeom>
            <a:solidFill>
              <a:schemeClr val="accent1"/>
            </a:solidFill>
            <a:ln>
              <a:noFill/>
            </a:ln>
          </p:spPr>
        </p:sp>
        <p:sp>
          <p:nvSpPr>
            <p:cNvPr id="21" name="Rectangle 21"/>
            <p:cNvSpPr/>
            <p:nvPr/>
          </p:nvSpPr>
          <p:spPr>
            <a:xfrm>
              <a:off x="2819400" y="2819400"/>
              <a:ext cx="85725" cy="209550"/>
            </a:xfrm>
            <a:prstGeom prst="roundRect">
              <a:avLst>
                <a:gd name="adj" fmla="val 22222"/>
              </a:avLst>
            </a:prstGeom>
            <a:solidFill>
              <a:schemeClr val="accent1"/>
            </a:solidFill>
            <a:ln>
              <a:noFill/>
            </a:ln>
          </p:spPr>
        </p:sp>
        <p:sp>
          <p:nvSpPr>
            <p:cNvPr id="22" name="TextBox 22"/>
            <p:cNvSpPr txBox="1"/>
            <p:nvPr>
              <p:custDataLst>
                <p:tags r:id="rId6"/>
              </p:custDataLst>
            </p:nvPr>
          </p:nvSpPr>
          <p:spPr>
            <a:xfrm>
              <a:off x="830199" y="3486150"/>
              <a:ext cx="441401"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方向</a:t>
              </a:r>
            </a:p>
          </p:txBody>
        </p:sp>
        <p:sp>
          <p:nvSpPr>
            <p:cNvPr id="23" name="Rectangle 23"/>
            <p:cNvSpPr/>
            <p:nvPr/>
          </p:nvSpPr>
          <p:spPr>
            <a:xfrm>
              <a:off x="2114550" y="3429000"/>
              <a:ext cx="933450" cy="323850"/>
            </a:xfrm>
            <a:prstGeom prst="roundRect">
              <a:avLst>
                <a:gd name="adj" fmla="val 17647"/>
              </a:avLst>
            </a:prstGeom>
            <a:solidFill>
              <a:schemeClr val="lt1"/>
            </a:solidFill>
            <a:ln>
              <a:noFill/>
            </a:ln>
          </p:spPr>
        </p:sp>
        <p:sp>
          <p:nvSpPr>
            <p:cNvPr id="24" name="Rectangle 24"/>
            <p:cNvSpPr/>
            <p:nvPr/>
          </p:nvSpPr>
          <p:spPr>
            <a:xfrm>
              <a:off x="2209800" y="3486150"/>
              <a:ext cx="85725" cy="209550"/>
            </a:xfrm>
            <a:prstGeom prst="roundRect">
              <a:avLst>
                <a:gd name="adj" fmla="val 22222"/>
              </a:avLst>
            </a:prstGeom>
            <a:solidFill>
              <a:schemeClr val="accent1"/>
            </a:solidFill>
            <a:ln>
              <a:noFill/>
            </a:ln>
          </p:spPr>
        </p:sp>
        <p:sp>
          <p:nvSpPr>
            <p:cNvPr id="25" name="Rectangle 25"/>
            <p:cNvSpPr/>
            <p:nvPr/>
          </p:nvSpPr>
          <p:spPr>
            <a:xfrm>
              <a:off x="2362200" y="3486150"/>
              <a:ext cx="85725" cy="209550"/>
            </a:xfrm>
            <a:prstGeom prst="roundRect">
              <a:avLst>
                <a:gd name="adj" fmla="val 22222"/>
              </a:avLst>
            </a:prstGeom>
            <a:solidFill>
              <a:schemeClr val="accent1"/>
            </a:solidFill>
            <a:ln>
              <a:noFill/>
            </a:ln>
          </p:spPr>
        </p:sp>
        <p:sp>
          <p:nvSpPr>
            <p:cNvPr id="26" name="Rectangle 26"/>
            <p:cNvSpPr/>
            <p:nvPr/>
          </p:nvSpPr>
          <p:spPr>
            <a:xfrm>
              <a:off x="2514600" y="3486150"/>
              <a:ext cx="85725" cy="209550"/>
            </a:xfrm>
            <a:prstGeom prst="roundRect">
              <a:avLst>
                <a:gd name="adj" fmla="val 22222"/>
              </a:avLst>
            </a:prstGeom>
            <a:solidFill>
              <a:schemeClr val="accent1"/>
            </a:solidFill>
            <a:ln>
              <a:noFill/>
            </a:ln>
          </p:spPr>
        </p:sp>
        <p:sp>
          <p:nvSpPr>
            <p:cNvPr id="27" name="Rectangle 27"/>
            <p:cNvSpPr/>
            <p:nvPr/>
          </p:nvSpPr>
          <p:spPr>
            <a:xfrm>
              <a:off x="2667000" y="3486150"/>
              <a:ext cx="85725" cy="209550"/>
            </a:xfrm>
            <a:prstGeom prst="roundRect">
              <a:avLst>
                <a:gd name="adj" fmla="val 22222"/>
              </a:avLst>
            </a:prstGeom>
            <a:solidFill>
              <a:schemeClr val="accent1"/>
            </a:solidFill>
            <a:ln>
              <a:noFill/>
            </a:ln>
          </p:spPr>
        </p:sp>
        <p:sp>
          <p:nvSpPr>
            <p:cNvPr id="28" name="Rectangle 28"/>
            <p:cNvSpPr/>
            <p:nvPr/>
          </p:nvSpPr>
          <p:spPr>
            <a:xfrm>
              <a:off x="2819400" y="3486150"/>
              <a:ext cx="85725" cy="209550"/>
            </a:xfrm>
            <a:prstGeom prst="roundRect">
              <a:avLst>
                <a:gd name="adj" fmla="val 22222"/>
              </a:avLst>
            </a:prstGeom>
            <a:solidFill>
              <a:schemeClr val="accent1"/>
            </a:solidFill>
            <a:ln>
              <a:noFill/>
            </a:ln>
          </p:spPr>
        </p:sp>
        <p:sp>
          <p:nvSpPr>
            <p:cNvPr id="29" name="Freeform 29"/>
            <p:cNvSpPr/>
            <p:nvPr/>
          </p:nvSpPr>
          <p:spPr>
            <a:xfrm>
              <a:off x="3276600" y="2076450"/>
              <a:ext cx="533400" cy="781050"/>
            </a:xfrm>
            <a:custGeom>
              <a:avLst/>
              <a:gdLst/>
              <a:ahLst/>
              <a:cxnLst/>
              <a:rect l="l" t="t" r="r" b="b"/>
              <a:pathLst>
                <a:path w="533400" h="781050">
                  <a:moveTo>
                    <a:pt x="0" y="781050"/>
                  </a:moveTo>
                  <a:lnTo>
                    <a:pt x="266700" y="781050"/>
                  </a:lnTo>
                  <a:lnTo>
                    <a:pt x="266700" y="0"/>
                  </a:lnTo>
                  <a:lnTo>
                    <a:pt x="533400" y="0"/>
                  </a:lnTo>
                </a:path>
              </a:pathLst>
            </a:custGeom>
            <a:noFill/>
            <a:ln w="23812">
              <a:solidFill>
                <a:schemeClr val="accent1"/>
              </a:solidFill>
              <a:round/>
            </a:ln>
          </p:spPr>
        </p:sp>
        <p:sp>
          <p:nvSpPr>
            <p:cNvPr id="30" name="Freeform 30"/>
            <p:cNvSpPr/>
            <p:nvPr/>
          </p:nvSpPr>
          <p:spPr>
            <a:xfrm>
              <a:off x="3733800" y="20193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31" name="Freeform 31"/>
            <p:cNvSpPr/>
            <p:nvPr/>
          </p:nvSpPr>
          <p:spPr>
            <a:xfrm>
              <a:off x="3543300" y="2857500"/>
              <a:ext cx="266700" cy="790575"/>
            </a:xfrm>
            <a:custGeom>
              <a:avLst/>
              <a:gdLst/>
              <a:ahLst/>
              <a:cxnLst/>
              <a:rect l="l" t="t" r="r" b="b"/>
              <a:pathLst>
                <a:path w="266700" h="790575">
                  <a:moveTo>
                    <a:pt x="0" y="0"/>
                  </a:moveTo>
                  <a:lnTo>
                    <a:pt x="0" y="790575"/>
                  </a:lnTo>
                  <a:lnTo>
                    <a:pt x="266700" y="790575"/>
                  </a:lnTo>
                </a:path>
              </a:pathLst>
            </a:custGeom>
            <a:noFill/>
            <a:ln w="23812">
              <a:solidFill>
                <a:schemeClr val="accent1"/>
              </a:solidFill>
              <a:round/>
            </a:ln>
          </p:spPr>
        </p:sp>
        <p:sp>
          <p:nvSpPr>
            <p:cNvPr id="32" name="Freeform 32"/>
            <p:cNvSpPr/>
            <p:nvPr/>
          </p:nvSpPr>
          <p:spPr>
            <a:xfrm>
              <a:off x="3733800" y="3590925"/>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33" name="Rectangle 33"/>
            <p:cNvSpPr/>
            <p:nvPr/>
          </p:nvSpPr>
          <p:spPr>
            <a:xfrm>
              <a:off x="3810000" y="1428750"/>
              <a:ext cx="3429000" cy="1276350"/>
            </a:xfrm>
            <a:prstGeom prst="roundRect">
              <a:avLst>
                <a:gd name="adj" fmla="val 10448"/>
              </a:avLst>
            </a:prstGeom>
            <a:solidFill>
              <a:schemeClr val="lt1"/>
            </a:solidFill>
            <a:ln w="9525">
              <a:solidFill>
                <a:srgbClr val="DCE3EC"/>
              </a:solidFill>
            </a:ln>
          </p:spPr>
        </p:sp>
        <p:sp>
          <p:nvSpPr>
            <p:cNvPr id="34" name="Rectangle 34"/>
            <p:cNvSpPr/>
            <p:nvPr/>
          </p:nvSpPr>
          <p:spPr>
            <a:xfrm>
              <a:off x="3810000" y="1657350"/>
              <a:ext cx="38100" cy="819150"/>
            </a:xfrm>
            <a:prstGeom prst="roundRect">
              <a:avLst>
                <a:gd name="adj" fmla="val 50000"/>
              </a:avLst>
            </a:prstGeom>
            <a:solidFill>
              <a:schemeClr val="accent1"/>
            </a:solidFill>
            <a:ln>
              <a:noFill/>
            </a:ln>
          </p:spPr>
        </p:sp>
        <p:grpSp>
          <p:nvGrpSpPr>
            <p:cNvPr id="38" name="Group 38"/>
            <p:cNvGrpSpPr/>
            <p:nvPr/>
          </p:nvGrpSpPr>
          <p:grpSpPr>
            <a:xfrm>
              <a:off x="4117181" y="1783556"/>
              <a:ext cx="566738" cy="566738"/>
              <a:chOff x="4117181" y="1783556"/>
              <a:chExt cx="566738" cy="566738"/>
            </a:xfrm>
          </p:grpSpPr>
          <p:sp>
            <p:nvSpPr>
              <p:cNvPr id="35" name="Rectangle 35"/>
              <p:cNvSpPr/>
              <p:nvPr/>
            </p:nvSpPr>
            <p:spPr>
              <a:xfrm>
                <a:off x="4198144" y="1864519"/>
                <a:ext cx="404812" cy="404812"/>
              </a:xfrm>
              <a:prstGeom prst="roundRect">
                <a:avLst>
                  <a:gd name="adj" fmla="val 12500"/>
                </a:avLst>
              </a:prstGeom>
              <a:solidFill>
                <a:schemeClr val="lt1"/>
              </a:solidFill>
              <a:ln w="30361" cap="rnd">
                <a:solidFill>
                  <a:schemeClr val="accent1"/>
                </a:solidFill>
                <a:round/>
              </a:ln>
            </p:spPr>
          </p:sp>
          <p:sp>
            <p:nvSpPr>
              <p:cNvPr id="36" name="Rectangle 36"/>
              <p:cNvSpPr/>
              <p:nvPr/>
            </p:nvSpPr>
            <p:spPr>
              <a:xfrm>
                <a:off x="4309467" y="1975842"/>
                <a:ext cx="182166" cy="182166"/>
              </a:xfrm>
              <a:prstGeom prst="roundRect">
                <a:avLst>
                  <a:gd name="adj" fmla="val 16667"/>
                </a:avLst>
              </a:prstGeom>
              <a:solidFill>
                <a:schemeClr val="lt2"/>
              </a:solidFill>
              <a:ln w="30361" cap="rnd">
                <a:solidFill>
                  <a:schemeClr val="accent1"/>
                </a:solidFill>
                <a:round/>
              </a:ln>
            </p:spPr>
          </p:sp>
          <p:sp>
            <p:nvSpPr>
              <p:cNvPr id="37" name="Freeform 37"/>
              <p:cNvSpPr/>
              <p:nvPr/>
            </p:nvSpPr>
            <p:spPr>
              <a:xfrm>
                <a:off x="4117181" y="1783556"/>
                <a:ext cx="566738" cy="566738"/>
              </a:xfrm>
              <a:custGeom>
                <a:avLst/>
                <a:gdLst/>
                <a:ahLst/>
                <a:cxnLst/>
                <a:rect l="l" t="t" r="r" b="b"/>
                <a:pathLst>
                  <a:path w="566738" h="566738">
                    <a:moveTo>
                      <a:pt x="172045" y="0"/>
                    </a:moveTo>
                    <a:lnTo>
                      <a:pt x="172045" y="80962"/>
                    </a:lnTo>
                    <a:moveTo>
                      <a:pt x="283369" y="0"/>
                    </a:moveTo>
                    <a:lnTo>
                      <a:pt x="283369" y="80962"/>
                    </a:lnTo>
                    <a:moveTo>
                      <a:pt x="394692" y="0"/>
                    </a:moveTo>
                    <a:lnTo>
                      <a:pt x="394692" y="80962"/>
                    </a:lnTo>
                    <a:moveTo>
                      <a:pt x="172045" y="485775"/>
                    </a:moveTo>
                    <a:lnTo>
                      <a:pt x="172045" y="566738"/>
                    </a:lnTo>
                    <a:moveTo>
                      <a:pt x="283369" y="485775"/>
                    </a:moveTo>
                    <a:lnTo>
                      <a:pt x="283369" y="566738"/>
                    </a:lnTo>
                    <a:moveTo>
                      <a:pt x="394692" y="485775"/>
                    </a:moveTo>
                    <a:lnTo>
                      <a:pt x="394692" y="566738"/>
                    </a:lnTo>
                    <a:moveTo>
                      <a:pt x="0" y="172045"/>
                    </a:moveTo>
                    <a:lnTo>
                      <a:pt x="80962" y="172045"/>
                    </a:lnTo>
                    <a:moveTo>
                      <a:pt x="0" y="283369"/>
                    </a:moveTo>
                    <a:lnTo>
                      <a:pt x="80962" y="283369"/>
                    </a:lnTo>
                    <a:moveTo>
                      <a:pt x="0" y="394692"/>
                    </a:moveTo>
                    <a:lnTo>
                      <a:pt x="80962" y="394692"/>
                    </a:lnTo>
                    <a:moveTo>
                      <a:pt x="485775" y="172045"/>
                    </a:moveTo>
                    <a:lnTo>
                      <a:pt x="566738" y="172045"/>
                    </a:lnTo>
                    <a:moveTo>
                      <a:pt x="485775" y="283369"/>
                    </a:moveTo>
                    <a:lnTo>
                      <a:pt x="566738" y="283369"/>
                    </a:lnTo>
                    <a:moveTo>
                      <a:pt x="485775" y="394692"/>
                    </a:moveTo>
                    <a:lnTo>
                      <a:pt x="566738" y="394692"/>
                    </a:lnTo>
                  </a:path>
                </a:pathLst>
              </a:custGeom>
              <a:noFill/>
              <a:ln w="30361" cap="rnd">
                <a:solidFill>
                  <a:schemeClr val="accent1"/>
                </a:solidFill>
                <a:round/>
              </a:ln>
            </p:spPr>
          </p:sp>
        </p:grpSp>
        <p:sp>
          <p:nvSpPr>
            <p:cNvPr id="39" name="TextBox 39"/>
            <p:cNvSpPr txBox="1"/>
            <p:nvPr>
              <p:custDataLst>
                <p:tags r:id="rId7"/>
              </p:custDataLst>
            </p:nvPr>
          </p:nvSpPr>
          <p:spPr>
            <a:xfrm>
              <a:off x="4942332" y="1670050"/>
              <a:ext cx="860097"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Segoe UI"/>
                  <a:ea typeface="Microsoft JhengHei"/>
                  <a:cs typeface="Segoe UI"/>
                </a:rPr>
                <a:t>CTBM</a:t>
              </a:r>
            </a:p>
          </p:txBody>
        </p:sp>
        <p:sp>
          <p:nvSpPr>
            <p:cNvPr id="40" name="TextBox 40"/>
            <p:cNvSpPr txBox="1"/>
            <p:nvPr>
              <p:custDataLst>
                <p:tags r:id="rId8"/>
              </p:custDataLst>
            </p:nvPr>
          </p:nvSpPr>
          <p:spPr>
            <a:xfrm>
              <a:off x="4946142" y="2063750"/>
              <a:ext cx="1382050" cy="264033"/>
            </a:xfrm>
            <a:prstGeom prst="rect">
              <a:avLst/>
            </a:prstGeom>
            <a:noFill/>
            <a:ln>
              <a:noFill/>
            </a:ln>
          </p:spPr>
          <p:txBody>
            <a:bodyPr wrap="none" lIns="0" tIns="0" rIns="0" bIns="0" anchor="t" anchorCtr="0">
              <a:spAutoFit/>
            </a:bodyPr>
            <a:lstStyle/>
            <a:p>
              <a:pPr algn="l"/>
              <a:r>
                <a:rPr lang="zh-TW" sz="1350" dirty="0">
                  <a:solidFill>
                    <a:schemeClr val="dk1"/>
                  </a:solidFill>
                  <a:latin typeface="Segoe UI"/>
                  <a:ea typeface="Microsoft JhengHei"/>
                  <a:cs typeface="Segoe UI"/>
                </a:rPr>
                <a:t>內容 · 時序 · 方向</a:t>
              </a:r>
            </a:p>
          </p:txBody>
        </p:sp>
        <p:sp>
          <p:nvSpPr>
            <p:cNvPr id="41" name="TextBox 41"/>
            <p:cNvSpPr txBox="1"/>
            <p:nvPr>
              <p:custDataLst>
                <p:tags r:id="rId9"/>
              </p:custDataLst>
            </p:nvPr>
          </p:nvSpPr>
          <p:spPr>
            <a:xfrm>
              <a:off x="4947285" y="2336800"/>
              <a:ext cx="1368400"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讀取流量的時序關係</a:t>
              </a:r>
            </a:p>
          </p:txBody>
        </p:sp>
        <p:sp>
          <p:nvSpPr>
            <p:cNvPr id="42" name="Rectangle 42"/>
            <p:cNvSpPr/>
            <p:nvPr/>
          </p:nvSpPr>
          <p:spPr>
            <a:xfrm>
              <a:off x="6096000" y="1714500"/>
              <a:ext cx="1028700" cy="266700"/>
            </a:xfrm>
            <a:prstGeom prst="roundRect">
              <a:avLst>
                <a:gd name="adj" fmla="val 50000"/>
              </a:avLst>
            </a:prstGeom>
            <a:solidFill>
              <a:srgbClr val="E2F3F0"/>
            </a:solidFill>
            <a:ln>
              <a:noFill/>
            </a:ln>
          </p:spPr>
        </p:sp>
        <p:sp>
          <p:nvSpPr>
            <p:cNvPr id="43" name="TextBox 43"/>
            <p:cNvSpPr txBox="1"/>
            <p:nvPr>
              <p:custDataLst>
                <p:tags r:id="rId10"/>
              </p:custDataLst>
            </p:nvPr>
          </p:nvSpPr>
          <p:spPr>
            <a:xfrm>
              <a:off x="6233382" y="1768475"/>
              <a:ext cx="717423" cy="205359"/>
            </a:xfrm>
            <a:prstGeom prst="rect">
              <a:avLst/>
            </a:prstGeom>
            <a:noFill/>
            <a:ln>
              <a:noFill/>
            </a:ln>
          </p:spPr>
          <p:txBody>
            <a:bodyPr wrap="none" lIns="0" tIns="0" rIns="0" bIns="0" anchor="t" anchorCtr="0">
              <a:spAutoFit/>
            </a:bodyPr>
            <a:lstStyle/>
            <a:p>
              <a:pPr algn="ctr"/>
              <a:r>
                <a:rPr lang="zh-TW" sz="1050" b="1" dirty="0">
                  <a:solidFill>
                    <a:schemeClr val="accent3"/>
                  </a:solidFill>
                  <a:latin typeface="Segoe UI"/>
                  <a:ea typeface="Microsoft JhengHei"/>
                  <a:cs typeface="Segoe UI"/>
                </a:rPr>
                <a:t>本團隊設計</a:t>
              </a:r>
            </a:p>
          </p:txBody>
        </p:sp>
        <p:sp>
          <p:nvSpPr>
            <p:cNvPr id="44" name="Rectangle 44"/>
            <p:cNvSpPr/>
            <p:nvPr/>
          </p:nvSpPr>
          <p:spPr>
            <a:xfrm>
              <a:off x="3810000" y="3009900"/>
              <a:ext cx="3429000" cy="1276350"/>
            </a:xfrm>
            <a:prstGeom prst="roundRect">
              <a:avLst>
                <a:gd name="adj" fmla="val 10448"/>
              </a:avLst>
            </a:prstGeom>
            <a:solidFill>
              <a:schemeClr val="lt1"/>
            </a:solidFill>
            <a:ln w="9525">
              <a:solidFill>
                <a:srgbClr val="DCE3EC"/>
              </a:solidFill>
            </a:ln>
          </p:spPr>
        </p:sp>
        <p:sp>
          <p:nvSpPr>
            <p:cNvPr id="45" name="Rectangle 45"/>
            <p:cNvSpPr/>
            <p:nvPr/>
          </p:nvSpPr>
          <p:spPr>
            <a:xfrm>
              <a:off x="3810000" y="3238500"/>
              <a:ext cx="38100" cy="819150"/>
            </a:xfrm>
            <a:prstGeom prst="roundRect">
              <a:avLst>
                <a:gd name="adj" fmla="val 50000"/>
              </a:avLst>
            </a:prstGeom>
            <a:solidFill>
              <a:schemeClr val="accent1"/>
            </a:solidFill>
            <a:ln>
              <a:noFill/>
            </a:ln>
          </p:spPr>
        </p:sp>
        <p:grpSp>
          <p:nvGrpSpPr>
            <p:cNvPr id="49" name="Group 49"/>
            <p:cNvGrpSpPr/>
            <p:nvPr/>
          </p:nvGrpSpPr>
          <p:grpSpPr>
            <a:xfrm>
              <a:off x="4127302" y="3476030"/>
              <a:ext cx="546496" cy="364331"/>
              <a:chOff x="4127302" y="3476030"/>
              <a:chExt cx="546496" cy="364331"/>
            </a:xfrm>
          </p:grpSpPr>
          <p:sp>
            <p:nvSpPr>
              <p:cNvPr id="46" name="Rectangle 46"/>
              <p:cNvSpPr/>
              <p:nvPr/>
            </p:nvSpPr>
            <p:spPr>
              <a:xfrm>
                <a:off x="4127302" y="3476030"/>
                <a:ext cx="546497" cy="364331"/>
              </a:xfrm>
              <a:prstGeom prst="roundRect">
                <a:avLst>
                  <a:gd name="adj" fmla="val 13889"/>
                </a:avLst>
              </a:prstGeom>
              <a:solidFill>
                <a:schemeClr val="lt1"/>
              </a:solidFill>
              <a:ln w="25301">
                <a:solidFill>
                  <a:schemeClr val="accent1"/>
                </a:solidFill>
              </a:ln>
            </p:spPr>
          </p:sp>
          <p:sp>
            <p:nvSpPr>
              <p:cNvPr id="47" name="Line 47"/>
              <p:cNvSpPr/>
              <p:nvPr/>
            </p:nvSpPr>
            <p:spPr>
              <a:xfrm>
                <a:off x="4127302" y="3476030"/>
                <a:ext cx="273248" cy="202406"/>
              </a:xfrm>
              <a:custGeom>
                <a:avLst/>
                <a:gdLst/>
                <a:ahLst/>
                <a:cxnLst/>
                <a:rect l="l" t="t" r="r" b="b"/>
                <a:pathLst>
                  <a:path w="273248" h="202406">
                    <a:moveTo>
                      <a:pt x="0" y="0"/>
                    </a:moveTo>
                    <a:lnTo>
                      <a:pt x="273248" y="202406"/>
                    </a:lnTo>
                  </a:path>
                </a:pathLst>
              </a:custGeom>
              <a:noFill/>
              <a:ln w="25301" cap="rnd">
                <a:solidFill>
                  <a:schemeClr val="accent1"/>
                </a:solidFill>
              </a:ln>
            </p:spPr>
          </p:sp>
          <p:sp>
            <p:nvSpPr>
              <p:cNvPr id="48" name="Line 48"/>
              <p:cNvSpPr/>
              <p:nvPr/>
            </p:nvSpPr>
            <p:spPr>
              <a:xfrm>
                <a:off x="4400550" y="3476030"/>
                <a:ext cx="273248" cy="202406"/>
              </a:xfrm>
              <a:custGeom>
                <a:avLst/>
                <a:gdLst/>
                <a:ahLst/>
                <a:cxnLst/>
                <a:rect l="l" t="t" r="r" b="b"/>
                <a:pathLst>
                  <a:path w="273248" h="202406">
                    <a:moveTo>
                      <a:pt x="0" y="202406"/>
                    </a:moveTo>
                    <a:lnTo>
                      <a:pt x="273248" y="0"/>
                    </a:lnTo>
                  </a:path>
                </a:pathLst>
              </a:custGeom>
              <a:noFill/>
              <a:ln w="25301" cap="rnd">
                <a:solidFill>
                  <a:schemeClr val="accent1"/>
                </a:solidFill>
              </a:ln>
            </p:spPr>
          </p:sp>
        </p:grpSp>
        <p:sp>
          <p:nvSpPr>
            <p:cNvPr id="50" name="TextBox 50"/>
            <p:cNvSpPr txBox="1"/>
            <p:nvPr>
              <p:custDataLst>
                <p:tags r:id="rId11"/>
              </p:custDataLst>
            </p:nvPr>
          </p:nvSpPr>
          <p:spPr>
            <a:xfrm>
              <a:off x="4942332" y="3251200"/>
              <a:ext cx="1054673"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Segoe UI"/>
                  <a:ea typeface="Microsoft JhengHei"/>
                  <a:cs typeface="Segoe UI"/>
                </a:rPr>
                <a:t>PBCNN</a:t>
              </a:r>
            </a:p>
          </p:txBody>
        </p:sp>
        <p:sp>
          <p:nvSpPr>
            <p:cNvPr id="51" name="TextBox 51"/>
            <p:cNvSpPr txBox="1"/>
            <p:nvPr>
              <p:custDataLst>
                <p:tags r:id="rId12"/>
              </p:custDataLst>
            </p:nvPr>
          </p:nvSpPr>
          <p:spPr>
            <a:xfrm>
              <a:off x="4946142" y="3644900"/>
              <a:ext cx="1285875" cy="264033"/>
            </a:xfrm>
            <a:prstGeom prst="rect">
              <a:avLst/>
            </a:prstGeom>
            <a:noFill/>
            <a:ln>
              <a:noFill/>
            </a:ln>
          </p:spPr>
          <p:txBody>
            <a:bodyPr wrap="none" lIns="0" tIns="0" rIns="0" bIns="0" anchor="t" anchorCtr="0">
              <a:spAutoFit/>
            </a:bodyPr>
            <a:lstStyle/>
            <a:p>
              <a:pPr algn="l"/>
              <a:r>
                <a:rPr lang="zh-TW" sz="1350" dirty="0">
                  <a:solidFill>
                    <a:schemeClr val="dk1"/>
                  </a:solidFill>
                  <a:latin typeface="Segoe UI"/>
                  <a:ea typeface="Microsoft JhengHei"/>
                  <a:cs typeface="Segoe UI"/>
                </a:rPr>
                <a:t>短窗位元組模式</a:t>
              </a:r>
            </a:p>
          </p:txBody>
        </p:sp>
        <p:sp>
          <p:nvSpPr>
            <p:cNvPr id="52" name="TextBox 52"/>
            <p:cNvSpPr txBox="1"/>
            <p:nvPr>
              <p:custDataLst>
                <p:tags r:id="rId13"/>
              </p:custDataLst>
            </p:nvPr>
          </p:nvSpPr>
          <p:spPr>
            <a:xfrm>
              <a:off x="4947285" y="3917950"/>
              <a:ext cx="1217625"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補充局部內容特徵</a:t>
              </a:r>
            </a:p>
          </p:txBody>
        </p:sp>
        <p:sp>
          <p:nvSpPr>
            <p:cNvPr id="53" name="Rectangle 53"/>
            <p:cNvSpPr/>
            <p:nvPr/>
          </p:nvSpPr>
          <p:spPr>
            <a:xfrm>
              <a:off x="6096000" y="3295650"/>
              <a:ext cx="1028700" cy="266700"/>
            </a:xfrm>
            <a:prstGeom prst="roundRect">
              <a:avLst>
                <a:gd name="adj" fmla="val 50000"/>
              </a:avLst>
            </a:prstGeom>
            <a:solidFill>
              <a:schemeClr val="lt2"/>
            </a:solidFill>
            <a:ln>
              <a:noFill/>
            </a:ln>
          </p:spPr>
        </p:sp>
        <p:sp>
          <p:nvSpPr>
            <p:cNvPr id="54" name="TextBox 54"/>
            <p:cNvSpPr txBox="1"/>
            <p:nvPr>
              <p:custDataLst>
                <p:tags r:id="rId14"/>
              </p:custDataLst>
            </p:nvPr>
          </p:nvSpPr>
          <p:spPr>
            <a:xfrm>
              <a:off x="6162707" y="3349625"/>
              <a:ext cx="858774" cy="205359"/>
            </a:xfrm>
            <a:prstGeom prst="rect">
              <a:avLst/>
            </a:prstGeom>
            <a:noFill/>
            <a:ln>
              <a:noFill/>
            </a:ln>
          </p:spPr>
          <p:txBody>
            <a:bodyPr wrap="none" lIns="0" tIns="0" rIns="0" bIns="0" anchor="t" anchorCtr="0">
              <a:spAutoFit/>
            </a:bodyPr>
            <a:lstStyle/>
            <a:p>
              <a:pPr algn="ctr"/>
              <a:r>
                <a:rPr lang="zh-TW" sz="1050" b="1" dirty="0">
                  <a:solidFill>
                    <a:srgbClr val="52637A"/>
                  </a:solidFill>
                  <a:latin typeface="Segoe UI"/>
                  <a:ea typeface="Microsoft JhengHei"/>
                  <a:cs typeface="Segoe UI"/>
                </a:rPr>
                <a:t>引用既有模型</a:t>
              </a:r>
            </a:p>
          </p:txBody>
        </p:sp>
        <p:sp>
          <p:nvSpPr>
            <p:cNvPr id="55" name="Freeform 55"/>
            <p:cNvSpPr/>
            <p:nvPr/>
          </p:nvSpPr>
          <p:spPr>
            <a:xfrm>
              <a:off x="7239000" y="2076450"/>
              <a:ext cx="571500" cy="781050"/>
            </a:xfrm>
            <a:custGeom>
              <a:avLst/>
              <a:gdLst/>
              <a:ahLst/>
              <a:cxnLst/>
              <a:rect l="l" t="t" r="r" b="b"/>
              <a:pathLst>
                <a:path w="571500" h="781050">
                  <a:moveTo>
                    <a:pt x="0" y="0"/>
                  </a:moveTo>
                  <a:lnTo>
                    <a:pt x="285750" y="0"/>
                  </a:lnTo>
                  <a:lnTo>
                    <a:pt x="285750" y="781050"/>
                  </a:lnTo>
                  <a:lnTo>
                    <a:pt x="571500" y="781050"/>
                  </a:lnTo>
                </a:path>
              </a:pathLst>
            </a:custGeom>
            <a:noFill/>
            <a:ln w="23812">
              <a:solidFill>
                <a:schemeClr val="accent1"/>
              </a:solidFill>
              <a:round/>
            </a:ln>
          </p:spPr>
        </p:sp>
        <p:sp>
          <p:nvSpPr>
            <p:cNvPr id="56" name="Freeform 56"/>
            <p:cNvSpPr/>
            <p:nvPr/>
          </p:nvSpPr>
          <p:spPr>
            <a:xfrm>
              <a:off x="7734300" y="280035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57" name="Freeform 57"/>
            <p:cNvSpPr/>
            <p:nvPr/>
          </p:nvSpPr>
          <p:spPr>
            <a:xfrm>
              <a:off x="7239000" y="2857500"/>
              <a:ext cx="285750" cy="790575"/>
            </a:xfrm>
            <a:custGeom>
              <a:avLst/>
              <a:gdLst/>
              <a:ahLst/>
              <a:cxnLst/>
              <a:rect l="l" t="t" r="r" b="b"/>
              <a:pathLst>
                <a:path w="285750" h="790575">
                  <a:moveTo>
                    <a:pt x="0" y="790575"/>
                  </a:moveTo>
                  <a:lnTo>
                    <a:pt x="285750" y="790575"/>
                  </a:lnTo>
                  <a:lnTo>
                    <a:pt x="285750" y="0"/>
                  </a:lnTo>
                </a:path>
              </a:pathLst>
            </a:custGeom>
            <a:noFill/>
            <a:ln w="23812">
              <a:solidFill>
                <a:schemeClr val="accent1"/>
              </a:solidFill>
              <a:round/>
            </a:ln>
          </p:spPr>
        </p:sp>
        <p:sp>
          <p:nvSpPr>
            <p:cNvPr id="58" name="Freeform 58"/>
            <p:cNvSpPr/>
            <p:nvPr/>
          </p:nvSpPr>
          <p:spPr>
            <a:xfrm>
              <a:off x="7467600" y="2857500"/>
              <a:ext cx="114300" cy="76200"/>
            </a:xfrm>
            <a:custGeom>
              <a:avLst/>
              <a:gdLst/>
              <a:ahLst/>
              <a:cxnLst/>
              <a:rect l="l" t="t" r="r" b="b"/>
              <a:pathLst>
                <a:path w="114300" h="76200">
                  <a:moveTo>
                    <a:pt x="0" y="76200"/>
                  </a:moveTo>
                  <a:lnTo>
                    <a:pt x="57150" y="0"/>
                  </a:lnTo>
                  <a:lnTo>
                    <a:pt x="114300" y="76200"/>
                  </a:lnTo>
                </a:path>
              </a:pathLst>
            </a:custGeom>
            <a:noFill/>
            <a:ln w="23812" cap="rnd">
              <a:solidFill>
                <a:schemeClr val="accent1"/>
              </a:solidFill>
              <a:round/>
            </a:ln>
          </p:spPr>
        </p:sp>
        <p:sp>
          <p:nvSpPr>
            <p:cNvPr id="59" name="Rectangle 59"/>
            <p:cNvSpPr/>
            <p:nvPr/>
          </p:nvSpPr>
          <p:spPr>
            <a:xfrm>
              <a:off x="7810500" y="1866900"/>
              <a:ext cx="3771900" cy="1981200"/>
            </a:xfrm>
            <a:prstGeom prst="roundRect">
              <a:avLst>
                <a:gd name="adj" fmla="val 7692"/>
              </a:avLst>
            </a:prstGeom>
            <a:solidFill>
              <a:srgbClr val="E2F3F0"/>
            </a:solidFill>
            <a:ln>
              <a:noFill/>
            </a:ln>
          </p:spPr>
        </p:sp>
        <p:sp>
          <p:nvSpPr>
            <p:cNvPr id="60" name="TextBox 60"/>
            <p:cNvSpPr txBox="1"/>
            <p:nvPr>
              <p:custDataLst>
                <p:tags r:id="rId15"/>
              </p:custDataLst>
            </p:nvPr>
          </p:nvSpPr>
          <p:spPr>
            <a:xfrm>
              <a:off x="8084820" y="2101850"/>
              <a:ext cx="2336064" cy="440055"/>
            </a:xfrm>
            <a:prstGeom prst="rect">
              <a:avLst/>
            </a:prstGeom>
            <a:noFill/>
            <a:ln>
              <a:noFill/>
            </a:ln>
          </p:spPr>
          <p:txBody>
            <a:bodyPr wrap="none" lIns="0" tIns="0" rIns="0" bIns="0" anchor="t" anchorCtr="0">
              <a:spAutoFit/>
            </a:bodyPr>
            <a:lstStyle/>
            <a:p>
              <a:pPr algn="l"/>
              <a:r>
                <a:rPr lang="zh-TW" sz="2250" b="1" dirty="0">
                  <a:solidFill>
                    <a:schemeClr val="accent3"/>
                  </a:solidFill>
                  <a:latin typeface="Segoe UI"/>
                  <a:ea typeface="Microsoft JhengHei"/>
                  <a:cs typeface="Segoe UI"/>
                </a:rPr>
                <a:t>校準＋</a:t>
              </a:r>
              <a:r>
                <a:rPr lang="en-US" sz="2250" b="1" dirty="0">
                  <a:solidFill>
                    <a:schemeClr val="accent3"/>
                  </a:solidFill>
                  <a:latin typeface="Segoe UI"/>
                  <a:ea typeface="Microsoft JhengHei"/>
                  <a:cs typeface="Segoe UI"/>
                </a:rPr>
                <a:t>OOF Gate</a:t>
              </a:r>
            </a:p>
          </p:txBody>
        </p:sp>
        <p:sp>
          <p:nvSpPr>
            <p:cNvPr id="61" name="TextBox 61"/>
            <p:cNvSpPr txBox="1"/>
            <p:nvPr>
              <p:custDataLst>
                <p:tags r:id="rId16"/>
              </p:custDataLst>
            </p:nvPr>
          </p:nvSpPr>
          <p:spPr>
            <a:xfrm>
              <a:off x="8088249" y="2590800"/>
              <a:ext cx="1504899" cy="308991"/>
            </a:xfrm>
            <a:prstGeom prst="rect">
              <a:avLst/>
            </a:prstGeom>
            <a:noFill/>
            <a:ln>
              <a:noFill/>
            </a:ln>
          </p:spPr>
          <p:txBody>
            <a:bodyPr wrap="none" lIns="0" tIns="0" rIns="0" bIns="0" anchor="t" anchorCtr="0">
              <a:spAutoFit/>
            </a:bodyPr>
            <a:lstStyle/>
            <a:p>
              <a:pPr algn="l"/>
              <a:r>
                <a:rPr lang="zh-TW" sz="1580" dirty="0">
                  <a:solidFill>
                    <a:schemeClr val="dk1"/>
                  </a:solidFill>
                  <a:latin typeface="Segoe UI"/>
                  <a:ea typeface="Microsoft JhengHei"/>
                  <a:cs typeface="Segoe UI"/>
                </a:rPr>
                <a:t>依事件證據融合</a:t>
              </a:r>
            </a:p>
          </p:txBody>
        </p:sp>
        <p:sp>
          <p:nvSpPr>
            <p:cNvPr id="62" name="TextBox 62"/>
            <p:cNvSpPr txBox="1"/>
            <p:nvPr>
              <p:custDataLst>
                <p:tags r:id="rId17"/>
              </p:custDataLst>
            </p:nvPr>
          </p:nvSpPr>
          <p:spPr>
            <a:xfrm>
              <a:off x="8089392" y="2959100"/>
              <a:ext cx="2696990"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形成同一次正式判定 · 本團隊設計</a:t>
              </a:r>
            </a:p>
          </p:txBody>
        </p:sp>
        <p:sp>
          <p:nvSpPr>
            <p:cNvPr id="63" name="TextBox 63"/>
            <p:cNvSpPr txBox="1"/>
            <p:nvPr>
              <p:custDataLst>
                <p:tags r:id="rId18"/>
              </p:custDataLst>
            </p:nvPr>
          </p:nvSpPr>
          <p:spPr>
            <a:xfrm>
              <a:off x="8089392" y="3435350"/>
              <a:ext cx="153185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Segoe UI"/>
                  <a:ea typeface="Microsoft JhengHei"/>
                  <a:cs typeface="Segoe UI"/>
                </a:rPr>
                <a:t>Macro-F1 93.05%</a:t>
              </a:r>
            </a:p>
          </p:txBody>
        </p:sp>
        <p:sp>
          <p:nvSpPr>
            <p:cNvPr id="64" name="TextBox 64"/>
            <p:cNvSpPr txBox="1"/>
            <p:nvPr>
              <p:custDataLst>
                <p:tags r:id="rId19"/>
              </p:custDataLst>
            </p:nvPr>
          </p:nvSpPr>
          <p:spPr>
            <a:xfrm>
              <a:off x="9614535" y="3460750"/>
              <a:ext cx="708912"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見第 07 頁</a:t>
              </a:r>
            </a:p>
          </p:txBody>
        </p:sp>
        <p:sp>
          <p:nvSpPr>
            <p:cNvPr id="65" name="Freeform 65"/>
            <p:cNvSpPr/>
            <p:nvPr/>
          </p:nvSpPr>
          <p:spPr>
            <a:xfrm>
              <a:off x="9696450" y="3848100"/>
              <a:ext cx="9525" cy="781050"/>
            </a:xfrm>
            <a:custGeom>
              <a:avLst/>
              <a:gdLst/>
              <a:ahLst/>
              <a:cxnLst/>
              <a:rect l="l" t="t" r="r" b="b"/>
              <a:pathLst>
                <a:path w="9525" h="781050">
                  <a:moveTo>
                    <a:pt x="0" y="0"/>
                  </a:moveTo>
                  <a:lnTo>
                    <a:pt x="0" y="781050"/>
                  </a:lnTo>
                </a:path>
              </a:pathLst>
            </a:custGeom>
            <a:noFill/>
            <a:ln w="23812">
              <a:solidFill>
                <a:schemeClr val="accent1"/>
              </a:solidFill>
              <a:round/>
            </a:ln>
          </p:spPr>
        </p:sp>
        <p:sp>
          <p:nvSpPr>
            <p:cNvPr id="66" name="Freeform 66"/>
            <p:cNvSpPr/>
            <p:nvPr/>
          </p:nvSpPr>
          <p:spPr>
            <a:xfrm>
              <a:off x="9639300" y="45529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67" name="Rectangle 67"/>
            <p:cNvSpPr/>
            <p:nvPr/>
          </p:nvSpPr>
          <p:spPr>
            <a:xfrm>
              <a:off x="609600" y="4648200"/>
              <a:ext cx="10972800" cy="685800"/>
            </a:xfrm>
            <a:prstGeom prst="roundRect">
              <a:avLst>
                <a:gd name="adj" fmla="val 19444"/>
              </a:avLst>
            </a:prstGeom>
            <a:solidFill>
              <a:schemeClr val="accent5"/>
            </a:solidFill>
            <a:ln>
              <a:noFill/>
            </a:ln>
          </p:spPr>
        </p:sp>
        <p:sp>
          <p:nvSpPr>
            <p:cNvPr id="68" name="TextBox 68"/>
            <p:cNvSpPr txBox="1"/>
            <p:nvPr>
              <p:custDataLst>
                <p:tags r:id="rId20"/>
              </p:custDataLst>
            </p:nvPr>
          </p:nvSpPr>
          <p:spPr>
            <a:xfrm>
              <a:off x="3431417" y="4864100"/>
              <a:ext cx="5272016" cy="322707"/>
            </a:xfrm>
            <a:prstGeom prst="rect">
              <a:avLst/>
            </a:prstGeom>
            <a:noFill/>
            <a:ln>
              <a:noFill/>
            </a:ln>
          </p:spPr>
          <p:txBody>
            <a:bodyPr wrap="none" lIns="0" tIns="0" rIns="0" bIns="0" anchor="t" anchorCtr="0">
              <a:spAutoFit/>
            </a:bodyPr>
            <a:lstStyle/>
            <a:p>
              <a:pPr algn="ctr"/>
              <a:r>
                <a:rPr lang="zh-TW" sz="1650" b="1" dirty="0">
                  <a:solidFill>
                    <a:srgbClr val="FFFFFF"/>
                  </a:solidFill>
                  <a:latin typeface="Segoe UI"/>
                  <a:ea typeface="Microsoft JhengHei"/>
                  <a:cs typeface="Segoe UI"/>
                </a:rPr>
                <a:t>17 類判定 ＋ 校準信心 ＋ 模型表徵 → 後段檢索與稽核</a:t>
              </a:r>
            </a:p>
          </p:txBody>
        </p:sp>
        <p:sp>
          <p:nvSpPr>
            <p:cNvPr id="69" name="TextBox 69"/>
            <p:cNvSpPr txBox="1"/>
            <p:nvPr>
              <p:custDataLst>
                <p:tags r:id="rId21"/>
              </p:custDataLst>
            </p:nvPr>
          </p:nvSpPr>
          <p:spPr>
            <a:xfrm>
              <a:off x="603123" y="5676900"/>
              <a:ext cx="11047429" cy="250317"/>
            </a:xfrm>
            <a:prstGeom prst="rect">
              <a:avLst/>
            </a:prstGeom>
            <a:noFill/>
            <a:ln>
              <a:noFill/>
            </a:ln>
          </p:spPr>
          <p:txBody>
            <a:bodyPr wrap="none" lIns="0" tIns="0" rIns="0" bIns="0" anchor="t" anchorCtr="0">
              <a:spAutoFit/>
            </a:bodyPr>
            <a:lstStyle/>
            <a:p>
              <a:pPr algn="l"/>
              <a:r>
                <a:rPr lang="zh-TW" sz="1280" dirty="0">
                  <a:solidFill>
                    <a:srgbClr val="52637A"/>
                  </a:solidFill>
                  <a:latin typeface="Segoe UI"/>
                  <a:ea typeface="Microsoft JhengHei"/>
                  <a:cs typeface="Segoe UI"/>
                </a:rPr>
                <a:t>兩個模型讀同一筆流量：</a:t>
              </a:r>
              <a:r>
                <a:rPr lang="en-US" sz="1280" dirty="0">
                  <a:solidFill>
                    <a:srgbClr val="52637A"/>
                  </a:solidFill>
                  <a:latin typeface="Segoe UI"/>
                  <a:ea typeface="Microsoft JhengHei"/>
                  <a:cs typeface="Segoe UI"/>
                </a:rPr>
                <a:t>CTBM</a:t>
              </a:r>
              <a:r>
                <a:rPr lang="zh-TW" sz="1280" dirty="0">
                  <a:solidFill>
                    <a:srgbClr val="52637A"/>
                  </a:solidFill>
                  <a:latin typeface="Segoe UI"/>
                  <a:ea typeface="Microsoft JhengHei"/>
                  <a:cs typeface="Segoe UI"/>
                </a:rPr>
                <a:t>（本團隊設計）看時序與方向，</a:t>
              </a:r>
              <a:r>
                <a:rPr lang="en-US" sz="1280" dirty="0">
                  <a:solidFill>
                    <a:srgbClr val="52637A"/>
                  </a:solidFill>
                  <a:latin typeface="Segoe UI"/>
                  <a:ea typeface="Microsoft JhengHei"/>
                  <a:cs typeface="Segoe UI"/>
                </a:rPr>
                <a:t>PBCNN</a:t>
              </a:r>
              <a:r>
                <a:rPr lang="zh-TW" sz="1280" dirty="0">
                  <a:solidFill>
                    <a:srgbClr val="52637A"/>
                  </a:solidFill>
                  <a:latin typeface="Segoe UI"/>
                  <a:ea typeface="Microsoft JhengHei"/>
                  <a:cs typeface="Segoe UI"/>
                </a:rPr>
                <a:t>（引用既有模型，</a:t>
              </a:r>
              <a:r>
                <a:rPr lang="en-US" sz="1280" dirty="0">
                  <a:solidFill>
                    <a:srgbClr val="52637A"/>
                  </a:solidFill>
                  <a:latin typeface="Segoe UI"/>
                  <a:ea typeface="Microsoft JhengHei"/>
                  <a:cs typeface="Segoe UI"/>
                </a:rPr>
                <a:t>Yu et al., 2021</a:t>
              </a:r>
              <a:r>
                <a:rPr lang="zh-TW" sz="1280" dirty="0">
                  <a:solidFill>
                    <a:srgbClr val="52637A"/>
                  </a:solidFill>
                  <a:latin typeface="Segoe UI"/>
                  <a:ea typeface="Microsoft JhengHei"/>
                  <a:cs typeface="Segoe UI"/>
                </a:rPr>
                <a:t>）看短窗位元組，再由</a:t>
              </a:r>
              <a:r>
                <a:rPr lang="en-US" sz="1280" dirty="0">
                  <a:solidFill>
                    <a:srgbClr val="52637A"/>
                  </a:solidFill>
                  <a:latin typeface="Segoe UI"/>
                  <a:ea typeface="Microsoft JhengHei"/>
                  <a:cs typeface="Segoe UI"/>
                </a:rPr>
                <a:t> Gate </a:t>
              </a:r>
              <a:r>
                <a:rPr lang="zh-TW" sz="1280" dirty="0">
                  <a:solidFill>
                    <a:srgbClr val="52637A"/>
                  </a:solidFill>
                  <a:latin typeface="Segoe UI"/>
                  <a:ea typeface="Microsoft JhengHei"/>
                  <a:cs typeface="Segoe UI"/>
                </a:rPr>
                <a:t>依證據融合。</a:t>
              </a:r>
            </a:p>
          </p:txBody>
        </p:sp>
      </p:grpSp>
      <p:grpSp>
        <p:nvGrpSpPr>
          <p:cNvPr id="83" name="footer"/>
          <p:cNvGrpSpPr/>
          <p:nvPr/>
        </p:nvGrpSpPr>
        <p:grpSpPr>
          <a:xfrm>
            <a:off x="604266" y="6400800"/>
            <a:ext cx="10978134" cy="316484"/>
            <a:chOff x="604266" y="6400800"/>
            <a:chExt cx="10978134" cy="316484"/>
          </a:xfrm>
        </p:grpSpPr>
        <p:sp>
          <p:nvSpPr>
            <p:cNvPr id="71" name="Line 71"/>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72" name="TextBox 72"/>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73" name="Rectangle 73"/>
            <p:cNvSpPr/>
            <p:nvPr/>
          </p:nvSpPr>
          <p:spPr>
            <a:xfrm>
              <a:off x="8724900" y="6553200"/>
              <a:ext cx="133350" cy="38100"/>
            </a:xfrm>
            <a:prstGeom prst="roundRect">
              <a:avLst>
                <a:gd name="adj" fmla="val 50000"/>
              </a:avLst>
            </a:prstGeom>
            <a:solidFill>
              <a:srgbClr val="DCE3EC"/>
            </a:solidFill>
            <a:ln>
              <a:noFill/>
            </a:ln>
          </p:spPr>
        </p:sp>
        <p:sp>
          <p:nvSpPr>
            <p:cNvPr id="74" name="Rectangle 74"/>
            <p:cNvSpPr/>
            <p:nvPr/>
          </p:nvSpPr>
          <p:spPr>
            <a:xfrm>
              <a:off x="8915400" y="6553200"/>
              <a:ext cx="133350" cy="38100"/>
            </a:xfrm>
            <a:prstGeom prst="roundRect">
              <a:avLst>
                <a:gd name="adj" fmla="val 50000"/>
              </a:avLst>
            </a:prstGeom>
            <a:solidFill>
              <a:srgbClr val="DCE3EC"/>
            </a:solidFill>
            <a:ln>
              <a:noFill/>
            </a:ln>
          </p:spPr>
        </p:sp>
        <p:sp>
          <p:nvSpPr>
            <p:cNvPr id="75" name="Rectangle 75"/>
            <p:cNvSpPr/>
            <p:nvPr/>
          </p:nvSpPr>
          <p:spPr>
            <a:xfrm>
              <a:off x="9105900" y="6553200"/>
              <a:ext cx="133350" cy="38100"/>
            </a:xfrm>
            <a:prstGeom prst="roundRect">
              <a:avLst>
                <a:gd name="adj" fmla="val 50000"/>
              </a:avLst>
            </a:prstGeom>
            <a:solidFill>
              <a:srgbClr val="DCE3EC"/>
            </a:solidFill>
            <a:ln>
              <a:noFill/>
            </a:ln>
          </p:spPr>
        </p:sp>
        <p:sp>
          <p:nvSpPr>
            <p:cNvPr id="76" name="Rectangle 76"/>
            <p:cNvSpPr/>
            <p:nvPr/>
          </p:nvSpPr>
          <p:spPr>
            <a:xfrm>
              <a:off x="9296400" y="6553200"/>
              <a:ext cx="133350" cy="38100"/>
            </a:xfrm>
            <a:prstGeom prst="roundRect">
              <a:avLst>
                <a:gd name="adj" fmla="val 50000"/>
              </a:avLst>
            </a:prstGeom>
            <a:solidFill>
              <a:schemeClr val="accent2"/>
            </a:solidFill>
            <a:ln>
              <a:noFill/>
            </a:ln>
          </p:spPr>
        </p:sp>
        <p:sp>
          <p:nvSpPr>
            <p:cNvPr id="77" name="Rectangle 77"/>
            <p:cNvSpPr/>
            <p:nvPr/>
          </p:nvSpPr>
          <p:spPr>
            <a:xfrm>
              <a:off x="9486900" y="6553200"/>
              <a:ext cx="133350" cy="38100"/>
            </a:xfrm>
            <a:prstGeom prst="roundRect">
              <a:avLst>
                <a:gd name="adj" fmla="val 50000"/>
              </a:avLst>
            </a:prstGeom>
            <a:solidFill>
              <a:srgbClr val="DCE3EC"/>
            </a:solidFill>
            <a:ln>
              <a:noFill/>
            </a:ln>
          </p:spPr>
        </p:sp>
        <p:sp>
          <p:nvSpPr>
            <p:cNvPr id="78" name="Rectangle 78"/>
            <p:cNvSpPr/>
            <p:nvPr/>
          </p:nvSpPr>
          <p:spPr>
            <a:xfrm>
              <a:off x="9677400" y="6553200"/>
              <a:ext cx="133350" cy="38100"/>
            </a:xfrm>
            <a:prstGeom prst="roundRect">
              <a:avLst>
                <a:gd name="adj" fmla="val 50000"/>
              </a:avLst>
            </a:prstGeom>
            <a:solidFill>
              <a:srgbClr val="DCE3EC"/>
            </a:solidFill>
            <a:ln>
              <a:noFill/>
            </a:ln>
          </p:spPr>
        </p:sp>
        <p:sp>
          <p:nvSpPr>
            <p:cNvPr id="79" name="Rectangle 79"/>
            <p:cNvSpPr/>
            <p:nvPr/>
          </p:nvSpPr>
          <p:spPr>
            <a:xfrm>
              <a:off x="9867900" y="6553200"/>
              <a:ext cx="133350" cy="38100"/>
            </a:xfrm>
            <a:prstGeom prst="roundRect">
              <a:avLst>
                <a:gd name="adj" fmla="val 50000"/>
              </a:avLst>
            </a:prstGeom>
            <a:solidFill>
              <a:srgbClr val="DCE3EC"/>
            </a:solidFill>
            <a:ln>
              <a:noFill/>
            </a:ln>
          </p:spPr>
        </p:sp>
        <p:sp>
          <p:nvSpPr>
            <p:cNvPr id="80" name="Rectangle 80"/>
            <p:cNvSpPr/>
            <p:nvPr/>
          </p:nvSpPr>
          <p:spPr>
            <a:xfrm>
              <a:off x="10058400" y="6553200"/>
              <a:ext cx="133350" cy="38100"/>
            </a:xfrm>
            <a:prstGeom prst="roundRect">
              <a:avLst>
                <a:gd name="adj" fmla="val 50000"/>
              </a:avLst>
            </a:prstGeom>
            <a:solidFill>
              <a:srgbClr val="DCE3EC"/>
            </a:solidFill>
            <a:ln>
              <a:noFill/>
            </a:ln>
          </p:spPr>
        </p:sp>
        <p:sp>
          <p:nvSpPr>
            <p:cNvPr id="81" name="Rectangle 81"/>
            <p:cNvSpPr/>
            <p:nvPr/>
          </p:nvSpPr>
          <p:spPr>
            <a:xfrm>
              <a:off x="10248900" y="6553200"/>
              <a:ext cx="133350" cy="38100"/>
            </a:xfrm>
            <a:prstGeom prst="roundRect">
              <a:avLst>
                <a:gd name="adj" fmla="val 50000"/>
              </a:avLst>
            </a:prstGeom>
            <a:solidFill>
              <a:srgbClr val="DCE3EC"/>
            </a:solidFill>
            <a:ln>
              <a:noFill/>
            </a:ln>
          </p:spPr>
        </p:sp>
        <p:sp>
          <p:nvSpPr>
            <p:cNvPr id="82" name="TextBox 82"/>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04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400294" cy="855853"/>
            <a:chOff x="595122" y="431800"/>
            <a:chExt cx="5400294"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31"/>
              </p:custDataLst>
            </p:nvPr>
          </p:nvSpPr>
          <p:spPr>
            <a:xfrm>
              <a:off x="794385" y="431800"/>
              <a:ext cx="765247"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EVIDENCE</a:t>
              </a:r>
            </a:p>
          </p:txBody>
        </p:sp>
        <p:sp>
          <p:nvSpPr>
            <p:cNvPr id="4" name="TextBox 4"/>
            <p:cNvSpPr txBox="1"/>
            <p:nvPr>
              <p:custDataLst>
                <p:tags r:id="rId32"/>
              </p:custDataLst>
            </p:nvPr>
          </p:nvSpPr>
          <p:spPr>
            <a:xfrm>
              <a:off x="595122" y="730250"/>
              <a:ext cx="5400294"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把偵測表徵，變成可核對的證據</a:t>
              </a:r>
            </a:p>
          </p:txBody>
        </p:sp>
      </p:grpSp>
      <p:grpSp>
        <p:nvGrpSpPr>
          <p:cNvPr id="99" name="page-content"/>
          <p:cNvGrpSpPr/>
          <p:nvPr/>
        </p:nvGrpSpPr>
        <p:grpSpPr>
          <a:xfrm>
            <a:off x="600456" y="1511300"/>
            <a:ext cx="10981944" cy="4584700"/>
            <a:chOff x="600456" y="1511300"/>
            <a:chExt cx="10981944" cy="4584700"/>
          </a:xfrm>
        </p:grpSpPr>
        <p:sp>
          <p:nvSpPr>
            <p:cNvPr id="6" name="TextBox 6"/>
            <p:cNvSpPr txBox="1"/>
            <p:nvPr>
              <p:custDataLst>
                <p:tags r:id="rId3"/>
              </p:custDataLst>
            </p:nvPr>
          </p:nvSpPr>
          <p:spPr>
            <a:xfrm>
              <a:off x="604266"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01</a:t>
              </a:r>
            </a:p>
          </p:txBody>
        </p:sp>
        <p:sp>
          <p:nvSpPr>
            <p:cNvPr id="7" name="TextBox 7"/>
            <p:cNvSpPr txBox="1"/>
            <p:nvPr>
              <p:custDataLst>
                <p:tags r:id="rId4"/>
              </p:custDataLst>
            </p:nvPr>
          </p:nvSpPr>
          <p:spPr>
            <a:xfrm>
              <a:off x="600456" y="1727200"/>
              <a:ext cx="1472184"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組合任務向量</a:t>
              </a:r>
            </a:p>
          </p:txBody>
        </p:sp>
        <p:sp>
          <p:nvSpPr>
            <p:cNvPr id="8" name="Freeform 8"/>
            <p:cNvSpPr/>
            <p:nvPr/>
          </p:nvSpPr>
          <p:spPr>
            <a:xfrm>
              <a:off x="3962400" y="3619500"/>
              <a:ext cx="333375" cy="9525"/>
            </a:xfrm>
            <a:custGeom>
              <a:avLst/>
              <a:gdLst/>
              <a:ahLst/>
              <a:cxnLst/>
              <a:rect l="l" t="t" r="r" b="b"/>
              <a:pathLst>
                <a:path w="333375" h="9525">
                  <a:moveTo>
                    <a:pt x="0" y="0"/>
                  </a:moveTo>
                  <a:lnTo>
                    <a:pt x="333375" y="0"/>
                  </a:lnTo>
                </a:path>
              </a:pathLst>
            </a:custGeom>
            <a:noFill/>
            <a:ln w="23812">
              <a:solidFill>
                <a:srgbClr val="9AAAC0"/>
              </a:solidFill>
              <a:round/>
            </a:ln>
          </p:spPr>
        </p:sp>
        <p:sp>
          <p:nvSpPr>
            <p:cNvPr id="9" name="Freeform 9"/>
            <p:cNvSpPr/>
            <p:nvPr/>
          </p:nvSpPr>
          <p:spPr>
            <a:xfrm>
              <a:off x="4219575" y="35623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0" name="TextBox 10"/>
            <p:cNvSpPr txBox="1"/>
            <p:nvPr>
              <p:custDataLst>
                <p:tags r:id="rId5"/>
              </p:custDataLst>
            </p:nvPr>
          </p:nvSpPr>
          <p:spPr>
            <a:xfrm>
              <a:off x="4442841"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02</a:t>
              </a:r>
            </a:p>
          </p:txBody>
        </p:sp>
        <p:sp>
          <p:nvSpPr>
            <p:cNvPr id="11" name="TextBox 11"/>
            <p:cNvSpPr txBox="1"/>
            <p:nvPr>
              <p:custDataLst>
                <p:tags r:id="rId6"/>
              </p:custDataLst>
            </p:nvPr>
          </p:nvSpPr>
          <p:spPr>
            <a:xfrm>
              <a:off x="4439031" y="1727200"/>
              <a:ext cx="1472184"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找出相似案例</a:t>
              </a:r>
            </a:p>
          </p:txBody>
        </p:sp>
        <p:sp>
          <p:nvSpPr>
            <p:cNvPr id="12" name="Freeform 12"/>
            <p:cNvSpPr/>
            <p:nvPr/>
          </p:nvSpPr>
          <p:spPr>
            <a:xfrm>
              <a:off x="7800975" y="3619500"/>
              <a:ext cx="333375" cy="9525"/>
            </a:xfrm>
            <a:custGeom>
              <a:avLst/>
              <a:gdLst/>
              <a:ahLst/>
              <a:cxnLst/>
              <a:rect l="l" t="t" r="r" b="b"/>
              <a:pathLst>
                <a:path w="333375" h="9525">
                  <a:moveTo>
                    <a:pt x="0" y="0"/>
                  </a:moveTo>
                  <a:lnTo>
                    <a:pt x="333375" y="0"/>
                  </a:lnTo>
                </a:path>
              </a:pathLst>
            </a:custGeom>
            <a:noFill/>
            <a:ln w="23812">
              <a:solidFill>
                <a:srgbClr val="9AAAC0"/>
              </a:solidFill>
              <a:round/>
            </a:ln>
          </p:spPr>
        </p:sp>
        <p:sp>
          <p:nvSpPr>
            <p:cNvPr id="13" name="Freeform 13"/>
            <p:cNvSpPr/>
            <p:nvPr/>
          </p:nvSpPr>
          <p:spPr>
            <a:xfrm>
              <a:off x="8058150" y="35623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4" name="TextBox 14"/>
            <p:cNvSpPr txBox="1"/>
            <p:nvPr>
              <p:custDataLst>
                <p:tags r:id="rId7"/>
              </p:custDataLst>
            </p:nvPr>
          </p:nvSpPr>
          <p:spPr>
            <a:xfrm>
              <a:off x="8281416"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03</a:t>
              </a:r>
            </a:p>
          </p:txBody>
        </p:sp>
        <p:sp>
          <p:nvSpPr>
            <p:cNvPr id="15" name="TextBox 15"/>
            <p:cNvSpPr txBox="1"/>
            <p:nvPr>
              <p:custDataLst>
                <p:tags r:id="rId8"/>
              </p:custDataLst>
            </p:nvPr>
          </p:nvSpPr>
          <p:spPr>
            <a:xfrm>
              <a:off x="8277606" y="1727200"/>
              <a:ext cx="1389983"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本機</a:t>
              </a:r>
              <a:r>
                <a:rPr lang="en-US" sz="1800" b="1" dirty="0">
                  <a:solidFill>
                    <a:schemeClr val="accent6"/>
                  </a:solidFill>
                  <a:latin typeface="Segoe UI"/>
                  <a:ea typeface="Microsoft JhengHei"/>
                  <a:cs typeface="Segoe UI"/>
                </a:rPr>
                <a:t> AI </a:t>
              </a:r>
              <a:r>
                <a:rPr lang="zh-TW" sz="1800" b="1" dirty="0">
                  <a:solidFill>
                    <a:schemeClr val="accent6"/>
                  </a:solidFill>
                  <a:latin typeface="Segoe UI"/>
                  <a:ea typeface="Microsoft JhengHei"/>
                  <a:cs typeface="Segoe UI"/>
                </a:rPr>
                <a:t>稽核</a:t>
              </a:r>
            </a:p>
          </p:txBody>
        </p:sp>
        <p:sp>
          <p:nvSpPr>
            <p:cNvPr id="16" name="Rectangle 16"/>
            <p:cNvSpPr/>
            <p:nvPr/>
          </p:nvSpPr>
          <p:spPr>
            <a:xfrm>
              <a:off x="609600" y="2209800"/>
              <a:ext cx="3295650" cy="628650"/>
            </a:xfrm>
            <a:prstGeom prst="roundRect">
              <a:avLst>
                <a:gd name="adj" fmla="val 18182"/>
              </a:avLst>
            </a:prstGeom>
            <a:solidFill>
              <a:schemeClr val="lt1"/>
            </a:solidFill>
            <a:ln w="9525">
              <a:solidFill>
                <a:srgbClr val="DCE3EC"/>
              </a:solidFill>
            </a:ln>
          </p:spPr>
        </p:sp>
        <p:grpSp>
          <p:nvGrpSpPr>
            <p:cNvPr id="27" name="Group 27"/>
            <p:cNvGrpSpPr/>
            <p:nvPr/>
          </p:nvGrpSpPr>
          <p:grpSpPr>
            <a:xfrm>
              <a:off x="813792" y="2360414"/>
              <a:ext cx="363141" cy="336947"/>
              <a:chOff x="813792" y="2360414"/>
              <a:chExt cx="363141" cy="336947"/>
            </a:xfrm>
          </p:grpSpPr>
          <p:sp>
            <p:nvSpPr>
              <p:cNvPr id="17" name="Line 17"/>
              <p:cNvSpPr/>
              <p:nvPr/>
            </p:nvSpPr>
            <p:spPr>
              <a:xfrm>
                <a:off x="813792" y="2360414"/>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18" name="Line 18"/>
              <p:cNvSpPr/>
              <p:nvPr/>
            </p:nvSpPr>
            <p:spPr>
              <a:xfrm>
                <a:off x="813792" y="23604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19" name="Line 19"/>
              <p:cNvSpPr/>
              <p:nvPr/>
            </p:nvSpPr>
            <p:spPr>
              <a:xfrm>
                <a:off x="813792" y="2687836"/>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20" name="Line 20"/>
              <p:cNvSpPr/>
              <p:nvPr/>
            </p:nvSpPr>
            <p:spPr>
              <a:xfrm>
                <a:off x="1121569" y="2360414"/>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21" name="Line 21"/>
              <p:cNvSpPr/>
              <p:nvPr/>
            </p:nvSpPr>
            <p:spPr>
              <a:xfrm>
                <a:off x="1167408" y="23604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22" name="Line 22"/>
              <p:cNvSpPr/>
              <p:nvPr/>
            </p:nvSpPr>
            <p:spPr>
              <a:xfrm>
                <a:off x="1121569" y="2687836"/>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23" name="Rectangle 23"/>
              <p:cNvSpPr/>
              <p:nvPr/>
            </p:nvSpPr>
            <p:spPr>
              <a:xfrm>
                <a:off x="898922" y="2399705"/>
                <a:ext cx="183356" cy="39291"/>
              </a:xfrm>
              <a:prstGeom prst="roundRect">
                <a:avLst>
                  <a:gd name="adj" fmla="val 33333"/>
                </a:avLst>
              </a:prstGeom>
              <a:solidFill>
                <a:srgbClr val="9AAAC0"/>
              </a:solidFill>
              <a:ln>
                <a:noFill/>
              </a:ln>
            </p:spPr>
          </p:sp>
          <p:sp>
            <p:nvSpPr>
              <p:cNvPr id="24" name="Rectangle 24"/>
              <p:cNvSpPr/>
              <p:nvPr/>
            </p:nvSpPr>
            <p:spPr>
              <a:xfrm>
                <a:off x="898922" y="2471738"/>
                <a:ext cx="183356" cy="39291"/>
              </a:xfrm>
              <a:prstGeom prst="roundRect">
                <a:avLst>
                  <a:gd name="adj" fmla="val 33333"/>
                </a:avLst>
              </a:prstGeom>
              <a:solidFill>
                <a:srgbClr val="9AAAC0"/>
              </a:solidFill>
              <a:ln>
                <a:noFill/>
              </a:ln>
            </p:spPr>
          </p:sp>
          <p:sp>
            <p:nvSpPr>
              <p:cNvPr id="25" name="Rectangle 25"/>
              <p:cNvSpPr/>
              <p:nvPr/>
            </p:nvSpPr>
            <p:spPr>
              <a:xfrm>
                <a:off x="898922" y="2543770"/>
                <a:ext cx="183356" cy="39291"/>
              </a:xfrm>
              <a:prstGeom prst="roundRect">
                <a:avLst>
                  <a:gd name="adj" fmla="val 33333"/>
                </a:avLst>
              </a:prstGeom>
              <a:solidFill>
                <a:srgbClr val="9AAAC0"/>
              </a:solidFill>
              <a:ln>
                <a:noFill/>
              </a:ln>
            </p:spPr>
          </p:sp>
          <p:sp>
            <p:nvSpPr>
              <p:cNvPr id="26" name="Rectangle 26"/>
              <p:cNvSpPr/>
              <p:nvPr/>
            </p:nvSpPr>
            <p:spPr>
              <a:xfrm>
                <a:off x="898922" y="2615803"/>
                <a:ext cx="183356" cy="39291"/>
              </a:xfrm>
              <a:prstGeom prst="roundRect">
                <a:avLst>
                  <a:gd name="adj" fmla="val 33333"/>
                </a:avLst>
              </a:prstGeom>
              <a:solidFill>
                <a:srgbClr val="9AAAC0"/>
              </a:solidFill>
              <a:ln>
                <a:noFill/>
              </a:ln>
            </p:spPr>
          </p:sp>
        </p:grpSp>
        <p:sp>
          <p:nvSpPr>
            <p:cNvPr id="28" name="TextBox 28"/>
            <p:cNvSpPr txBox="1"/>
            <p:nvPr>
              <p:custDataLst>
                <p:tags r:id="rId9"/>
              </p:custDataLst>
            </p:nvPr>
          </p:nvSpPr>
          <p:spPr>
            <a:xfrm>
              <a:off x="1363599" y="2457450"/>
              <a:ext cx="1079819"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512 維表徵</a:t>
              </a:r>
            </a:p>
          </p:txBody>
        </p:sp>
        <p:sp>
          <p:nvSpPr>
            <p:cNvPr id="29" name="TextBox 29"/>
            <p:cNvSpPr txBox="1"/>
            <p:nvPr>
              <p:custDataLst>
                <p:tags r:id="rId10"/>
              </p:custDataLst>
            </p:nvPr>
          </p:nvSpPr>
          <p:spPr>
            <a:xfrm>
              <a:off x="2082133" y="2901950"/>
              <a:ext cx="282321"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a:t>
              </a:r>
            </a:p>
          </p:txBody>
        </p:sp>
        <p:sp>
          <p:nvSpPr>
            <p:cNvPr id="30" name="Rectangle 30"/>
            <p:cNvSpPr/>
            <p:nvPr/>
          </p:nvSpPr>
          <p:spPr>
            <a:xfrm>
              <a:off x="609600" y="3276600"/>
              <a:ext cx="3295650" cy="628650"/>
            </a:xfrm>
            <a:prstGeom prst="roundRect">
              <a:avLst>
                <a:gd name="adj" fmla="val 18182"/>
              </a:avLst>
            </a:prstGeom>
            <a:solidFill>
              <a:schemeClr val="lt1"/>
            </a:solidFill>
            <a:ln w="9525">
              <a:solidFill>
                <a:srgbClr val="DCE3EC"/>
              </a:solidFill>
            </a:ln>
          </p:spPr>
        </p:sp>
        <p:grpSp>
          <p:nvGrpSpPr>
            <p:cNvPr id="41" name="Group 41"/>
            <p:cNvGrpSpPr/>
            <p:nvPr/>
          </p:nvGrpSpPr>
          <p:grpSpPr>
            <a:xfrm>
              <a:off x="813792" y="3427214"/>
              <a:ext cx="363141" cy="336947"/>
              <a:chOff x="813792" y="3427214"/>
              <a:chExt cx="363141" cy="336947"/>
            </a:xfrm>
          </p:grpSpPr>
          <p:sp>
            <p:nvSpPr>
              <p:cNvPr id="31" name="Line 31"/>
              <p:cNvSpPr/>
              <p:nvPr/>
            </p:nvSpPr>
            <p:spPr>
              <a:xfrm>
                <a:off x="813792" y="3427214"/>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32" name="Line 32"/>
              <p:cNvSpPr/>
              <p:nvPr/>
            </p:nvSpPr>
            <p:spPr>
              <a:xfrm>
                <a:off x="813792" y="34272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33" name="Line 33"/>
              <p:cNvSpPr/>
              <p:nvPr/>
            </p:nvSpPr>
            <p:spPr>
              <a:xfrm>
                <a:off x="813792" y="3754636"/>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34" name="Line 34"/>
              <p:cNvSpPr/>
              <p:nvPr/>
            </p:nvSpPr>
            <p:spPr>
              <a:xfrm>
                <a:off x="1121569" y="3427214"/>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35" name="Line 35"/>
              <p:cNvSpPr/>
              <p:nvPr/>
            </p:nvSpPr>
            <p:spPr>
              <a:xfrm>
                <a:off x="1167408" y="34272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36" name="Line 36"/>
              <p:cNvSpPr/>
              <p:nvPr/>
            </p:nvSpPr>
            <p:spPr>
              <a:xfrm>
                <a:off x="1121569" y="3754636"/>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37" name="Rectangle 37"/>
              <p:cNvSpPr/>
              <p:nvPr/>
            </p:nvSpPr>
            <p:spPr>
              <a:xfrm>
                <a:off x="898922" y="3466505"/>
                <a:ext cx="183356" cy="39291"/>
              </a:xfrm>
              <a:prstGeom prst="roundRect">
                <a:avLst>
                  <a:gd name="adj" fmla="val 33333"/>
                </a:avLst>
              </a:prstGeom>
              <a:solidFill>
                <a:srgbClr val="9AAAC0"/>
              </a:solidFill>
              <a:ln>
                <a:noFill/>
              </a:ln>
            </p:spPr>
          </p:sp>
          <p:sp>
            <p:nvSpPr>
              <p:cNvPr id="38" name="Rectangle 38"/>
              <p:cNvSpPr/>
              <p:nvPr/>
            </p:nvSpPr>
            <p:spPr>
              <a:xfrm>
                <a:off x="898922" y="3538538"/>
                <a:ext cx="183356" cy="39291"/>
              </a:xfrm>
              <a:prstGeom prst="roundRect">
                <a:avLst>
                  <a:gd name="adj" fmla="val 33333"/>
                </a:avLst>
              </a:prstGeom>
              <a:solidFill>
                <a:srgbClr val="9AAAC0"/>
              </a:solidFill>
              <a:ln>
                <a:noFill/>
              </a:ln>
            </p:spPr>
          </p:sp>
          <p:sp>
            <p:nvSpPr>
              <p:cNvPr id="39" name="Rectangle 39"/>
              <p:cNvSpPr/>
              <p:nvPr/>
            </p:nvSpPr>
            <p:spPr>
              <a:xfrm>
                <a:off x="898922" y="3610570"/>
                <a:ext cx="183356" cy="39291"/>
              </a:xfrm>
              <a:prstGeom prst="roundRect">
                <a:avLst>
                  <a:gd name="adj" fmla="val 33333"/>
                </a:avLst>
              </a:prstGeom>
              <a:solidFill>
                <a:srgbClr val="9AAAC0"/>
              </a:solidFill>
              <a:ln>
                <a:noFill/>
              </a:ln>
            </p:spPr>
          </p:sp>
          <p:sp>
            <p:nvSpPr>
              <p:cNvPr id="40" name="Rectangle 40"/>
              <p:cNvSpPr/>
              <p:nvPr/>
            </p:nvSpPr>
            <p:spPr>
              <a:xfrm>
                <a:off x="898922" y="3682603"/>
                <a:ext cx="183356" cy="39291"/>
              </a:xfrm>
              <a:prstGeom prst="roundRect">
                <a:avLst>
                  <a:gd name="adj" fmla="val 33333"/>
                </a:avLst>
              </a:prstGeom>
              <a:solidFill>
                <a:srgbClr val="9AAAC0"/>
              </a:solidFill>
              <a:ln>
                <a:noFill/>
              </a:ln>
            </p:spPr>
          </p:sp>
        </p:grpSp>
        <p:sp>
          <p:nvSpPr>
            <p:cNvPr id="42" name="TextBox 42"/>
            <p:cNvSpPr txBox="1"/>
            <p:nvPr>
              <p:custDataLst>
                <p:tags r:id="rId11"/>
              </p:custDataLst>
            </p:nvPr>
          </p:nvSpPr>
          <p:spPr>
            <a:xfrm>
              <a:off x="1363599" y="3524250"/>
              <a:ext cx="1382873"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17 維類別機率</a:t>
              </a:r>
            </a:p>
          </p:txBody>
        </p:sp>
        <p:sp>
          <p:nvSpPr>
            <p:cNvPr id="43" name="Freeform 43"/>
            <p:cNvSpPr/>
            <p:nvPr/>
          </p:nvSpPr>
          <p:spPr>
            <a:xfrm>
              <a:off x="2257425" y="3905250"/>
              <a:ext cx="9525" cy="323850"/>
            </a:xfrm>
            <a:custGeom>
              <a:avLst/>
              <a:gdLst/>
              <a:ahLst/>
              <a:cxnLst/>
              <a:rect l="l" t="t" r="r" b="b"/>
              <a:pathLst>
                <a:path w="9525" h="323850">
                  <a:moveTo>
                    <a:pt x="0" y="0"/>
                  </a:moveTo>
                  <a:lnTo>
                    <a:pt x="0" y="323850"/>
                  </a:lnTo>
                </a:path>
              </a:pathLst>
            </a:custGeom>
            <a:noFill/>
            <a:ln w="23812">
              <a:solidFill>
                <a:schemeClr val="accent1"/>
              </a:solidFill>
              <a:round/>
            </a:ln>
          </p:spPr>
        </p:sp>
        <p:sp>
          <p:nvSpPr>
            <p:cNvPr id="44" name="Freeform 44"/>
            <p:cNvSpPr/>
            <p:nvPr/>
          </p:nvSpPr>
          <p:spPr>
            <a:xfrm>
              <a:off x="2200275" y="41529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45" name="Rectangle 45"/>
            <p:cNvSpPr/>
            <p:nvPr/>
          </p:nvSpPr>
          <p:spPr>
            <a:xfrm>
              <a:off x="609600" y="4248150"/>
              <a:ext cx="3295650" cy="914400"/>
            </a:xfrm>
            <a:prstGeom prst="roundRect">
              <a:avLst>
                <a:gd name="adj" fmla="val 14583"/>
              </a:avLst>
            </a:prstGeom>
            <a:solidFill>
              <a:srgbClr val="E2F3F0"/>
            </a:solidFill>
            <a:ln>
              <a:noFill/>
            </a:ln>
          </p:spPr>
        </p:sp>
        <p:sp>
          <p:nvSpPr>
            <p:cNvPr id="46" name="TextBox 46"/>
            <p:cNvSpPr txBox="1"/>
            <p:nvPr>
              <p:custDataLst>
                <p:tags r:id="rId12"/>
              </p:custDataLst>
            </p:nvPr>
          </p:nvSpPr>
          <p:spPr>
            <a:xfrm>
              <a:off x="1259453" y="4413250"/>
              <a:ext cx="1924509" cy="396050"/>
            </a:xfrm>
            <a:prstGeom prst="rect">
              <a:avLst/>
            </a:prstGeom>
            <a:noFill/>
            <a:ln>
              <a:noFill/>
            </a:ln>
          </p:spPr>
          <p:txBody>
            <a:bodyPr wrap="none" lIns="0" tIns="0" rIns="0" bIns="0" anchor="t" anchorCtr="0">
              <a:spAutoFit/>
            </a:bodyPr>
            <a:lstStyle/>
            <a:p>
              <a:pPr algn="ctr"/>
              <a:r>
                <a:rPr lang="zh-TW" sz="2020" b="1" dirty="0">
                  <a:solidFill>
                    <a:schemeClr val="accent3"/>
                  </a:solidFill>
                  <a:latin typeface="Segoe UI"/>
                  <a:ea typeface="Microsoft JhengHei"/>
                  <a:cs typeface="Segoe UI"/>
                </a:rPr>
                <a:t>529 維任務向量</a:t>
              </a:r>
            </a:p>
          </p:txBody>
        </p:sp>
        <p:sp>
          <p:nvSpPr>
            <p:cNvPr id="47" name="TextBox 47"/>
            <p:cNvSpPr txBox="1"/>
            <p:nvPr>
              <p:custDataLst>
                <p:tags r:id="rId13"/>
              </p:custDataLst>
            </p:nvPr>
          </p:nvSpPr>
          <p:spPr>
            <a:xfrm>
              <a:off x="1594922" y="4829175"/>
              <a:ext cx="1280555" cy="250317"/>
            </a:xfrm>
            <a:prstGeom prst="rect">
              <a:avLst/>
            </a:prstGeom>
            <a:noFill/>
            <a:ln>
              <a:noFill/>
            </a:ln>
          </p:spPr>
          <p:txBody>
            <a:bodyPr wrap="none" lIns="0" tIns="0" rIns="0" bIns="0" anchor="t" anchorCtr="0">
              <a:spAutoFit/>
            </a:bodyPr>
            <a:lstStyle/>
            <a:p>
              <a:pPr algn="ctr"/>
              <a:r>
                <a:rPr lang="en-US" sz="1280" dirty="0">
                  <a:solidFill>
                    <a:srgbClr val="52637A"/>
                  </a:solidFill>
                  <a:latin typeface="Segoe UI"/>
                  <a:ea typeface="Microsoft JhengHei"/>
                  <a:cs typeface="Segoe UI"/>
                </a:rPr>
                <a:t>L2 </a:t>
              </a:r>
              <a:r>
                <a:rPr lang="zh-TW" sz="1280" dirty="0">
                  <a:solidFill>
                    <a:srgbClr val="52637A"/>
                  </a:solidFill>
                  <a:latin typeface="Segoe UI"/>
                  <a:ea typeface="Microsoft JhengHei"/>
                  <a:cs typeface="Segoe UI"/>
                </a:rPr>
                <a:t>正規化後檢索</a:t>
              </a:r>
            </a:p>
          </p:txBody>
        </p:sp>
        <p:grpSp>
          <p:nvGrpSpPr>
            <p:cNvPr id="53" name="Group 53"/>
            <p:cNvGrpSpPr/>
            <p:nvPr/>
          </p:nvGrpSpPr>
          <p:grpSpPr>
            <a:xfrm>
              <a:off x="4544020" y="2330053"/>
              <a:ext cx="725687" cy="711994"/>
              <a:chOff x="4544020" y="2330053"/>
              <a:chExt cx="725687" cy="711994"/>
            </a:xfrm>
          </p:grpSpPr>
          <p:sp>
            <p:nvSpPr>
              <p:cNvPr id="48" name="Freeform 48"/>
              <p:cNvSpPr/>
              <p:nvPr/>
            </p:nvSpPr>
            <p:spPr>
              <a:xfrm>
                <a:off x="4544020" y="2425898"/>
                <a:ext cx="520303" cy="547688"/>
              </a:xfrm>
              <a:custGeom>
                <a:avLst/>
                <a:gdLst/>
                <a:ahLst/>
                <a:cxnLst/>
                <a:rect l="l" t="t" r="r" b="b"/>
                <a:pathLst>
                  <a:path w="520303" h="547688">
                    <a:moveTo>
                      <a:pt x="0" y="0"/>
                    </a:moveTo>
                    <a:lnTo>
                      <a:pt x="0" y="424458"/>
                    </a:lnTo>
                    <a:cubicBezTo>
                      <a:pt x="0" y="547688"/>
                      <a:pt x="520303" y="547688"/>
                      <a:pt x="520303" y="424458"/>
                    </a:cubicBezTo>
                    <a:lnTo>
                      <a:pt x="520303" y="0"/>
                    </a:lnTo>
                  </a:path>
                </a:pathLst>
              </a:custGeom>
              <a:solidFill>
                <a:schemeClr val="lt1"/>
              </a:solidFill>
              <a:ln w="41077" cap="rnd">
                <a:solidFill>
                  <a:schemeClr val="accent1"/>
                </a:solidFill>
                <a:round/>
              </a:ln>
            </p:spPr>
          </p:sp>
          <p:sp>
            <p:nvSpPr>
              <p:cNvPr id="49" name="Ellipse 49"/>
              <p:cNvSpPr/>
              <p:nvPr/>
            </p:nvSpPr>
            <p:spPr>
              <a:xfrm>
                <a:off x="4544020" y="2330053"/>
                <a:ext cx="520303" cy="191691"/>
              </a:xfrm>
              <a:prstGeom prst="ellipse">
                <a:avLst/>
              </a:prstGeom>
              <a:solidFill>
                <a:schemeClr val="lt1"/>
              </a:solidFill>
              <a:ln w="41077" cap="rnd">
                <a:solidFill>
                  <a:schemeClr val="accent1"/>
                </a:solidFill>
                <a:round/>
              </a:ln>
            </p:spPr>
          </p:sp>
          <p:sp>
            <p:nvSpPr>
              <p:cNvPr id="50" name="Freeform 50"/>
              <p:cNvSpPr/>
              <p:nvPr/>
            </p:nvSpPr>
            <p:spPr>
              <a:xfrm>
                <a:off x="4544020" y="2617589"/>
                <a:ext cx="520303" cy="123230"/>
              </a:xfrm>
              <a:custGeom>
                <a:avLst/>
                <a:gdLst/>
                <a:ahLst/>
                <a:cxnLst/>
                <a:rect l="l" t="t" r="r" b="b"/>
                <a:pathLst>
                  <a:path w="520303" h="123230">
                    <a:moveTo>
                      <a:pt x="0" y="0"/>
                    </a:moveTo>
                    <a:cubicBezTo>
                      <a:pt x="0" y="123230"/>
                      <a:pt x="520303" y="123230"/>
                      <a:pt x="520303" y="0"/>
                    </a:cubicBezTo>
                  </a:path>
                </a:pathLst>
              </a:custGeom>
              <a:noFill/>
              <a:ln w="41077" cap="rnd">
                <a:solidFill>
                  <a:schemeClr val="accent1"/>
                </a:solidFill>
                <a:round/>
              </a:ln>
            </p:spPr>
          </p:sp>
          <p:sp>
            <p:nvSpPr>
              <p:cNvPr id="51" name="Ellipse 51"/>
              <p:cNvSpPr/>
              <p:nvPr/>
            </p:nvSpPr>
            <p:spPr>
              <a:xfrm>
                <a:off x="4886325" y="2644973"/>
                <a:ext cx="301228" cy="301228"/>
              </a:xfrm>
              <a:prstGeom prst="ellipse">
                <a:avLst/>
              </a:prstGeom>
              <a:solidFill>
                <a:schemeClr val="lt2"/>
              </a:solidFill>
              <a:ln w="41077" cap="rnd">
                <a:solidFill>
                  <a:schemeClr val="accent1"/>
                </a:solidFill>
                <a:round/>
              </a:ln>
            </p:spPr>
          </p:sp>
          <p:sp>
            <p:nvSpPr>
              <p:cNvPr id="52" name="Freeform 52"/>
              <p:cNvSpPr/>
              <p:nvPr/>
            </p:nvSpPr>
            <p:spPr>
              <a:xfrm>
                <a:off x="5146477" y="2905125"/>
                <a:ext cx="123230" cy="136922"/>
              </a:xfrm>
              <a:custGeom>
                <a:avLst/>
                <a:gdLst/>
                <a:ahLst/>
                <a:cxnLst/>
                <a:rect l="l" t="t" r="r" b="b"/>
                <a:pathLst>
                  <a:path w="123230" h="136922">
                    <a:moveTo>
                      <a:pt x="0" y="0"/>
                    </a:moveTo>
                    <a:lnTo>
                      <a:pt x="123230" y="136922"/>
                    </a:lnTo>
                  </a:path>
                </a:pathLst>
              </a:custGeom>
              <a:solidFill>
                <a:schemeClr val="lt1"/>
              </a:solidFill>
              <a:ln w="54769" cap="rnd">
                <a:solidFill>
                  <a:schemeClr val="accent1"/>
                </a:solidFill>
                <a:round/>
              </a:ln>
            </p:spPr>
          </p:sp>
        </p:grpSp>
        <p:sp>
          <p:nvSpPr>
            <p:cNvPr id="54" name="TextBox 54"/>
            <p:cNvSpPr txBox="1"/>
            <p:nvPr>
              <p:custDataLst>
                <p:tags r:id="rId14"/>
              </p:custDataLst>
            </p:nvPr>
          </p:nvSpPr>
          <p:spPr>
            <a:xfrm>
              <a:off x="5506593" y="2368550"/>
              <a:ext cx="1127379"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訓練案例庫</a:t>
              </a:r>
            </a:p>
          </p:txBody>
        </p:sp>
        <p:sp>
          <p:nvSpPr>
            <p:cNvPr id="55" name="TextBox 55"/>
            <p:cNvSpPr txBox="1"/>
            <p:nvPr>
              <p:custDataLst>
                <p:tags r:id="rId15"/>
              </p:custDataLst>
            </p:nvPr>
          </p:nvSpPr>
          <p:spPr>
            <a:xfrm>
              <a:off x="5508117" y="2711450"/>
              <a:ext cx="1040003"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1,550 筆案例</a:t>
              </a:r>
            </a:p>
          </p:txBody>
        </p:sp>
        <p:sp>
          <p:nvSpPr>
            <p:cNvPr id="56" name="Rectangle 56"/>
            <p:cNvSpPr/>
            <p:nvPr/>
          </p:nvSpPr>
          <p:spPr>
            <a:xfrm>
              <a:off x="4448175" y="3333750"/>
              <a:ext cx="571500" cy="800100"/>
            </a:xfrm>
            <a:prstGeom prst="roundRect">
              <a:avLst>
                <a:gd name="adj" fmla="val 16667"/>
              </a:avLst>
            </a:prstGeom>
            <a:solidFill>
              <a:schemeClr val="accent1"/>
            </a:solidFill>
            <a:ln>
              <a:noFill/>
            </a:ln>
          </p:spPr>
        </p:sp>
        <p:sp>
          <p:nvSpPr>
            <p:cNvPr id="57" name="TextBox 57"/>
            <p:cNvSpPr txBox="1"/>
            <p:nvPr>
              <p:custDataLst>
                <p:tags r:id="rId16"/>
              </p:custDataLst>
            </p:nvPr>
          </p:nvSpPr>
          <p:spPr>
            <a:xfrm>
              <a:off x="4614389" y="3587750"/>
              <a:ext cx="170807" cy="381381"/>
            </a:xfrm>
            <a:prstGeom prst="rect">
              <a:avLst/>
            </a:prstGeom>
            <a:noFill/>
            <a:ln>
              <a:noFill/>
            </a:ln>
          </p:spPr>
          <p:txBody>
            <a:bodyPr wrap="none" lIns="0" tIns="0" rIns="0" bIns="0" anchor="t" anchorCtr="0">
              <a:spAutoFit/>
            </a:bodyPr>
            <a:lstStyle/>
            <a:p>
              <a:pPr algn="ctr"/>
              <a:r>
                <a:rPr lang="zh-TW" sz="1950" b="1" dirty="0">
                  <a:solidFill>
                    <a:srgbClr val="FFFFFF"/>
                  </a:solidFill>
                  <a:latin typeface="Segoe UI"/>
                  <a:ea typeface="Microsoft JhengHei"/>
                  <a:cs typeface="Segoe UI"/>
                </a:rPr>
                <a:t>1</a:t>
              </a:r>
            </a:p>
          </p:txBody>
        </p:sp>
        <p:sp>
          <p:nvSpPr>
            <p:cNvPr id="58" name="Rectangle 58"/>
            <p:cNvSpPr/>
            <p:nvPr/>
          </p:nvSpPr>
          <p:spPr>
            <a:xfrm>
              <a:off x="5114925" y="3333750"/>
              <a:ext cx="571500" cy="800100"/>
            </a:xfrm>
            <a:prstGeom prst="roundRect">
              <a:avLst>
                <a:gd name="adj" fmla="val 16667"/>
              </a:avLst>
            </a:prstGeom>
            <a:solidFill>
              <a:srgbClr val="EAF1FE"/>
            </a:solidFill>
            <a:ln>
              <a:noFill/>
            </a:ln>
          </p:spPr>
        </p:sp>
        <p:sp>
          <p:nvSpPr>
            <p:cNvPr id="59" name="TextBox 59"/>
            <p:cNvSpPr txBox="1"/>
            <p:nvPr>
              <p:custDataLst>
                <p:tags r:id="rId17"/>
              </p:custDataLst>
            </p:nvPr>
          </p:nvSpPr>
          <p:spPr>
            <a:xfrm>
              <a:off x="5281139"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2</a:t>
              </a:r>
            </a:p>
          </p:txBody>
        </p:sp>
        <p:sp>
          <p:nvSpPr>
            <p:cNvPr id="60" name="Rectangle 60"/>
            <p:cNvSpPr/>
            <p:nvPr/>
          </p:nvSpPr>
          <p:spPr>
            <a:xfrm>
              <a:off x="5781675" y="3333750"/>
              <a:ext cx="571500" cy="800100"/>
            </a:xfrm>
            <a:prstGeom prst="roundRect">
              <a:avLst>
                <a:gd name="adj" fmla="val 16667"/>
              </a:avLst>
            </a:prstGeom>
            <a:solidFill>
              <a:srgbClr val="EAF1FE"/>
            </a:solidFill>
            <a:ln>
              <a:noFill/>
            </a:ln>
          </p:spPr>
        </p:sp>
        <p:sp>
          <p:nvSpPr>
            <p:cNvPr id="61" name="TextBox 61"/>
            <p:cNvSpPr txBox="1"/>
            <p:nvPr>
              <p:custDataLst>
                <p:tags r:id="rId18"/>
              </p:custDataLst>
            </p:nvPr>
          </p:nvSpPr>
          <p:spPr>
            <a:xfrm>
              <a:off x="5947889"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3</a:t>
              </a:r>
            </a:p>
          </p:txBody>
        </p:sp>
        <p:sp>
          <p:nvSpPr>
            <p:cNvPr id="62" name="Rectangle 62"/>
            <p:cNvSpPr/>
            <p:nvPr/>
          </p:nvSpPr>
          <p:spPr>
            <a:xfrm>
              <a:off x="6448425" y="3333750"/>
              <a:ext cx="571500" cy="800100"/>
            </a:xfrm>
            <a:prstGeom prst="roundRect">
              <a:avLst>
                <a:gd name="adj" fmla="val 16667"/>
              </a:avLst>
            </a:prstGeom>
            <a:solidFill>
              <a:srgbClr val="EAF1FE"/>
            </a:solidFill>
            <a:ln>
              <a:noFill/>
            </a:ln>
          </p:spPr>
        </p:sp>
        <p:sp>
          <p:nvSpPr>
            <p:cNvPr id="63" name="TextBox 63"/>
            <p:cNvSpPr txBox="1"/>
            <p:nvPr>
              <p:custDataLst>
                <p:tags r:id="rId19"/>
              </p:custDataLst>
            </p:nvPr>
          </p:nvSpPr>
          <p:spPr>
            <a:xfrm>
              <a:off x="6614640"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4</a:t>
              </a:r>
            </a:p>
          </p:txBody>
        </p:sp>
        <p:sp>
          <p:nvSpPr>
            <p:cNvPr id="64" name="Rectangle 64"/>
            <p:cNvSpPr/>
            <p:nvPr/>
          </p:nvSpPr>
          <p:spPr>
            <a:xfrm>
              <a:off x="7115175" y="3333750"/>
              <a:ext cx="571500" cy="800100"/>
            </a:xfrm>
            <a:prstGeom prst="roundRect">
              <a:avLst>
                <a:gd name="adj" fmla="val 16667"/>
              </a:avLst>
            </a:prstGeom>
            <a:solidFill>
              <a:srgbClr val="EAF1FE"/>
            </a:solidFill>
            <a:ln>
              <a:noFill/>
            </a:ln>
          </p:spPr>
        </p:sp>
        <p:sp>
          <p:nvSpPr>
            <p:cNvPr id="65" name="TextBox 65"/>
            <p:cNvSpPr txBox="1"/>
            <p:nvPr>
              <p:custDataLst>
                <p:tags r:id="rId20"/>
              </p:custDataLst>
            </p:nvPr>
          </p:nvSpPr>
          <p:spPr>
            <a:xfrm>
              <a:off x="7281390"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5</a:t>
              </a:r>
            </a:p>
          </p:txBody>
        </p:sp>
        <p:sp>
          <p:nvSpPr>
            <p:cNvPr id="66" name="TextBox 66"/>
            <p:cNvSpPr txBox="1"/>
            <p:nvPr>
              <p:custDataLst>
                <p:tags r:id="rId21"/>
              </p:custDataLst>
            </p:nvPr>
          </p:nvSpPr>
          <p:spPr>
            <a:xfrm>
              <a:off x="4439793" y="4311650"/>
              <a:ext cx="160065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Top-5 </a:t>
              </a:r>
              <a:r>
                <a:rPr lang="zh-TW" sz="1650" b="1" dirty="0">
                  <a:solidFill>
                    <a:schemeClr val="dk1"/>
                  </a:solidFill>
                  <a:latin typeface="Segoe UI"/>
                  <a:ea typeface="Microsoft JhengHei"/>
                  <a:cs typeface="Segoe UI"/>
                </a:rPr>
                <a:t>相似案例</a:t>
              </a:r>
            </a:p>
          </p:txBody>
        </p:sp>
        <p:sp>
          <p:nvSpPr>
            <p:cNvPr id="67" name="TextBox 67"/>
            <p:cNvSpPr txBox="1"/>
            <p:nvPr>
              <p:custDataLst>
                <p:tags r:id="rId22"/>
              </p:custDataLst>
            </p:nvPr>
          </p:nvSpPr>
          <p:spPr>
            <a:xfrm>
              <a:off x="4442079" y="4648200"/>
              <a:ext cx="2273808"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只檢索訓練資料，依相似度排序</a:t>
              </a:r>
            </a:p>
          </p:txBody>
        </p:sp>
        <p:sp>
          <p:nvSpPr>
            <p:cNvPr id="68" name="Rectangle 68"/>
            <p:cNvSpPr/>
            <p:nvPr/>
          </p:nvSpPr>
          <p:spPr>
            <a:xfrm>
              <a:off x="8286750" y="2209800"/>
              <a:ext cx="3295650" cy="876300"/>
            </a:xfrm>
            <a:prstGeom prst="roundRect">
              <a:avLst>
                <a:gd name="adj" fmla="val 15217"/>
              </a:avLst>
            </a:prstGeom>
            <a:solidFill>
              <a:srgbClr val="EAF1FE"/>
            </a:solidFill>
            <a:ln>
              <a:noFill/>
            </a:ln>
          </p:spPr>
        </p:sp>
        <p:sp>
          <p:nvSpPr>
            <p:cNvPr id="69" name="TextBox 69"/>
            <p:cNvSpPr txBox="1"/>
            <p:nvPr>
              <p:custDataLst>
                <p:tags r:id="rId23"/>
              </p:custDataLst>
            </p:nvPr>
          </p:nvSpPr>
          <p:spPr>
            <a:xfrm>
              <a:off x="9045575" y="2374900"/>
              <a:ext cx="1714500" cy="352044"/>
            </a:xfrm>
            <a:prstGeom prst="rect">
              <a:avLst/>
            </a:prstGeom>
            <a:noFill/>
            <a:ln>
              <a:noFill/>
            </a:ln>
          </p:spPr>
          <p:txBody>
            <a:bodyPr wrap="none" lIns="0" tIns="0" rIns="0" bIns="0" anchor="t" anchorCtr="0">
              <a:spAutoFit/>
            </a:bodyPr>
            <a:lstStyle/>
            <a:p>
              <a:pPr algn="ctr"/>
              <a:r>
                <a:rPr lang="zh-TW" sz="1800" b="1" dirty="0">
                  <a:solidFill>
                    <a:schemeClr val="accent1"/>
                  </a:solidFill>
                  <a:latin typeface="Segoe UI"/>
                  <a:ea typeface="Microsoft JhengHei"/>
                  <a:cs typeface="Segoe UI"/>
                </a:rPr>
                <a:t>判定＋案例證據</a:t>
              </a:r>
            </a:p>
          </p:txBody>
        </p:sp>
        <p:sp>
          <p:nvSpPr>
            <p:cNvPr id="70" name="TextBox 70"/>
            <p:cNvSpPr txBox="1"/>
            <p:nvPr>
              <p:custDataLst>
                <p:tags r:id="rId24"/>
              </p:custDataLst>
            </p:nvPr>
          </p:nvSpPr>
          <p:spPr>
            <a:xfrm>
              <a:off x="9388932" y="2743200"/>
              <a:ext cx="1046836" cy="250317"/>
            </a:xfrm>
            <a:prstGeom prst="rect">
              <a:avLst/>
            </a:prstGeom>
            <a:noFill/>
            <a:ln>
              <a:noFill/>
            </a:ln>
          </p:spPr>
          <p:txBody>
            <a:bodyPr wrap="none" lIns="0" tIns="0" rIns="0" bIns="0" anchor="t" anchorCtr="0">
              <a:spAutoFit/>
            </a:bodyPr>
            <a:lstStyle/>
            <a:p>
              <a:pPr algn="ctr"/>
              <a:r>
                <a:rPr lang="zh-TW" sz="1280" dirty="0">
                  <a:solidFill>
                    <a:srgbClr val="52637A"/>
                  </a:solidFill>
                  <a:latin typeface="Segoe UI"/>
                  <a:ea typeface="Microsoft JhengHei"/>
                  <a:cs typeface="Segoe UI"/>
                </a:rPr>
                <a:t>核對同一事件</a:t>
              </a:r>
            </a:p>
          </p:txBody>
        </p:sp>
        <p:sp>
          <p:nvSpPr>
            <p:cNvPr id="71" name="Freeform 71"/>
            <p:cNvSpPr/>
            <p:nvPr/>
          </p:nvSpPr>
          <p:spPr>
            <a:xfrm>
              <a:off x="8829675" y="3086100"/>
              <a:ext cx="1104900" cy="304800"/>
            </a:xfrm>
            <a:custGeom>
              <a:avLst/>
              <a:gdLst/>
              <a:ahLst/>
              <a:cxnLst/>
              <a:rect l="l" t="t" r="r" b="b"/>
              <a:pathLst>
                <a:path w="1104900" h="304800">
                  <a:moveTo>
                    <a:pt x="1104900" y="0"/>
                  </a:moveTo>
                  <a:lnTo>
                    <a:pt x="1104900" y="152400"/>
                  </a:lnTo>
                  <a:lnTo>
                    <a:pt x="0" y="152400"/>
                  </a:lnTo>
                  <a:lnTo>
                    <a:pt x="0" y="304800"/>
                  </a:lnTo>
                </a:path>
              </a:pathLst>
            </a:custGeom>
            <a:noFill/>
            <a:ln w="23812">
              <a:solidFill>
                <a:schemeClr val="accent1"/>
              </a:solidFill>
              <a:round/>
            </a:ln>
          </p:spPr>
        </p:sp>
        <p:sp>
          <p:nvSpPr>
            <p:cNvPr id="72" name="Freeform 72"/>
            <p:cNvSpPr/>
            <p:nvPr/>
          </p:nvSpPr>
          <p:spPr>
            <a:xfrm>
              <a:off x="87725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3" name="Freeform 73"/>
            <p:cNvSpPr/>
            <p:nvPr/>
          </p:nvSpPr>
          <p:spPr>
            <a:xfrm>
              <a:off x="9934575" y="323850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74" name="Freeform 74"/>
            <p:cNvSpPr/>
            <p:nvPr/>
          </p:nvSpPr>
          <p:spPr>
            <a:xfrm>
              <a:off x="98774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5" name="Freeform 75"/>
            <p:cNvSpPr/>
            <p:nvPr/>
          </p:nvSpPr>
          <p:spPr>
            <a:xfrm>
              <a:off x="9934575" y="3238500"/>
              <a:ext cx="1104900" cy="152400"/>
            </a:xfrm>
            <a:custGeom>
              <a:avLst/>
              <a:gdLst/>
              <a:ahLst/>
              <a:cxnLst/>
              <a:rect l="l" t="t" r="r" b="b"/>
              <a:pathLst>
                <a:path w="1104900" h="152400">
                  <a:moveTo>
                    <a:pt x="0" y="0"/>
                  </a:moveTo>
                  <a:lnTo>
                    <a:pt x="1104900" y="0"/>
                  </a:lnTo>
                  <a:lnTo>
                    <a:pt x="1104900" y="152400"/>
                  </a:lnTo>
                </a:path>
              </a:pathLst>
            </a:custGeom>
            <a:noFill/>
            <a:ln w="23812">
              <a:solidFill>
                <a:schemeClr val="accent1"/>
              </a:solidFill>
              <a:round/>
            </a:ln>
          </p:spPr>
        </p:sp>
        <p:sp>
          <p:nvSpPr>
            <p:cNvPr id="76" name="Freeform 76"/>
            <p:cNvSpPr/>
            <p:nvPr/>
          </p:nvSpPr>
          <p:spPr>
            <a:xfrm>
              <a:off x="109823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7" name="Rectangle 77"/>
            <p:cNvSpPr/>
            <p:nvPr/>
          </p:nvSpPr>
          <p:spPr>
            <a:xfrm>
              <a:off x="8286750" y="3409950"/>
              <a:ext cx="1009650" cy="952500"/>
            </a:xfrm>
            <a:prstGeom prst="roundRect">
              <a:avLst>
                <a:gd name="adj" fmla="val 12000"/>
              </a:avLst>
            </a:prstGeom>
            <a:solidFill>
              <a:schemeClr val="lt1"/>
            </a:solidFill>
            <a:ln w="9525">
              <a:solidFill>
                <a:srgbClr val="DCE3EC"/>
              </a:solidFill>
            </a:ln>
          </p:spPr>
        </p:sp>
        <p:grpSp>
          <p:nvGrpSpPr>
            <p:cNvPr id="81" name="Group 81"/>
            <p:cNvGrpSpPr/>
            <p:nvPr/>
          </p:nvGrpSpPr>
          <p:grpSpPr>
            <a:xfrm>
              <a:off x="8652272" y="3556397"/>
              <a:ext cx="278606" cy="278606"/>
              <a:chOff x="8652272" y="3556397"/>
              <a:chExt cx="278606" cy="278606"/>
            </a:xfrm>
          </p:grpSpPr>
          <p:sp>
            <p:nvSpPr>
              <p:cNvPr id="78" name="Ellipse 78"/>
              <p:cNvSpPr/>
              <p:nvPr/>
            </p:nvSpPr>
            <p:spPr>
              <a:xfrm>
                <a:off x="8652272" y="3556397"/>
                <a:ext cx="278606" cy="278606"/>
              </a:xfrm>
              <a:prstGeom prst="ellipse">
                <a:avLst/>
              </a:prstGeom>
              <a:solidFill>
                <a:srgbClr val="E2F3F0"/>
              </a:solidFill>
              <a:ln w="13395">
                <a:solidFill>
                  <a:schemeClr val="accent3"/>
                </a:solidFill>
              </a:ln>
            </p:spPr>
          </p:sp>
          <p:sp>
            <p:nvSpPr>
              <p:cNvPr id="79" name="Line 79"/>
              <p:cNvSpPr/>
              <p:nvPr/>
            </p:nvSpPr>
            <p:spPr>
              <a:xfrm>
                <a:off x="8721923" y="3701058"/>
                <a:ext cx="48220" cy="48220"/>
              </a:xfrm>
              <a:custGeom>
                <a:avLst/>
                <a:gdLst/>
                <a:ahLst/>
                <a:cxnLst/>
                <a:rect l="l" t="t" r="r" b="b"/>
                <a:pathLst>
                  <a:path w="48220" h="48220">
                    <a:moveTo>
                      <a:pt x="0" y="0"/>
                    </a:moveTo>
                    <a:lnTo>
                      <a:pt x="48220" y="48220"/>
                    </a:lnTo>
                  </a:path>
                </a:pathLst>
              </a:custGeom>
              <a:noFill/>
              <a:ln w="21431" cap="rnd">
                <a:solidFill>
                  <a:schemeClr val="accent3"/>
                </a:solidFill>
              </a:ln>
            </p:spPr>
          </p:sp>
          <p:sp>
            <p:nvSpPr>
              <p:cNvPr id="80" name="Line 80"/>
              <p:cNvSpPr/>
              <p:nvPr/>
            </p:nvSpPr>
            <p:spPr>
              <a:xfrm>
                <a:off x="8770144" y="3642122"/>
                <a:ext cx="96441" cy="107156"/>
              </a:xfrm>
              <a:custGeom>
                <a:avLst/>
                <a:gdLst/>
                <a:ahLst/>
                <a:cxnLst/>
                <a:rect l="l" t="t" r="r" b="b"/>
                <a:pathLst>
                  <a:path w="96441" h="107156">
                    <a:moveTo>
                      <a:pt x="0" y="107156"/>
                    </a:moveTo>
                    <a:lnTo>
                      <a:pt x="96441" y="0"/>
                    </a:lnTo>
                  </a:path>
                </a:pathLst>
              </a:custGeom>
              <a:noFill/>
              <a:ln w="21431" cap="rnd">
                <a:solidFill>
                  <a:schemeClr val="accent3"/>
                </a:solidFill>
              </a:ln>
            </p:spPr>
          </p:sp>
        </p:grpSp>
        <p:sp>
          <p:nvSpPr>
            <p:cNvPr id="82" name="TextBox 82"/>
            <p:cNvSpPr txBox="1"/>
            <p:nvPr>
              <p:custDataLst>
                <p:tags r:id="rId25"/>
              </p:custDataLst>
            </p:nvPr>
          </p:nvSpPr>
          <p:spPr>
            <a:xfrm>
              <a:off x="8568570" y="401320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支持</a:t>
              </a:r>
            </a:p>
          </p:txBody>
        </p:sp>
        <p:sp>
          <p:nvSpPr>
            <p:cNvPr id="83" name="Rectangle 83"/>
            <p:cNvSpPr/>
            <p:nvPr/>
          </p:nvSpPr>
          <p:spPr>
            <a:xfrm>
              <a:off x="9429750" y="3409950"/>
              <a:ext cx="1009650" cy="952500"/>
            </a:xfrm>
            <a:prstGeom prst="roundRect">
              <a:avLst>
                <a:gd name="adj" fmla="val 12000"/>
              </a:avLst>
            </a:prstGeom>
            <a:solidFill>
              <a:schemeClr val="lt1"/>
            </a:solidFill>
            <a:ln w="9525">
              <a:solidFill>
                <a:srgbClr val="DCE3EC"/>
              </a:solidFill>
            </a:ln>
          </p:spPr>
        </p:sp>
        <p:grpSp>
          <p:nvGrpSpPr>
            <p:cNvPr id="86" name="Group 86"/>
            <p:cNvGrpSpPr/>
            <p:nvPr/>
          </p:nvGrpSpPr>
          <p:grpSpPr>
            <a:xfrm>
              <a:off x="9811345" y="3572470"/>
              <a:ext cx="251818" cy="251818"/>
              <a:chOff x="9811345" y="3572470"/>
              <a:chExt cx="251818" cy="251818"/>
            </a:xfrm>
          </p:grpSpPr>
          <p:sp>
            <p:nvSpPr>
              <p:cNvPr id="84" name="Ellipse 84"/>
              <p:cNvSpPr/>
              <p:nvPr/>
            </p:nvSpPr>
            <p:spPr>
              <a:xfrm>
                <a:off x="9811345" y="3572470"/>
                <a:ext cx="182166" cy="182166"/>
              </a:xfrm>
              <a:prstGeom prst="ellipse">
                <a:avLst/>
              </a:prstGeom>
              <a:solidFill>
                <a:schemeClr val="lt1"/>
              </a:solidFill>
              <a:ln w="13395">
                <a:solidFill>
                  <a:schemeClr val="accent1"/>
                </a:solidFill>
              </a:ln>
            </p:spPr>
          </p:sp>
          <p:sp>
            <p:nvSpPr>
              <p:cNvPr id="85" name="Line 85"/>
              <p:cNvSpPr/>
              <p:nvPr/>
            </p:nvSpPr>
            <p:spPr>
              <a:xfrm>
                <a:off x="9972080" y="3733205"/>
                <a:ext cx="91083" cy="91083"/>
              </a:xfrm>
              <a:custGeom>
                <a:avLst/>
                <a:gdLst/>
                <a:ahLst/>
                <a:cxnLst/>
                <a:rect l="l" t="t" r="r" b="b"/>
                <a:pathLst>
                  <a:path w="91083" h="91083">
                    <a:moveTo>
                      <a:pt x="0" y="0"/>
                    </a:moveTo>
                    <a:lnTo>
                      <a:pt x="91083" y="91083"/>
                    </a:lnTo>
                  </a:path>
                </a:pathLst>
              </a:custGeom>
              <a:noFill/>
              <a:ln w="21431" cap="rnd">
                <a:solidFill>
                  <a:schemeClr val="accent1"/>
                </a:solidFill>
              </a:ln>
            </p:spPr>
          </p:sp>
        </p:grpSp>
        <p:sp>
          <p:nvSpPr>
            <p:cNvPr id="87" name="TextBox 87"/>
            <p:cNvSpPr txBox="1"/>
            <p:nvPr>
              <p:custDataLst>
                <p:tags r:id="rId26"/>
              </p:custDataLst>
            </p:nvPr>
          </p:nvSpPr>
          <p:spPr>
            <a:xfrm>
              <a:off x="9711570" y="401320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複核</a:t>
              </a:r>
            </a:p>
          </p:txBody>
        </p:sp>
        <p:sp>
          <p:nvSpPr>
            <p:cNvPr id="88" name="Rectangle 88"/>
            <p:cNvSpPr/>
            <p:nvPr/>
          </p:nvSpPr>
          <p:spPr>
            <a:xfrm>
              <a:off x="10572750" y="3409950"/>
              <a:ext cx="1009650" cy="952500"/>
            </a:xfrm>
            <a:prstGeom prst="roundRect">
              <a:avLst>
                <a:gd name="adj" fmla="val 12000"/>
              </a:avLst>
            </a:prstGeom>
            <a:solidFill>
              <a:schemeClr val="lt1"/>
            </a:solidFill>
            <a:ln w="9525">
              <a:solidFill>
                <a:srgbClr val="DCE3EC"/>
              </a:solidFill>
            </a:ln>
          </p:spPr>
        </p:sp>
        <p:grpSp>
          <p:nvGrpSpPr>
            <p:cNvPr id="92" name="Group 92"/>
            <p:cNvGrpSpPr/>
            <p:nvPr/>
          </p:nvGrpSpPr>
          <p:grpSpPr>
            <a:xfrm>
              <a:off x="10938272" y="3556397"/>
              <a:ext cx="278606" cy="278606"/>
              <a:chOff x="10938272" y="3556397"/>
              <a:chExt cx="278606" cy="278606"/>
            </a:xfrm>
          </p:grpSpPr>
          <p:sp>
            <p:nvSpPr>
              <p:cNvPr id="89" name="Ellipse 89"/>
              <p:cNvSpPr/>
              <p:nvPr/>
            </p:nvSpPr>
            <p:spPr>
              <a:xfrm>
                <a:off x="10938272" y="3556397"/>
                <a:ext cx="278606" cy="278606"/>
              </a:xfrm>
              <a:prstGeom prst="ellipse">
                <a:avLst/>
              </a:prstGeom>
              <a:solidFill>
                <a:srgbClr val="EAF1FE"/>
              </a:solidFill>
              <a:ln w="13395">
                <a:solidFill>
                  <a:schemeClr val="accent1"/>
                </a:solidFill>
              </a:ln>
            </p:spPr>
          </p:sp>
          <p:sp>
            <p:nvSpPr>
              <p:cNvPr id="90" name="Line 90"/>
              <p:cNvSpPr/>
              <p:nvPr/>
            </p:nvSpPr>
            <p:spPr>
              <a:xfrm>
                <a:off x="11077575" y="3759994"/>
                <a:ext cx="9525" cy="9525"/>
              </a:xfrm>
              <a:custGeom>
                <a:avLst/>
                <a:gdLst/>
                <a:ahLst/>
                <a:cxnLst/>
                <a:rect l="l" t="t" r="r" b="b"/>
                <a:pathLst>
                  <a:path w="9525" h="9525">
                    <a:moveTo>
                      <a:pt x="0" y="0"/>
                    </a:moveTo>
                    <a:lnTo>
                      <a:pt x="0" y="5358"/>
                    </a:lnTo>
                  </a:path>
                </a:pathLst>
              </a:custGeom>
              <a:noFill/>
              <a:ln w="26789" cap="rnd">
                <a:solidFill>
                  <a:schemeClr val="accent1"/>
                </a:solidFill>
              </a:ln>
            </p:spPr>
          </p:sp>
          <p:sp>
            <p:nvSpPr>
              <p:cNvPr id="91" name="Freeform 91"/>
              <p:cNvSpPr/>
              <p:nvPr/>
            </p:nvSpPr>
            <p:spPr>
              <a:xfrm>
                <a:off x="11034712" y="3599259"/>
                <a:ext cx="85725" cy="123230"/>
              </a:xfrm>
              <a:custGeom>
                <a:avLst/>
                <a:gdLst/>
                <a:ahLst/>
                <a:cxnLst/>
                <a:rect l="l" t="t" r="r" b="b"/>
                <a:pathLst>
                  <a:path w="85725" h="123230">
                    <a:moveTo>
                      <a:pt x="0" y="53578"/>
                    </a:moveTo>
                    <a:cubicBezTo>
                      <a:pt x="0" y="0"/>
                      <a:pt x="85725" y="0"/>
                      <a:pt x="85725" y="53578"/>
                    </a:cubicBezTo>
                    <a:cubicBezTo>
                      <a:pt x="85725" y="91083"/>
                      <a:pt x="42862" y="91083"/>
                      <a:pt x="42862" y="123230"/>
                    </a:cubicBezTo>
                  </a:path>
                </a:pathLst>
              </a:custGeom>
              <a:noFill/>
              <a:ln w="21431" cap="rnd">
                <a:solidFill>
                  <a:schemeClr val="accent1"/>
                </a:solidFill>
              </a:ln>
            </p:spPr>
          </p:sp>
        </p:grpSp>
        <p:sp>
          <p:nvSpPr>
            <p:cNvPr id="93" name="TextBox 93"/>
            <p:cNvSpPr txBox="1"/>
            <p:nvPr>
              <p:custDataLst>
                <p:tags r:id="rId27"/>
              </p:custDataLst>
            </p:nvPr>
          </p:nvSpPr>
          <p:spPr>
            <a:xfrm>
              <a:off x="10758989" y="4013200"/>
              <a:ext cx="58795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不確定</a:t>
              </a:r>
            </a:p>
          </p:txBody>
        </p:sp>
        <p:sp>
          <p:nvSpPr>
            <p:cNvPr id="94" name="TextBox 94"/>
            <p:cNvSpPr txBox="1"/>
            <p:nvPr>
              <p:custDataLst>
                <p:tags r:id="rId28"/>
              </p:custDataLst>
            </p:nvPr>
          </p:nvSpPr>
          <p:spPr>
            <a:xfrm>
              <a:off x="8278368" y="4502150"/>
              <a:ext cx="1349502"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保留正式分類</a:t>
              </a:r>
            </a:p>
          </p:txBody>
        </p:sp>
        <p:sp>
          <p:nvSpPr>
            <p:cNvPr id="95" name="TextBox 95"/>
            <p:cNvSpPr txBox="1"/>
            <p:nvPr>
              <p:custDataLst>
                <p:tags r:id="rId29"/>
              </p:custDataLst>
            </p:nvPr>
          </p:nvSpPr>
          <p:spPr>
            <a:xfrm>
              <a:off x="8280654" y="4838700"/>
              <a:ext cx="1627632"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稽核結論附回事件紀錄</a:t>
              </a:r>
            </a:p>
          </p:txBody>
        </p:sp>
        <p:sp>
          <p:nvSpPr>
            <p:cNvPr id="96" name="Rectangle 96"/>
            <p:cNvSpPr/>
            <p:nvPr/>
          </p:nvSpPr>
          <p:spPr>
            <a:xfrm>
              <a:off x="609600" y="5562600"/>
              <a:ext cx="10972800" cy="533400"/>
            </a:xfrm>
            <a:prstGeom prst="roundRect">
              <a:avLst>
                <a:gd name="adj" fmla="val 21429"/>
              </a:avLst>
            </a:prstGeom>
            <a:solidFill>
              <a:schemeClr val="lt2"/>
            </a:solidFill>
            <a:ln>
              <a:noFill/>
            </a:ln>
          </p:spPr>
        </p:sp>
        <p:sp>
          <p:nvSpPr>
            <p:cNvPr id="97" name="Ellipse 97"/>
            <p:cNvSpPr/>
            <p:nvPr/>
          </p:nvSpPr>
          <p:spPr>
            <a:xfrm>
              <a:off x="819150" y="5772150"/>
              <a:ext cx="114300" cy="114300"/>
            </a:xfrm>
            <a:prstGeom prst="ellipse">
              <a:avLst/>
            </a:prstGeom>
            <a:solidFill>
              <a:schemeClr val="accent2"/>
            </a:solidFill>
            <a:ln>
              <a:noFill/>
            </a:ln>
          </p:spPr>
        </p:sp>
        <p:sp>
          <p:nvSpPr>
            <p:cNvPr id="98" name="TextBox 98"/>
            <p:cNvSpPr txBox="1"/>
            <p:nvPr>
              <p:custDataLst>
                <p:tags r:id="rId30"/>
              </p:custDataLst>
            </p:nvPr>
          </p:nvSpPr>
          <p:spPr>
            <a:xfrm>
              <a:off x="1059180" y="5705475"/>
              <a:ext cx="4337630" cy="293370"/>
            </a:xfrm>
            <a:prstGeom prst="rect">
              <a:avLst/>
            </a:prstGeom>
            <a:noFill/>
            <a:ln>
              <a:noFill/>
            </a:ln>
          </p:spPr>
          <p:txBody>
            <a:bodyPr wrap="none" lIns="0" tIns="0" rIns="0" bIns="0" anchor="t" anchorCtr="0">
              <a:spAutoFit/>
            </a:bodyPr>
            <a:lstStyle/>
            <a:p>
              <a:pPr algn="l"/>
              <a:r>
                <a:rPr lang="zh-TW" sz="1500" b="1" dirty="0">
                  <a:solidFill>
                    <a:schemeClr val="dk1"/>
                  </a:solidFill>
                  <a:latin typeface="Segoe UI"/>
                  <a:ea typeface="Microsoft JhengHei"/>
                  <a:cs typeface="Segoe UI"/>
                </a:rPr>
                <a:t>同一事件</a:t>
              </a:r>
              <a:r>
                <a:rPr lang="en-US" sz="1500" b="1" dirty="0">
                  <a:solidFill>
                    <a:schemeClr val="dk1"/>
                  </a:solidFill>
                  <a:latin typeface="Segoe UI"/>
                  <a:ea typeface="Microsoft JhengHei"/>
                  <a:cs typeface="Segoe UI"/>
                </a:rPr>
                <a:t> ID</a:t>
              </a:r>
              <a:r>
                <a:rPr lang="zh-TW" sz="1500" b="1" dirty="0">
                  <a:solidFill>
                    <a:schemeClr val="dk1"/>
                  </a:solidFill>
                  <a:latin typeface="Segoe UI"/>
                  <a:ea typeface="Microsoft JhengHei"/>
                  <a:cs typeface="Segoe UI"/>
                </a:rPr>
                <a:t>：分類結果與檢索證據一路可追溯。</a:t>
              </a:r>
            </a:p>
          </p:txBody>
        </p:sp>
      </p:grpSp>
      <p:grpSp>
        <p:nvGrpSpPr>
          <p:cNvPr id="112" name="footer"/>
          <p:cNvGrpSpPr/>
          <p:nvPr/>
        </p:nvGrpSpPr>
        <p:grpSpPr>
          <a:xfrm>
            <a:off x="604266" y="6400800"/>
            <a:ext cx="10978134" cy="316484"/>
            <a:chOff x="604266" y="6400800"/>
            <a:chExt cx="10978134" cy="316484"/>
          </a:xfrm>
        </p:grpSpPr>
        <p:sp>
          <p:nvSpPr>
            <p:cNvPr id="100" name="Line 100"/>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01" name="TextBox 101"/>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02" name="Rectangle 102"/>
            <p:cNvSpPr/>
            <p:nvPr/>
          </p:nvSpPr>
          <p:spPr>
            <a:xfrm>
              <a:off x="8724900" y="6553200"/>
              <a:ext cx="133350" cy="38100"/>
            </a:xfrm>
            <a:prstGeom prst="roundRect">
              <a:avLst>
                <a:gd name="adj" fmla="val 50000"/>
              </a:avLst>
            </a:prstGeom>
            <a:solidFill>
              <a:srgbClr val="DCE3EC"/>
            </a:solidFill>
            <a:ln>
              <a:noFill/>
            </a:ln>
          </p:spPr>
        </p:sp>
        <p:sp>
          <p:nvSpPr>
            <p:cNvPr id="103" name="Rectangle 103"/>
            <p:cNvSpPr/>
            <p:nvPr/>
          </p:nvSpPr>
          <p:spPr>
            <a:xfrm>
              <a:off x="8915400" y="6553200"/>
              <a:ext cx="133350" cy="38100"/>
            </a:xfrm>
            <a:prstGeom prst="roundRect">
              <a:avLst>
                <a:gd name="adj" fmla="val 50000"/>
              </a:avLst>
            </a:prstGeom>
            <a:solidFill>
              <a:srgbClr val="DCE3EC"/>
            </a:solidFill>
            <a:ln>
              <a:noFill/>
            </a:ln>
          </p:spPr>
        </p:sp>
        <p:sp>
          <p:nvSpPr>
            <p:cNvPr id="104" name="Rectangle 104"/>
            <p:cNvSpPr/>
            <p:nvPr/>
          </p:nvSpPr>
          <p:spPr>
            <a:xfrm>
              <a:off x="9105900" y="6553200"/>
              <a:ext cx="133350" cy="38100"/>
            </a:xfrm>
            <a:prstGeom prst="roundRect">
              <a:avLst>
                <a:gd name="adj" fmla="val 50000"/>
              </a:avLst>
            </a:prstGeom>
            <a:solidFill>
              <a:srgbClr val="DCE3EC"/>
            </a:solidFill>
            <a:ln>
              <a:noFill/>
            </a:ln>
          </p:spPr>
        </p:sp>
        <p:sp>
          <p:nvSpPr>
            <p:cNvPr id="105" name="Rectangle 105"/>
            <p:cNvSpPr/>
            <p:nvPr/>
          </p:nvSpPr>
          <p:spPr>
            <a:xfrm>
              <a:off x="9296400" y="6553200"/>
              <a:ext cx="133350" cy="38100"/>
            </a:xfrm>
            <a:prstGeom prst="roundRect">
              <a:avLst>
                <a:gd name="adj" fmla="val 50000"/>
              </a:avLst>
            </a:prstGeom>
            <a:solidFill>
              <a:srgbClr val="DCE3EC"/>
            </a:solidFill>
            <a:ln>
              <a:noFill/>
            </a:ln>
          </p:spPr>
        </p:sp>
        <p:sp>
          <p:nvSpPr>
            <p:cNvPr id="106" name="Rectangle 106"/>
            <p:cNvSpPr/>
            <p:nvPr/>
          </p:nvSpPr>
          <p:spPr>
            <a:xfrm>
              <a:off x="9486900" y="6553200"/>
              <a:ext cx="133350" cy="38100"/>
            </a:xfrm>
            <a:prstGeom prst="roundRect">
              <a:avLst>
                <a:gd name="adj" fmla="val 50000"/>
              </a:avLst>
            </a:prstGeom>
            <a:solidFill>
              <a:schemeClr val="accent2"/>
            </a:solidFill>
            <a:ln>
              <a:noFill/>
            </a:ln>
          </p:spPr>
        </p:sp>
        <p:sp>
          <p:nvSpPr>
            <p:cNvPr id="107" name="Rectangle 107"/>
            <p:cNvSpPr/>
            <p:nvPr/>
          </p:nvSpPr>
          <p:spPr>
            <a:xfrm>
              <a:off x="9677400" y="6553200"/>
              <a:ext cx="133350" cy="38100"/>
            </a:xfrm>
            <a:prstGeom prst="roundRect">
              <a:avLst>
                <a:gd name="adj" fmla="val 50000"/>
              </a:avLst>
            </a:prstGeom>
            <a:solidFill>
              <a:srgbClr val="DCE3EC"/>
            </a:solidFill>
            <a:ln>
              <a:noFill/>
            </a:ln>
          </p:spPr>
        </p:sp>
        <p:sp>
          <p:nvSpPr>
            <p:cNvPr id="108" name="Rectangle 108"/>
            <p:cNvSpPr/>
            <p:nvPr/>
          </p:nvSpPr>
          <p:spPr>
            <a:xfrm>
              <a:off x="9867900" y="6553200"/>
              <a:ext cx="133350" cy="38100"/>
            </a:xfrm>
            <a:prstGeom prst="roundRect">
              <a:avLst>
                <a:gd name="adj" fmla="val 50000"/>
              </a:avLst>
            </a:prstGeom>
            <a:solidFill>
              <a:srgbClr val="DCE3EC"/>
            </a:solidFill>
            <a:ln>
              <a:noFill/>
            </a:ln>
          </p:spPr>
        </p:sp>
        <p:sp>
          <p:nvSpPr>
            <p:cNvPr id="109" name="Rectangle 109"/>
            <p:cNvSpPr/>
            <p:nvPr/>
          </p:nvSpPr>
          <p:spPr>
            <a:xfrm>
              <a:off x="10058400" y="6553200"/>
              <a:ext cx="133350" cy="38100"/>
            </a:xfrm>
            <a:prstGeom prst="roundRect">
              <a:avLst>
                <a:gd name="adj" fmla="val 50000"/>
              </a:avLst>
            </a:prstGeom>
            <a:solidFill>
              <a:srgbClr val="DCE3EC"/>
            </a:solidFill>
            <a:ln>
              <a:noFill/>
            </a:ln>
          </p:spPr>
        </p:sp>
        <p:sp>
          <p:nvSpPr>
            <p:cNvPr id="110" name="Rectangle 110"/>
            <p:cNvSpPr/>
            <p:nvPr/>
          </p:nvSpPr>
          <p:spPr>
            <a:xfrm>
              <a:off x="10248900" y="6553200"/>
              <a:ext cx="133350" cy="38100"/>
            </a:xfrm>
            <a:prstGeom prst="roundRect">
              <a:avLst>
                <a:gd name="adj" fmla="val 50000"/>
              </a:avLst>
            </a:prstGeom>
            <a:solidFill>
              <a:srgbClr val="DCE3EC"/>
            </a:solidFill>
            <a:ln>
              <a:noFill/>
            </a:ln>
          </p:spPr>
        </p:sp>
        <p:sp>
          <p:nvSpPr>
            <p:cNvPr id="111" name="TextBox 111"/>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05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783961" cy="855853"/>
            <a:chOff x="595122" y="431800"/>
            <a:chExt cx="5783961"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3"/>
              </p:custDataLst>
            </p:nvPr>
          </p:nvSpPr>
          <p:spPr>
            <a:xfrm>
              <a:off x="794385" y="431800"/>
              <a:ext cx="757075"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CONTROL</a:t>
              </a:r>
            </a:p>
          </p:txBody>
        </p:sp>
        <p:sp>
          <p:nvSpPr>
            <p:cNvPr id="4" name="TextBox 4"/>
            <p:cNvSpPr txBox="1"/>
            <p:nvPr>
              <p:custDataLst>
                <p:tags r:id="rId24"/>
              </p:custDataLst>
            </p:nvPr>
          </p:nvSpPr>
          <p:spPr>
            <a:xfrm>
              <a:off x="595122" y="730250"/>
              <a:ext cx="5783961"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受控執行，留下可回復的處置紀錄</a:t>
              </a:r>
            </a:p>
          </p:txBody>
        </p:sp>
      </p:grpSp>
      <p:grpSp>
        <p:nvGrpSpPr>
          <p:cNvPr id="67" name="page-content"/>
          <p:cNvGrpSpPr/>
          <p:nvPr/>
        </p:nvGrpSpPr>
        <p:grpSpPr>
          <a:xfrm>
            <a:off x="599694" y="1485900"/>
            <a:ext cx="10982706" cy="4654296"/>
            <a:chOff x="599694" y="1485900"/>
            <a:chExt cx="10982706" cy="4654296"/>
          </a:xfrm>
        </p:grpSpPr>
        <p:sp>
          <p:nvSpPr>
            <p:cNvPr id="6" name="Rectangle 6"/>
            <p:cNvSpPr/>
            <p:nvPr/>
          </p:nvSpPr>
          <p:spPr>
            <a:xfrm>
              <a:off x="609600" y="1485900"/>
              <a:ext cx="2571750" cy="2381250"/>
            </a:xfrm>
            <a:prstGeom prst="roundRect">
              <a:avLst>
                <a:gd name="adj" fmla="val 6400"/>
              </a:avLst>
            </a:prstGeom>
            <a:solidFill>
              <a:schemeClr val="lt1"/>
            </a:solidFill>
            <a:ln w="9525">
              <a:solidFill>
                <a:srgbClr val="DCE3EC"/>
              </a:solidFill>
            </a:ln>
          </p:spPr>
        </p:sp>
        <p:sp>
          <p:nvSpPr>
            <p:cNvPr id="7" name="TextBox 7"/>
            <p:cNvSpPr txBox="1"/>
            <p:nvPr>
              <p:custDataLst>
                <p:tags r:id="rId3"/>
              </p:custDataLst>
            </p:nvPr>
          </p:nvSpPr>
          <p:spPr>
            <a:xfrm>
              <a:off x="83210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01</a:t>
              </a:r>
            </a:p>
          </p:txBody>
        </p:sp>
        <p:grpSp>
          <p:nvGrpSpPr>
            <p:cNvPr id="11" name="Group 11"/>
            <p:cNvGrpSpPr/>
            <p:nvPr/>
          </p:nvGrpSpPr>
          <p:grpSpPr>
            <a:xfrm>
              <a:off x="1595438" y="2033588"/>
              <a:ext cx="671512" cy="785812"/>
              <a:chOff x="1595438" y="2033588"/>
              <a:chExt cx="671512" cy="785812"/>
            </a:xfrm>
          </p:grpSpPr>
          <p:sp>
            <p:nvSpPr>
              <p:cNvPr id="8" name="Freeform 8"/>
              <p:cNvSpPr/>
              <p:nvPr/>
            </p:nvSpPr>
            <p:spPr>
              <a:xfrm>
                <a:off x="1595438" y="2033588"/>
                <a:ext cx="600075" cy="771525"/>
              </a:xfrm>
              <a:custGeom>
                <a:avLst/>
                <a:gdLst/>
                <a:ahLst/>
                <a:cxnLst/>
                <a:rect l="l" t="t" r="r" b="b"/>
                <a:pathLst>
                  <a:path w="600075" h="771525">
                    <a:moveTo>
                      <a:pt x="300038" y="0"/>
                    </a:moveTo>
                    <a:lnTo>
                      <a:pt x="600075" y="128588"/>
                    </a:lnTo>
                    <a:lnTo>
                      <a:pt x="600075" y="357188"/>
                    </a:lnTo>
                    <a:cubicBezTo>
                      <a:pt x="600075" y="542925"/>
                      <a:pt x="457200" y="671512"/>
                      <a:pt x="300038" y="771525"/>
                    </a:cubicBezTo>
                    <a:cubicBezTo>
                      <a:pt x="142875" y="671512"/>
                      <a:pt x="0" y="542925"/>
                      <a:pt x="0" y="357188"/>
                    </a:cubicBezTo>
                    <a:lnTo>
                      <a:pt x="0" y="128588"/>
                    </a:lnTo>
                    <a:close/>
                  </a:path>
                </a:pathLst>
              </a:custGeom>
              <a:solidFill>
                <a:schemeClr val="lt1"/>
              </a:solidFill>
              <a:ln w="42862" cap="rnd">
                <a:solidFill>
                  <a:schemeClr val="accent1"/>
                </a:solidFill>
                <a:round/>
              </a:ln>
            </p:spPr>
          </p:sp>
          <p:sp>
            <p:nvSpPr>
              <p:cNvPr id="9" name="Freeform 9"/>
              <p:cNvSpPr/>
              <p:nvPr/>
            </p:nvSpPr>
            <p:spPr>
              <a:xfrm>
                <a:off x="1738312" y="2276475"/>
                <a:ext cx="328612" cy="228600"/>
              </a:xfrm>
              <a:custGeom>
                <a:avLst/>
                <a:gdLst/>
                <a:ahLst/>
                <a:cxnLst/>
                <a:rect l="l" t="t" r="r" b="b"/>
                <a:pathLst>
                  <a:path w="328612" h="228600">
                    <a:moveTo>
                      <a:pt x="0" y="114300"/>
                    </a:moveTo>
                    <a:lnTo>
                      <a:pt x="114300" y="228600"/>
                    </a:lnTo>
                    <a:lnTo>
                      <a:pt x="328612" y="0"/>
                    </a:lnTo>
                  </a:path>
                </a:pathLst>
              </a:custGeom>
              <a:noFill/>
              <a:ln w="57150" cap="rnd">
                <a:solidFill>
                  <a:schemeClr val="accent1"/>
                </a:solidFill>
                <a:round/>
              </a:ln>
            </p:spPr>
          </p:sp>
          <p:sp>
            <p:nvSpPr>
              <p:cNvPr id="10" name="Freeform 10"/>
              <p:cNvSpPr/>
              <p:nvPr/>
            </p:nvSpPr>
            <p:spPr>
              <a:xfrm>
                <a:off x="2081212" y="2576512"/>
                <a:ext cx="185738" cy="242888"/>
              </a:xfrm>
              <a:custGeom>
                <a:avLst/>
                <a:gdLst/>
                <a:ahLst/>
                <a:cxnLst/>
                <a:rect l="l" t="t" r="r" b="b"/>
                <a:pathLst>
                  <a:path w="185738" h="242888">
                    <a:moveTo>
                      <a:pt x="42862" y="0"/>
                    </a:moveTo>
                    <a:lnTo>
                      <a:pt x="185738" y="0"/>
                    </a:lnTo>
                    <a:lnTo>
                      <a:pt x="185738" y="171450"/>
                    </a:lnTo>
                    <a:lnTo>
                      <a:pt x="0" y="171450"/>
                    </a:lnTo>
                    <a:moveTo>
                      <a:pt x="71438" y="100012"/>
                    </a:moveTo>
                    <a:lnTo>
                      <a:pt x="0" y="171450"/>
                    </a:lnTo>
                    <a:lnTo>
                      <a:pt x="71438" y="242888"/>
                    </a:lnTo>
                  </a:path>
                </a:pathLst>
              </a:custGeom>
              <a:noFill/>
              <a:ln w="42862" cap="rnd">
                <a:solidFill>
                  <a:schemeClr val="accent1"/>
                </a:solidFill>
                <a:round/>
              </a:ln>
            </p:spPr>
          </p:sp>
        </p:grpSp>
        <p:sp>
          <p:nvSpPr>
            <p:cNvPr id="12" name="TextBox 12"/>
            <p:cNvSpPr txBox="1"/>
            <p:nvPr>
              <p:custDataLst>
                <p:tags r:id="rId4"/>
              </p:custDataLst>
            </p:nvPr>
          </p:nvSpPr>
          <p:spPr>
            <a:xfrm>
              <a:off x="1326419"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政策檢查</a:t>
              </a:r>
            </a:p>
          </p:txBody>
        </p:sp>
        <p:sp>
          <p:nvSpPr>
            <p:cNvPr id="13" name="TextBox 13"/>
            <p:cNvSpPr txBox="1"/>
            <p:nvPr>
              <p:custDataLst>
                <p:tags r:id="rId5"/>
              </p:custDataLst>
            </p:nvPr>
          </p:nvSpPr>
          <p:spPr>
            <a:xfrm>
              <a:off x="1099049" y="3448050"/>
              <a:ext cx="1551577"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範圍 · 允許動作 · 期限</a:t>
              </a:r>
            </a:p>
          </p:txBody>
        </p:sp>
        <p:sp>
          <p:nvSpPr>
            <p:cNvPr id="14" name="Freeform 14"/>
            <p:cNvSpPr/>
            <p:nvPr/>
          </p:nvSpPr>
          <p:spPr>
            <a:xfrm>
              <a:off x="325755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15" name="Rectangle 15"/>
            <p:cNvSpPr/>
            <p:nvPr/>
          </p:nvSpPr>
          <p:spPr>
            <a:xfrm>
              <a:off x="3409950" y="1485900"/>
              <a:ext cx="2571750" cy="2381250"/>
            </a:xfrm>
            <a:prstGeom prst="roundRect">
              <a:avLst>
                <a:gd name="adj" fmla="val 6400"/>
              </a:avLst>
            </a:prstGeom>
            <a:solidFill>
              <a:schemeClr val="lt1"/>
            </a:solidFill>
            <a:ln w="9525">
              <a:solidFill>
                <a:srgbClr val="DCE3EC"/>
              </a:solidFill>
            </a:ln>
          </p:spPr>
        </p:sp>
        <p:sp>
          <p:nvSpPr>
            <p:cNvPr id="16" name="TextBox 16"/>
            <p:cNvSpPr txBox="1"/>
            <p:nvPr>
              <p:custDataLst>
                <p:tags r:id="rId6"/>
              </p:custDataLst>
            </p:nvPr>
          </p:nvSpPr>
          <p:spPr>
            <a:xfrm>
              <a:off x="363245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02</a:t>
              </a:r>
            </a:p>
          </p:txBody>
        </p:sp>
        <p:grpSp>
          <p:nvGrpSpPr>
            <p:cNvPr id="26" name="Group 26"/>
            <p:cNvGrpSpPr/>
            <p:nvPr/>
          </p:nvGrpSpPr>
          <p:grpSpPr>
            <a:xfrm>
              <a:off x="4310062" y="2076450"/>
              <a:ext cx="771526" cy="685800"/>
              <a:chOff x="4310062" y="2076450"/>
              <a:chExt cx="771526" cy="685800"/>
            </a:xfrm>
          </p:grpSpPr>
          <p:sp>
            <p:nvSpPr>
              <p:cNvPr id="17" name="Rectangle 17"/>
              <p:cNvSpPr/>
              <p:nvPr/>
            </p:nvSpPr>
            <p:spPr>
              <a:xfrm>
                <a:off x="4310062" y="2076450"/>
                <a:ext cx="771525" cy="685800"/>
              </a:xfrm>
              <a:prstGeom prst="roundRect">
                <a:avLst>
                  <a:gd name="adj" fmla="val 8333"/>
                </a:avLst>
              </a:prstGeom>
              <a:solidFill>
                <a:schemeClr val="lt1"/>
              </a:solidFill>
              <a:ln w="35719">
                <a:solidFill>
                  <a:schemeClr val="accent1"/>
                </a:solidFill>
              </a:ln>
            </p:spPr>
          </p:sp>
          <p:sp>
            <p:nvSpPr>
              <p:cNvPr id="18" name="Line 18"/>
              <p:cNvSpPr/>
              <p:nvPr/>
            </p:nvSpPr>
            <p:spPr>
              <a:xfrm>
                <a:off x="4310062" y="2305050"/>
                <a:ext cx="771525" cy="9525"/>
              </a:xfrm>
              <a:custGeom>
                <a:avLst/>
                <a:gdLst/>
                <a:ahLst/>
                <a:cxnLst/>
                <a:rect l="l" t="t" r="r" b="b"/>
                <a:pathLst>
                  <a:path w="771525" h="9525">
                    <a:moveTo>
                      <a:pt x="0" y="0"/>
                    </a:moveTo>
                    <a:lnTo>
                      <a:pt x="771525" y="0"/>
                    </a:lnTo>
                  </a:path>
                </a:pathLst>
              </a:custGeom>
              <a:noFill/>
              <a:ln w="28575" cap="rnd">
                <a:solidFill>
                  <a:srgbClr val="9AAAC0"/>
                </a:solidFill>
              </a:ln>
            </p:spPr>
          </p:sp>
          <p:sp>
            <p:nvSpPr>
              <p:cNvPr id="19" name="Line 19"/>
              <p:cNvSpPr/>
              <p:nvPr/>
            </p:nvSpPr>
            <p:spPr>
              <a:xfrm>
                <a:off x="4310062" y="2533650"/>
                <a:ext cx="771525" cy="9525"/>
              </a:xfrm>
              <a:custGeom>
                <a:avLst/>
                <a:gdLst/>
                <a:ahLst/>
                <a:cxnLst/>
                <a:rect l="l" t="t" r="r" b="b"/>
                <a:pathLst>
                  <a:path w="771525" h="9525">
                    <a:moveTo>
                      <a:pt x="0" y="0"/>
                    </a:moveTo>
                    <a:lnTo>
                      <a:pt x="771525" y="0"/>
                    </a:lnTo>
                  </a:path>
                </a:pathLst>
              </a:custGeom>
              <a:noFill/>
              <a:ln w="28575" cap="rnd">
                <a:solidFill>
                  <a:srgbClr val="9AAAC0"/>
                </a:solidFill>
              </a:ln>
            </p:spPr>
          </p:sp>
          <p:sp>
            <p:nvSpPr>
              <p:cNvPr id="20" name="Line 20"/>
              <p:cNvSpPr/>
              <p:nvPr/>
            </p:nvSpPr>
            <p:spPr>
              <a:xfrm>
                <a:off x="4567238" y="20764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1" name="Line 21"/>
              <p:cNvSpPr/>
              <p:nvPr/>
            </p:nvSpPr>
            <p:spPr>
              <a:xfrm>
                <a:off x="4852988" y="20764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2" name="Line 22"/>
              <p:cNvSpPr/>
              <p:nvPr/>
            </p:nvSpPr>
            <p:spPr>
              <a:xfrm>
                <a:off x="4452938" y="23050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3" name="Line 23"/>
              <p:cNvSpPr/>
              <p:nvPr/>
            </p:nvSpPr>
            <p:spPr>
              <a:xfrm>
                <a:off x="4767262" y="23050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4" name="Line 24"/>
              <p:cNvSpPr/>
              <p:nvPr/>
            </p:nvSpPr>
            <p:spPr>
              <a:xfrm>
                <a:off x="4567238" y="25336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5" name="Line 25"/>
              <p:cNvSpPr/>
              <p:nvPr/>
            </p:nvSpPr>
            <p:spPr>
              <a:xfrm>
                <a:off x="4852988" y="2533650"/>
                <a:ext cx="9525" cy="228600"/>
              </a:xfrm>
              <a:custGeom>
                <a:avLst/>
                <a:gdLst/>
                <a:ahLst/>
                <a:cxnLst/>
                <a:rect l="l" t="t" r="r" b="b"/>
                <a:pathLst>
                  <a:path w="9525" h="228600">
                    <a:moveTo>
                      <a:pt x="0" y="0"/>
                    </a:moveTo>
                    <a:lnTo>
                      <a:pt x="0" y="228600"/>
                    </a:lnTo>
                  </a:path>
                </a:pathLst>
              </a:custGeom>
              <a:noFill/>
              <a:ln w="28575" cap="rnd">
                <a:solidFill>
                  <a:srgbClr val="9AAAC0"/>
                </a:solidFill>
              </a:ln>
            </p:spPr>
          </p:sp>
        </p:grpSp>
        <p:sp>
          <p:nvSpPr>
            <p:cNvPr id="27" name="TextBox 27"/>
            <p:cNvSpPr txBox="1"/>
            <p:nvPr>
              <p:custDataLst>
                <p:tags r:id="rId7"/>
              </p:custDataLst>
            </p:nvPr>
          </p:nvSpPr>
          <p:spPr>
            <a:xfrm>
              <a:off x="412677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套用規則</a:t>
              </a:r>
            </a:p>
          </p:txBody>
        </p:sp>
        <p:sp>
          <p:nvSpPr>
            <p:cNvPr id="28" name="TextBox 28"/>
            <p:cNvSpPr txBox="1"/>
            <p:nvPr>
              <p:custDataLst>
                <p:tags r:id="rId8"/>
              </p:custDataLst>
            </p:nvPr>
          </p:nvSpPr>
          <p:spPr>
            <a:xfrm>
              <a:off x="4022916" y="344805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受允許策略才執行</a:t>
              </a:r>
            </a:p>
          </p:txBody>
        </p:sp>
        <p:sp>
          <p:nvSpPr>
            <p:cNvPr id="29" name="Freeform 29"/>
            <p:cNvSpPr/>
            <p:nvPr/>
          </p:nvSpPr>
          <p:spPr>
            <a:xfrm>
              <a:off x="605790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30" name="Rectangle 30"/>
            <p:cNvSpPr/>
            <p:nvPr/>
          </p:nvSpPr>
          <p:spPr>
            <a:xfrm>
              <a:off x="6210300" y="1485900"/>
              <a:ext cx="2571750" cy="2381250"/>
            </a:xfrm>
            <a:prstGeom prst="roundRect">
              <a:avLst>
                <a:gd name="adj" fmla="val 6400"/>
              </a:avLst>
            </a:prstGeom>
            <a:solidFill>
              <a:schemeClr val="lt1"/>
            </a:solidFill>
            <a:ln w="9525">
              <a:solidFill>
                <a:srgbClr val="DCE3EC"/>
              </a:solidFill>
            </a:ln>
          </p:spPr>
        </p:sp>
        <p:sp>
          <p:nvSpPr>
            <p:cNvPr id="31" name="TextBox 31"/>
            <p:cNvSpPr txBox="1"/>
            <p:nvPr>
              <p:custDataLst>
                <p:tags r:id="rId9"/>
              </p:custDataLst>
            </p:nvPr>
          </p:nvSpPr>
          <p:spPr>
            <a:xfrm>
              <a:off x="643280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03</a:t>
              </a:r>
            </a:p>
          </p:txBody>
        </p:sp>
        <p:grpSp>
          <p:nvGrpSpPr>
            <p:cNvPr id="37" name="Group 37"/>
            <p:cNvGrpSpPr/>
            <p:nvPr/>
          </p:nvGrpSpPr>
          <p:grpSpPr>
            <a:xfrm>
              <a:off x="7210425" y="2033588"/>
              <a:ext cx="571500" cy="771524"/>
              <a:chOff x="7210425" y="2033588"/>
              <a:chExt cx="571500" cy="771524"/>
            </a:xfrm>
          </p:grpSpPr>
          <p:sp>
            <p:nvSpPr>
              <p:cNvPr id="32" name="Rectangle 32"/>
              <p:cNvSpPr/>
              <p:nvPr/>
            </p:nvSpPr>
            <p:spPr>
              <a:xfrm>
                <a:off x="7210425" y="2033588"/>
                <a:ext cx="571500" cy="771525"/>
              </a:xfrm>
              <a:prstGeom prst="roundRect">
                <a:avLst>
                  <a:gd name="adj" fmla="val 10000"/>
                </a:avLst>
              </a:prstGeom>
              <a:solidFill>
                <a:schemeClr val="lt1"/>
              </a:solidFill>
              <a:ln w="35719">
                <a:solidFill>
                  <a:schemeClr val="accent1"/>
                </a:solidFill>
              </a:ln>
            </p:spPr>
          </p:sp>
          <p:sp>
            <p:nvSpPr>
              <p:cNvPr id="33" name="Line 33"/>
              <p:cNvSpPr/>
              <p:nvPr/>
            </p:nvSpPr>
            <p:spPr>
              <a:xfrm>
                <a:off x="7339012" y="2219325"/>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4" name="Line 34"/>
              <p:cNvSpPr/>
              <p:nvPr/>
            </p:nvSpPr>
            <p:spPr>
              <a:xfrm>
                <a:off x="7339012" y="2376488"/>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5" name="Line 35"/>
              <p:cNvSpPr/>
              <p:nvPr/>
            </p:nvSpPr>
            <p:spPr>
              <a:xfrm>
                <a:off x="7339012" y="2533650"/>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6" name="Line 36"/>
              <p:cNvSpPr/>
              <p:nvPr/>
            </p:nvSpPr>
            <p:spPr>
              <a:xfrm>
                <a:off x="7339012" y="2690812"/>
                <a:ext cx="328612" cy="9525"/>
              </a:xfrm>
              <a:custGeom>
                <a:avLst/>
                <a:gdLst/>
                <a:ahLst/>
                <a:cxnLst/>
                <a:rect l="l" t="t" r="r" b="b"/>
                <a:pathLst>
                  <a:path w="328612" h="9525">
                    <a:moveTo>
                      <a:pt x="0" y="0"/>
                    </a:moveTo>
                    <a:lnTo>
                      <a:pt x="328612" y="0"/>
                    </a:lnTo>
                  </a:path>
                </a:pathLst>
              </a:custGeom>
              <a:noFill/>
              <a:ln w="28575" cap="rnd">
                <a:solidFill>
                  <a:srgbClr val="9AAAC0"/>
                </a:solidFill>
              </a:ln>
            </p:spPr>
          </p:sp>
        </p:grpSp>
        <p:sp>
          <p:nvSpPr>
            <p:cNvPr id="38" name="TextBox 38"/>
            <p:cNvSpPr txBox="1"/>
            <p:nvPr>
              <p:custDataLst>
                <p:tags r:id="rId10"/>
              </p:custDataLst>
            </p:nvPr>
          </p:nvSpPr>
          <p:spPr>
            <a:xfrm>
              <a:off x="692712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讀回驗證</a:t>
              </a:r>
            </a:p>
          </p:txBody>
        </p:sp>
        <p:sp>
          <p:nvSpPr>
            <p:cNvPr id="39" name="TextBox 39"/>
            <p:cNvSpPr txBox="1"/>
            <p:nvPr>
              <p:custDataLst>
                <p:tags r:id="rId11"/>
              </p:custDataLst>
            </p:nvPr>
          </p:nvSpPr>
          <p:spPr>
            <a:xfrm>
              <a:off x="6742494" y="3448050"/>
              <a:ext cx="1466088"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核對規則與事件回條</a:t>
              </a:r>
            </a:p>
          </p:txBody>
        </p:sp>
        <p:sp>
          <p:nvSpPr>
            <p:cNvPr id="40" name="Freeform 40"/>
            <p:cNvSpPr/>
            <p:nvPr/>
          </p:nvSpPr>
          <p:spPr>
            <a:xfrm>
              <a:off x="885825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41" name="Rectangle 41"/>
            <p:cNvSpPr/>
            <p:nvPr/>
          </p:nvSpPr>
          <p:spPr>
            <a:xfrm>
              <a:off x="9010650" y="1485900"/>
              <a:ext cx="2571750" cy="2381250"/>
            </a:xfrm>
            <a:prstGeom prst="roundRect">
              <a:avLst>
                <a:gd name="adj" fmla="val 6400"/>
              </a:avLst>
            </a:prstGeom>
            <a:solidFill>
              <a:srgbClr val="E2F3F0"/>
            </a:solidFill>
            <a:ln>
              <a:noFill/>
            </a:ln>
          </p:spPr>
        </p:sp>
        <p:sp>
          <p:nvSpPr>
            <p:cNvPr id="42" name="TextBox 42"/>
            <p:cNvSpPr txBox="1"/>
            <p:nvPr>
              <p:custDataLst>
                <p:tags r:id="rId12"/>
              </p:custDataLst>
            </p:nvPr>
          </p:nvSpPr>
          <p:spPr>
            <a:xfrm>
              <a:off x="923315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04</a:t>
              </a:r>
            </a:p>
          </p:txBody>
        </p:sp>
        <p:grpSp>
          <p:nvGrpSpPr>
            <p:cNvPr id="46" name="Group 46"/>
            <p:cNvGrpSpPr/>
            <p:nvPr/>
          </p:nvGrpSpPr>
          <p:grpSpPr>
            <a:xfrm>
              <a:off x="9939338" y="2062162"/>
              <a:ext cx="714374" cy="714376"/>
              <a:chOff x="9939338" y="2062162"/>
              <a:chExt cx="714374" cy="714376"/>
            </a:xfrm>
          </p:grpSpPr>
          <p:sp>
            <p:nvSpPr>
              <p:cNvPr id="43" name="Ellipse 43"/>
              <p:cNvSpPr/>
              <p:nvPr/>
            </p:nvSpPr>
            <p:spPr>
              <a:xfrm>
                <a:off x="9939338" y="2062162"/>
                <a:ext cx="714375" cy="714375"/>
              </a:xfrm>
              <a:prstGeom prst="ellipse">
                <a:avLst/>
              </a:prstGeom>
              <a:solidFill>
                <a:schemeClr val="lt1"/>
              </a:solidFill>
              <a:ln w="35719">
                <a:solidFill>
                  <a:schemeClr val="accent1"/>
                </a:solidFill>
              </a:ln>
            </p:spPr>
          </p:sp>
          <p:sp>
            <p:nvSpPr>
              <p:cNvPr id="44" name="Line 44"/>
              <p:cNvSpPr/>
              <p:nvPr/>
            </p:nvSpPr>
            <p:spPr>
              <a:xfrm>
                <a:off x="10296525" y="2176462"/>
                <a:ext cx="9525" cy="242888"/>
              </a:xfrm>
              <a:custGeom>
                <a:avLst/>
                <a:gdLst/>
                <a:ahLst/>
                <a:cxnLst/>
                <a:rect l="l" t="t" r="r" b="b"/>
                <a:pathLst>
                  <a:path w="9525" h="242888">
                    <a:moveTo>
                      <a:pt x="0" y="242888"/>
                    </a:moveTo>
                    <a:lnTo>
                      <a:pt x="0" y="0"/>
                    </a:lnTo>
                  </a:path>
                </a:pathLst>
              </a:custGeom>
              <a:noFill/>
              <a:ln w="35719" cap="rnd">
                <a:solidFill>
                  <a:schemeClr val="accent1"/>
                </a:solidFill>
              </a:ln>
            </p:spPr>
          </p:sp>
          <p:sp>
            <p:nvSpPr>
              <p:cNvPr id="45" name="Line 45"/>
              <p:cNvSpPr/>
              <p:nvPr/>
            </p:nvSpPr>
            <p:spPr>
              <a:xfrm>
                <a:off x="10296525" y="2419350"/>
                <a:ext cx="185738" cy="100012"/>
              </a:xfrm>
              <a:custGeom>
                <a:avLst/>
                <a:gdLst/>
                <a:ahLst/>
                <a:cxnLst/>
                <a:rect l="l" t="t" r="r" b="b"/>
                <a:pathLst>
                  <a:path w="185738" h="100012">
                    <a:moveTo>
                      <a:pt x="0" y="0"/>
                    </a:moveTo>
                    <a:lnTo>
                      <a:pt x="185738" y="100012"/>
                    </a:lnTo>
                  </a:path>
                </a:pathLst>
              </a:custGeom>
              <a:noFill/>
              <a:ln w="35719" cap="rnd">
                <a:solidFill>
                  <a:schemeClr val="accent1"/>
                </a:solidFill>
              </a:ln>
            </p:spPr>
          </p:sp>
        </p:grpSp>
        <p:sp>
          <p:nvSpPr>
            <p:cNvPr id="47" name="TextBox 47"/>
            <p:cNvSpPr txBox="1"/>
            <p:nvPr>
              <p:custDataLst>
                <p:tags r:id="rId13"/>
              </p:custDataLst>
            </p:nvPr>
          </p:nvSpPr>
          <p:spPr>
            <a:xfrm>
              <a:off x="972747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3"/>
                  </a:solidFill>
                  <a:latin typeface="Segoe UI"/>
                  <a:ea typeface="Microsoft JhengHei"/>
                  <a:cs typeface="Segoe UI"/>
                </a:rPr>
                <a:t>到期回復</a:t>
              </a:r>
            </a:p>
          </p:txBody>
        </p:sp>
        <p:sp>
          <p:nvSpPr>
            <p:cNvPr id="48" name="TextBox 48"/>
            <p:cNvSpPr txBox="1"/>
            <p:nvPr>
              <p:custDataLst>
                <p:tags r:id="rId14"/>
              </p:custDataLst>
            </p:nvPr>
          </p:nvSpPr>
          <p:spPr>
            <a:xfrm>
              <a:off x="9542844" y="3448050"/>
              <a:ext cx="1466088"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撤銷並確認服務恢復</a:t>
              </a:r>
            </a:p>
          </p:txBody>
        </p:sp>
        <p:sp>
          <p:nvSpPr>
            <p:cNvPr id="49" name="Freeform 49"/>
            <p:cNvSpPr/>
            <p:nvPr/>
          </p:nvSpPr>
          <p:spPr>
            <a:xfrm>
              <a:off x="1524000" y="3867150"/>
              <a:ext cx="2381250" cy="476250"/>
            </a:xfrm>
            <a:custGeom>
              <a:avLst/>
              <a:gdLst/>
              <a:ahLst/>
              <a:cxnLst/>
              <a:rect l="l" t="t" r="r" b="b"/>
              <a:pathLst>
                <a:path w="2381250" h="476250">
                  <a:moveTo>
                    <a:pt x="0" y="0"/>
                  </a:moveTo>
                  <a:lnTo>
                    <a:pt x="0" y="476250"/>
                  </a:lnTo>
                  <a:lnTo>
                    <a:pt x="2381250" y="476250"/>
                  </a:lnTo>
                </a:path>
              </a:pathLst>
            </a:custGeom>
            <a:noFill/>
            <a:ln w="19050">
              <a:solidFill>
                <a:srgbClr val="9AAAC0"/>
              </a:solidFill>
              <a:custDash>
                <a:ds d="300000" sp="250000"/>
              </a:custDash>
              <a:round/>
            </a:ln>
          </p:spPr>
        </p:sp>
        <p:sp>
          <p:nvSpPr>
            <p:cNvPr id="50" name="Freeform 50"/>
            <p:cNvSpPr/>
            <p:nvPr/>
          </p:nvSpPr>
          <p:spPr>
            <a:xfrm>
              <a:off x="3829050" y="4286250"/>
              <a:ext cx="76200" cy="114300"/>
            </a:xfrm>
            <a:custGeom>
              <a:avLst/>
              <a:gdLst/>
              <a:ahLst/>
              <a:cxnLst/>
              <a:rect l="l" t="t" r="r" b="b"/>
              <a:pathLst>
                <a:path w="76200" h="114300">
                  <a:moveTo>
                    <a:pt x="0" y="0"/>
                  </a:moveTo>
                  <a:lnTo>
                    <a:pt x="76200" y="57150"/>
                  </a:lnTo>
                  <a:lnTo>
                    <a:pt x="0" y="114300"/>
                  </a:lnTo>
                </a:path>
              </a:pathLst>
            </a:custGeom>
            <a:noFill/>
            <a:ln w="19050" cap="rnd">
              <a:solidFill>
                <a:srgbClr val="9AAAC0"/>
              </a:solidFill>
              <a:round/>
            </a:ln>
          </p:spPr>
        </p:sp>
        <p:sp>
          <p:nvSpPr>
            <p:cNvPr id="51" name="Rectangle 51"/>
            <p:cNvSpPr/>
            <p:nvPr/>
          </p:nvSpPr>
          <p:spPr>
            <a:xfrm>
              <a:off x="4038600" y="4095750"/>
              <a:ext cx="7543800" cy="495300"/>
            </a:xfrm>
            <a:prstGeom prst="roundRect">
              <a:avLst>
                <a:gd name="adj" fmla="val 23077"/>
              </a:avLst>
            </a:prstGeom>
            <a:solidFill>
              <a:schemeClr val="lt2"/>
            </a:solidFill>
            <a:ln>
              <a:noFill/>
            </a:ln>
          </p:spPr>
        </p:sp>
        <p:grpSp>
          <p:nvGrpSpPr>
            <p:cNvPr id="57" name="Group 57"/>
            <p:cNvGrpSpPr/>
            <p:nvPr/>
          </p:nvGrpSpPr>
          <p:grpSpPr>
            <a:xfrm>
              <a:off x="4293394" y="4198739"/>
              <a:ext cx="214312" cy="289322"/>
              <a:chOff x="4293394" y="4198739"/>
              <a:chExt cx="214312" cy="289322"/>
            </a:xfrm>
          </p:grpSpPr>
          <p:sp>
            <p:nvSpPr>
              <p:cNvPr id="52" name="Rectangle 52"/>
              <p:cNvSpPr/>
              <p:nvPr/>
            </p:nvSpPr>
            <p:spPr>
              <a:xfrm>
                <a:off x="4293394" y="4198739"/>
                <a:ext cx="214312" cy="289322"/>
              </a:xfrm>
              <a:prstGeom prst="roundRect">
                <a:avLst>
                  <a:gd name="adj" fmla="val 10000"/>
                </a:avLst>
              </a:prstGeom>
              <a:solidFill>
                <a:schemeClr val="lt1"/>
              </a:solidFill>
              <a:ln w="13395">
                <a:solidFill>
                  <a:schemeClr val="accent1"/>
                </a:solidFill>
              </a:ln>
            </p:spPr>
          </p:sp>
          <p:sp>
            <p:nvSpPr>
              <p:cNvPr id="53" name="Line 53"/>
              <p:cNvSpPr/>
              <p:nvPr/>
            </p:nvSpPr>
            <p:spPr>
              <a:xfrm>
                <a:off x="4341614" y="4268391"/>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4" name="Line 54"/>
              <p:cNvSpPr/>
              <p:nvPr/>
            </p:nvSpPr>
            <p:spPr>
              <a:xfrm>
                <a:off x="4341614" y="4327327"/>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5" name="Line 55"/>
              <p:cNvSpPr/>
              <p:nvPr/>
            </p:nvSpPr>
            <p:spPr>
              <a:xfrm>
                <a:off x="4341614" y="4386262"/>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6" name="Line 56"/>
              <p:cNvSpPr/>
              <p:nvPr/>
            </p:nvSpPr>
            <p:spPr>
              <a:xfrm>
                <a:off x="4341614" y="4445198"/>
                <a:ext cx="123230" cy="9525"/>
              </a:xfrm>
              <a:custGeom>
                <a:avLst/>
                <a:gdLst/>
                <a:ahLst/>
                <a:cxnLst/>
                <a:rect l="l" t="t" r="r" b="b"/>
                <a:pathLst>
                  <a:path w="123230" h="9525">
                    <a:moveTo>
                      <a:pt x="0" y="0"/>
                    </a:moveTo>
                    <a:lnTo>
                      <a:pt x="123230" y="0"/>
                    </a:lnTo>
                  </a:path>
                </a:pathLst>
              </a:custGeom>
              <a:noFill/>
              <a:ln w="10716" cap="rnd">
                <a:solidFill>
                  <a:srgbClr val="9AAAC0"/>
                </a:solidFill>
              </a:ln>
            </p:spPr>
          </p:sp>
        </p:grpSp>
        <p:sp>
          <p:nvSpPr>
            <p:cNvPr id="58" name="TextBox 58"/>
            <p:cNvSpPr txBox="1"/>
            <p:nvPr>
              <p:custDataLst>
                <p:tags r:id="rId15"/>
              </p:custDataLst>
            </p:nvPr>
          </p:nvSpPr>
          <p:spPr>
            <a:xfrm>
              <a:off x="4717161" y="4241800"/>
              <a:ext cx="3862403"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複核／不確定 → 不自動處置，改為監測或蒐證</a:t>
              </a:r>
            </a:p>
          </p:txBody>
        </p:sp>
        <p:sp>
          <p:nvSpPr>
            <p:cNvPr id="59" name="Line 59"/>
            <p:cNvSpPr/>
            <p:nvPr/>
          </p:nvSpPr>
          <p:spPr>
            <a:xfrm>
              <a:off x="609600" y="4953000"/>
              <a:ext cx="10972800" cy="9525"/>
            </a:xfrm>
            <a:custGeom>
              <a:avLst/>
              <a:gdLst/>
              <a:ahLst/>
              <a:cxnLst/>
              <a:rect l="l" t="t" r="r" b="b"/>
              <a:pathLst>
                <a:path w="10972800" h="9525">
                  <a:moveTo>
                    <a:pt x="0" y="0"/>
                  </a:moveTo>
                  <a:lnTo>
                    <a:pt x="10972800" y="0"/>
                  </a:lnTo>
                </a:path>
              </a:pathLst>
            </a:custGeom>
            <a:noFill/>
            <a:ln w="14288" cap="rnd">
              <a:solidFill>
                <a:srgbClr val="DCE3EC"/>
              </a:solidFill>
            </a:ln>
          </p:spPr>
        </p:sp>
        <p:sp>
          <p:nvSpPr>
            <p:cNvPr id="60" name="TextBox 60"/>
            <p:cNvSpPr txBox="1"/>
            <p:nvPr>
              <p:custDataLst>
                <p:tags r:id="rId16"/>
              </p:custDataLst>
            </p:nvPr>
          </p:nvSpPr>
          <p:spPr>
            <a:xfrm>
              <a:off x="599694" y="5149850"/>
              <a:ext cx="2214805" cy="381381"/>
            </a:xfrm>
            <a:prstGeom prst="rect">
              <a:avLst/>
            </a:prstGeom>
            <a:noFill/>
            <a:ln>
              <a:noFill/>
            </a:ln>
          </p:spPr>
          <p:txBody>
            <a:bodyPr wrap="none" lIns="0" tIns="0" rIns="0" bIns="0" anchor="t" anchorCtr="0">
              <a:spAutoFit/>
            </a:bodyPr>
            <a:lstStyle/>
            <a:p>
              <a:pPr algn="l"/>
              <a:r>
                <a:rPr lang="zh-TW" sz="1950" b="1" dirty="0">
                  <a:solidFill>
                    <a:schemeClr val="accent6"/>
                  </a:solidFill>
                  <a:latin typeface="Segoe UI"/>
                  <a:ea typeface="Microsoft JhengHei"/>
                  <a:cs typeface="Segoe UI"/>
                </a:rPr>
                <a:t>6 種隔離</a:t>
              </a:r>
              <a:r>
                <a:rPr lang="en-US" sz="1950" b="1" dirty="0">
                  <a:solidFill>
                    <a:schemeClr val="accent6"/>
                  </a:solidFill>
                  <a:latin typeface="Segoe UI"/>
                  <a:ea typeface="Microsoft JhengHei"/>
                  <a:cs typeface="Segoe UI"/>
                </a:rPr>
                <a:t> TCP </a:t>
              </a:r>
              <a:r>
                <a:rPr lang="zh-TW" sz="1950" b="1" dirty="0">
                  <a:solidFill>
                    <a:schemeClr val="accent6"/>
                  </a:solidFill>
                  <a:latin typeface="Segoe UI"/>
                  <a:ea typeface="Microsoft JhengHei"/>
                  <a:cs typeface="Segoe UI"/>
                </a:rPr>
                <a:t>情境</a:t>
              </a:r>
            </a:p>
          </p:txBody>
        </p:sp>
        <p:sp>
          <p:nvSpPr>
            <p:cNvPr id="61" name="TextBox 61"/>
            <p:cNvSpPr txBox="1"/>
            <p:nvPr>
              <p:custDataLst>
                <p:tags r:id="rId17"/>
              </p:custDataLst>
            </p:nvPr>
          </p:nvSpPr>
          <p:spPr>
            <a:xfrm>
              <a:off x="602742" y="5549900"/>
              <a:ext cx="2490064"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4 種套用規則、2 種監測或蒐證</a:t>
              </a:r>
            </a:p>
          </p:txBody>
        </p:sp>
        <p:sp>
          <p:nvSpPr>
            <p:cNvPr id="62" name="TextBox 62"/>
            <p:cNvSpPr txBox="1"/>
            <p:nvPr>
              <p:custDataLst>
                <p:tags r:id="rId18"/>
              </p:custDataLst>
            </p:nvPr>
          </p:nvSpPr>
          <p:spPr>
            <a:xfrm>
              <a:off x="603885" y="5880100"/>
              <a:ext cx="3026918"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隔離交易與回復驗證，不等同原生攻擊防禦率</a:t>
              </a:r>
            </a:p>
          </p:txBody>
        </p:sp>
        <p:sp>
          <p:nvSpPr>
            <p:cNvPr id="63" name="TextBox 63"/>
            <p:cNvSpPr txBox="1"/>
            <p:nvPr>
              <p:custDataLst>
                <p:tags r:id="rId19"/>
              </p:custDataLst>
            </p:nvPr>
          </p:nvSpPr>
          <p:spPr>
            <a:xfrm>
              <a:off x="7219950" y="5251450"/>
              <a:ext cx="939241" cy="819150"/>
            </a:xfrm>
            <a:prstGeom prst="rect">
              <a:avLst/>
            </a:prstGeom>
            <a:noFill/>
            <a:ln>
              <a:noFill/>
            </a:ln>
          </p:spPr>
          <p:txBody>
            <a:bodyPr wrap="none" lIns="0" tIns="0" rIns="0" bIns="0" anchor="t" anchorCtr="0">
              <a:spAutoFit/>
            </a:bodyPr>
            <a:lstStyle/>
            <a:p>
              <a:pPr algn="l"/>
              <a:r>
                <a:rPr lang="zh-TW" sz="4200" b="1" dirty="0">
                  <a:solidFill>
                    <a:schemeClr val="accent3"/>
                  </a:solidFill>
                  <a:latin typeface="Segoe UI"/>
                  <a:ea typeface="Microsoft JhengHei"/>
                  <a:cs typeface="Segoe UI"/>
                </a:rPr>
                <a:t>6/6</a:t>
              </a:r>
            </a:p>
          </p:txBody>
        </p:sp>
        <p:sp>
          <p:nvSpPr>
            <p:cNvPr id="64" name="TextBox 64"/>
            <p:cNvSpPr txBox="1"/>
            <p:nvPr>
              <p:custDataLst>
                <p:tags r:id="rId20"/>
              </p:custDataLst>
            </p:nvPr>
          </p:nvSpPr>
          <p:spPr>
            <a:xfrm>
              <a:off x="7232904" y="5905500"/>
              <a:ext cx="981456"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背景服務保留</a:t>
              </a:r>
            </a:p>
          </p:txBody>
        </p:sp>
        <p:sp>
          <p:nvSpPr>
            <p:cNvPr id="65" name="TextBox 65"/>
            <p:cNvSpPr txBox="1"/>
            <p:nvPr>
              <p:custDataLst>
                <p:tags r:id="rId21"/>
              </p:custDataLst>
            </p:nvPr>
          </p:nvSpPr>
          <p:spPr>
            <a:xfrm>
              <a:off x="9391650" y="5251450"/>
              <a:ext cx="939241" cy="819150"/>
            </a:xfrm>
            <a:prstGeom prst="rect">
              <a:avLst/>
            </a:prstGeom>
            <a:noFill/>
            <a:ln>
              <a:noFill/>
            </a:ln>
          </p:spPr>
          <p:txBody>
            <a:bodyPr wrap="none" lIns="0" tIns="0" rIns="0" bIns="0" anchor="t" anchorCtr="0">
              <a:spAutoFit/>
            </a:bodyPr>
            <a:lstStyle/>
            <a:p>
              <a:pPr algn="l"/>
              <a:r>
                <a:rPr lang="zh-TW" sz="4200" b="1" dirty="0">
                  <a:solidFill>
                    <a:schemeClr val="accent3"/>
                  </a:solidFill>
                  <a:latin typeface="Segoe UI"/>
                  <a:ea typeface="Microsoft JhengHei"/>
                  <a:cs typeface="Segoe UI"/>
                </a:rPr>
                <a:t>6/6</a:t>
              </a:r>
            </a:p>
          </p:txBody>
        </p:sp>
        <p:sp>
          <p:nvSpPr>
            <p:cNvPr id="66" name="TextBox 66"/>
            <p:cNvSpPr txBox="1"/>
            <p:nvPr>
              <p:custDataLst>
                <p:tags r:id="rId22"/>
              </p:custDataLst>
            </p:nvPr>
          </p:nvSpPr>
          <p:spPr>
            <a:xfrm>
              <a:off x="9404604" y="5905500"/>
              <a:ext cx="981456"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到期回復完整</a:t>
              </a:r>
            </a:p>
          </p:txBody>
        </p:sp>
      </p:grpSp>
      <p:grpSp>
        <p:nvGrpSpPr>
          <p:cNvPr id="80" name="footer"/>
          <p:cNvGrpSpPr/>
          <p:nvPr/>
        </p:nvGrpSpPr>
        <p:grpSpPr>
          <a:xfrm>
            <a:off x="604266" y="6400800"/>
            <a:ext cx="10978134" cy="316484"/>
            <a:chOff x="604266" y="6400800"/>
            <a:chExt cx="10978134" cy="316484"/>
          </a:xfrm>
        </p:grpSpPr>
        <p:sp>
          <p:nvSpPr>
            <p:cNvPr id="68" name="Line 68"/>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9" name="TextBox 69"/>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70" name="Rectangle 70"/>
            <p:cNvSpPr/>
            <p:nvPr/>
          </p:nvSpPr>
          <p:spPr>
            <a:xfrm>
              <a:off x="8724900" y="6553200"/>
              <a:ext cx="133350" cy="38100"/>
            </a:xfrm>
            <a:prstGeom prst="roundRect">
              <a:avLst>
                <a:gd name="adj" fmla="val 50000"/>
              </a:avLst>
            </a:prstGeom>
            <a:solidFill>
              <a:srgbClr val="DCE3EC"/>
            </a:solidFill>
            <a:ln>
              <a:noFill/>
            </a:ln>
          </p:spPr>
        </p:sp>
        <p:sp>
          <p:nvSpPr>
            <p:cNvPr id="71" name="Rectangle 71"/>
            <p:cNvSpPr/>
            <p:nvPr/>
          </p:nvSpPr>
          <p:spPr>
            <a:xfrm>
              <a:off x="8915400" y="6553200"/>
              <a:ext cx="133350" cy="38100"/>
            </a:xfrm>
            <a:prstGeom prst="roundRect">
              <a:avLst>
                <a:gd name="adj" fmla="val 50000"/>
              </a:avLst>
            </a:prstGeom>
            <a:solidFill>
              <a:srgbClr val="DCE3EC"/>
            </a:solidFill>
            <a:ln>
              <a:noFill/>
            </a:ln>
          </p:spPr>
        </p:sp>
        <p:sp>
          <p:nvSpPr>
            <p:cNvPr id="72" name="Rectangle 72"/>
            <p:cNvSpPr/>
            <p:nvPr/>
          </p:nvSpPr>
          <p:spPr>
            <a:xfrm>
              <a:off x="9105900" y="6553200"/>
              <a:ext cx="133350" cy="38100"/>
            </a:xfrm>
            <a:prstGeom prst="roundRect">
              <a:avLst>
                <a:gd name="adj" fmla="val 50000"/>
              </a:avLst>
            </a:prstGeom>
            <a:solidFill>
              <a:srgbClr val="DCE3EC"/>
            </a:solidFill>
            <a:ln>
              <a:noFill/>
            </a:ln>
          </p:spPr>
        </p:sp>
        <p:sp>
          <p:nvSpPr>
            <p:cNvPr id="73" name="Rectangle 73"/>
            <p:cNvSpPr/>
            <p:nvPr/>
          </p:nvSpPr>
          <p:spPr>
            <a:xfrm>
              <a:off x="9296400" y="6553200"/>
              <a:ext cx="133350" cy="38100"/>
            </a:xfrm>
            <a:prstGeom prst="roundRect">
              <a:avLst>
                <a:gd name="adj" fmla="val 50000"/>
              </a:avLst>
            </a:prstGeom>
            <a:solidFill>
              <a:srgbClr val="DCE3EC"/>
            </a:solidFill>
            <a:ln>
              <a:noFill/>
            </a:ln>
          </p:spPr>
        </p:sp>
        <p:sp>
          <p:nvSpPr>
            <p:cNvPr id="74" name="Rectangle 74"/>
            <p:cNvSpPr/>
            <p:nvPr/>
          </p:nvSpPr>
          <p:spPr>
            <a:xfrm>
              <a:off x="9486900" y="6553200"/>
              <a:ext cx="133350" cy="38100"/>
            </a:xfrm>
            <a:prstGeom prst="roundRect">
              <a:avLst>
                <a:gd name="adj" fmla="val 50000"/>
              </a:avLst>
            </a:prstGeom>
            <a:solidFill>
              <a:srgbClr val="DCE3EC"/>
            </a:solidFill>
            <a:ln>
              <a:noFill/>
            </a:ln>
          </p:spPr>
        </p:sp>
        <p:sp>
          <p:nvSpPr>
            <p:cNvPr id="75" name="Rectangle 75"/>
            <p:cNvSpPr/>
            <p:nvPr/>
          </p:nvSpPr>
          <p:spPr>
            <a:xfrm>
              <a:off x="9677400" y="6553200"/>
              <a:ext cx="133350" cy="38100"/>
            </a:xfrm>
            <a:prstGeom prst="roundRect">
              <a:avLst>
                <a:gd name="adj" fmla="val 50000"/>
              </a:avLst>
            </a:prstGeom>
            <a:solidFill>
              <a:schemeClr val="accent2"/>
            </a:solidFill>
            <a:ln>
              <a:noFill/>
            </a:ln>
          </p:spPr>
        </p:sp>
        <p:sp>
          <p:nvSpPr>
            <p:cNvPr id="76" name="Rectangle 76"/>
            <p:cNvSpPr/>
            <p:nvPr/>
          </p:nvSpPr>
          <p:spPr>
            <a:xfrm>
              <a:off x="9867900" y="6553200"/>
              <a:ext cx="133350" cy="38100"/>
            </a:xfrm>
            <a:prstGeom prst="roundRect">
              <a:avLst>
                <a:gd name="adj" fmla="val 50000"/>
              </a:avLst>
            </a:prstGeom>
            <a:solidFill>
              <a:srgbClr val="DCE3EC"/>
            </a:solidFill>
            <a:ln>
              <a:noFill/>
            </a:ln>
          </p:spPr>
        </p:sp>
        <p:sp>
          <p:nvSpPr>
            <p:cNvPr id="77" name="Rectangle 77"/>
            <p:cNvSpPr/>
            <p:nvPr/>
          </p:nvSpPr>
          <p:spPr>
            <a:xfrm>
              <a:off x="10058400" y="6553200"/>
              <a:ext cx="133350" cy="38100"/>
            </a:xfrm>
            <a:prstGeom prst="roundRect">
              <a:avLst>
                <a:gd name="adj" fmla="val 50000"/>
              </a:avLst>
            </a:prstGeom>
            <a:solidFill>
              <a:srgbClr val="DCE3EC"/>
            </a:solidFill>
            <a:ln>
              <a:noFill/>
            </a:ln>
          </p:spPr>
        </p:sp>
        <p:sp>
          <p:nvSpPr>
            <p:cNvPr id="78" name="Rectangle 78"/>
            <p:cNvSpPr/>
            <p:nvPr/>
          </p:nvSpPr>
          <p:spPr>
            <a:xfrm>
              <a:off x="10248900" y="6553200"/>
              <a:ext cx="133350" cy="38100"/>
            </a:xfrm>
            <a:prstGeom prst="roundRect">
              <a:avLst>
                <a:gd name="adj" fmla="val 50000"/>
              </a:avLst>
            </a:prstGeom>
            <a:solidFill>
              <a:srgbClr val="DCE3EC"/>
            </a:solidFill>
            <a:ln>
              <a:noFill/>
            </a:ln>
          </p:spPr>
        </p:sp>
        <p:sp>
          <p:nvSpPr>
            <p:cNvPr id="79" name="TextBox 79"/>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06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016627" cy="855853"/>
            <a:chOff x="595122" y="431800"/>
            <a:chExt cx="5016627"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0"/>
              </p:custDataLst>
            </p:nvPr>
          </p:nvSpPr>
          <p:spPr>
            <a:xfrm>
              <a:off x="794385" y="431800"/>
              <a:ext cx="1580813"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RESULT · DETECTION</a:t>
              </a:r>
            </a:p>
          </p:txBody>
        </p:sp>
        <p:sp>
          <p:nvSpPr>
            <p:cNvPr id="4" name="TextBox 4"/>
            <p:cNvSpPr txBox="1"/>
            <p:nvPr>
              <p:custDataLst>
                <p:tags r:id="rId21"/>
              </p:custDataLst>
            </p:nvPr>
          </p:nvSpPr>
          <p:spPr>
            <a:xfrm>
              <a:off x="595122" y="730250"/>
              <a:ext cx="5016627"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互補融合，提升整體辨識效果</a:t>
              </a:r>
            </a:p>
          </p:txBody>
        </p:sp>
      </p:grpSp>
      <p:grpSp>
        <p:nvGrpSpPr>
          <p:cNvPr id="33" name="page-content"/>
          <p:cNvGrpSpPr/>
          <p:nvPr/>
        </p:nvGrpSpPr>
        <p:grpSpPr>
          <a:xfrm>
            <a:off x="601218" y="1511300"/>
            <a:ext cx="10981182" cy="4546600"/>
            <a:chOff x="601218" y="1511300"/>
            <a:chExt cx="10981182" cy="4546600"/>
          </a:xfrm>
        </p:grpSpPr>
        <p:sp>
          <p:nvSpPr>
            <p:cNvPr id="6" name="TextBox 6"/>
            <p:cNvSpPr txBox="1"/>
            <p:nvPr>
              <p:custDataLst>
                <p:tags r:id="rId3"/>
              </p:custDataLst>
            </p:nvPr>
          </p:nvSpPr>
          <p:spPr>
            <a:xfrm>
              <a:off x="602742" y="1511300"/>
              <a:ext cx="2839459"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相同 18,998 筆封存測試</a:t>
              </a:r>
              <a:r>
                <a:rPr lang="en-US" sz="1350" dirty="0">
                  <a:solidFill>
                    <a:srgbClr val="52637A"/>
                  </a:solidFill>
                  <a:latin typeface="Segoe UI"/>
                  <a:ea typeface="Microsoft JhengHei"/>
                  <a:cs typeface="Segoe UI"/>
                </a:rPr>
                <a:t> · Macro-F1</a:t>
              </a:r>
            </a:p>
          </p:txBody>
        </p:sp>
        <p:grpSp>
          <p:nvGrpSpPr>
            <p:cNvPr id="23" name="detector-comparison-chartArea"/>
            <p:cNvGrpSpPr/>
            <p:nvPr/>
          </p:nvGrpSpPr>
          <p:grpSpPr>
            <a:xfrm>
              <a:off x="601218" y="1962150"/>
              <a:ext cx="7774690" cy="3147378"/>
              <a:chOff x="601218" y="1962150"/>
              <a:chExt cx="7774690" cy="3147378"/>
            </a:xfrm>
          </p:grpSpPr>
          <p:sp>
            <p:nvSpPr>
              <p:cNvPr id="7" name="Line 7"/>
              <p:cNvSpPr/>
              <p:nvPr/>
            </p:nvSpPr>
            <p:spPr>
              <a:xfrm>
                <a:off x="190500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8" name="TextBox 8"/>
              <p:cNvSpPr txBox="1"/>
              <p:nvPr>
                <p:custDataLst>
                  <p:tags r:id="rId10"/>
                </p:custDataLst>
              </p:nvPr>
            </p:nvSpPr>
            <p:spPr>
              <a:xfrm>
                <a:off x="1777103" y="4889500"/>
                <a:ext cx="216106"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0%</a:t>
                </a:r>
              </a:p>
            </p:txBody>
          </p:sp>
          <p:sp>
            <p:nvSpPr>
              <p:cNvPr id="9" name="Line 9"/>
              <p:cNvSpPr/>
              <p:nvPr/>
            </p:nvSpPr>
            <p:spPr>
              <a:xfrm>
                <a:off x="485775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10" name="TextBox 10"/>
              <p:cNvSpPr txBox="1"/>
              <p:nvPr>
                <p:custDataLst>
                  <p:tags r:id="rId11"/>
                </p:custDataLst>
              </p:nvPr>
            </p:nvSpPr>
            <p:spPr>
              <a:xfrm>
                <a:off x="4689212" y="4889500"/>
                <a:ext cx="297389"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50%</a:t>
                </a:r>
              </a:p>
            </p:txBody>
          </p:sp>
          <p:sp>
            <p:nvSpPr>
              <p:cNvPr id="11" name="Line 11"/>
              <p:cNvSpPr/>
              <p:nvPr/>
            </p:nvSpPr>
            <p:spPr>
              <a:xfrm>
                <a:off x="781050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12" name="TextBox 12"/>
              <p:cNvSpPr txBox="1"/>
              <p:nvPr>
                <p:custDataLst>
                  <p:tags r:id="rId12"/>
                </p:custDataLst>
              </p:nvPr>
            </p:nvSpPr>
            <p:spPr>
              <a:xfrm>
                <a:off x="7601321" y="4889500"/>
                <a:ext cx="37867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100%</a:t>
                </a:r>
              </a:p>
            </p:txBody>
          </p:sp>
          <p:sp>
            <p:nvSpPr>
              <p:cNvPr id="13" name="TextBox 13"/>
              <p:cNvSpPr txBox="1"/>
              <p:nvPr>
                <p:custDataLst>
                  <p:tags r:id="rId13"/>
                </p:custDataLst>
              </p:nvPr>
            </p:nvSpPr>
            <p:spPr>
              <a:xfrm>
                <a:off x="601218" y="2320925"/>
                <a:ext cx="82867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PBCNN</a:t>
                </a:r>
              </a:p>
            </p:txBody>
          </p:sp>
          <p:sp>
            <p:nvSpPr>
              <p:cNvPr id="14" name="TextBox 14"/>
              <p:cNvSpPr txBox="1"/>
              <p:nvPr>
                <p:custDataLst>
                  <p:tags r:id="rId14"/>
                </p:custDataLst>
              </p:nvPr>
            </p:nvSpPr>
            <p:spPr>
              <a:xfrm>
                <a:off x="604266" y="2616200"/>
                <a:ext cx="576072"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既有模型</a:t>
                </a:r>
              </a:p>
            </p:txBody>
          </p:sp>
          <p:sp>
            <p:nvSpPr>
              <p:cNvPr id="15" name="Rectangle 15"/>
              <p:cNvSpPr/>
              <p:nvPr/>
            </p:nvSpPr>
            <p:spPr>
              <a:xfrm>
                <a:off x="1905000" y="2209800"/>
                <a:ext cx="4709516" cy="457200"/>
              </a:xfrm>
              <a:prstGeom prst="roundRect">
                <a:avLst>
                  <a:gd name="adj" fmla="val 12500"/>
                </a:avLst>
              </a:prstGeom>
              <a:solidFill>
                <a:srgbClr val="9AAAC0"/>
              </a:solidFill>
              <a:ln>
                <a:noFill/>
              </a:ln>
            </p:spPr>
          </p:sp>
          <p:sp>
            <p:nvSpPr>
              <p:cNvPr id="16" name="TextBox 16"/>
              <p:cNvSpPr txBox="1"/>
              <p:nvPr>
                <p:custDataLst>
                  <p:tags r:id="rId15"/>
                </p:custDataLst>
              </p:nvPr>
            </p:nvSpPr>
            <p:spPr>
              <a:xfrm>
                <a:off x="6738722" y="2295525"/>
                <a:ext cx="851613" cy="352044"/>
              </a:xfrm>
              <a:prstGeom prst="rect">
                <a:avLst/>
              </a:prstGeom>
              <a:noFill/>
              <a:ln>
                <a:noFill/>
              </a:ln>
            </p:spPr>
            <p:txBody>
              <a:bodyPr wrap="none" lIns="0" tIns="0" rIns="0" bIns="0" anchor="t" anchorCtr="0">
                <a:spAutoFit/>
              </a:bodyPr>
              <a:lstStyle/>
              <a:p>
                <a:pPr algn="l"/>
                <a:r>
                  <a:rPr lang="zh-TW" sz="1800" b="1" dirty="0">
                    <a:solidFill>
                      <a:schemeClr val="dk1"/>
                    </a:solidFill>
                    <a:latin typeface="Segoe UI"/>
                    <a:ea typeface="Microsoft JhengHei"/>
                    <a:cs typeface="Segoe UI"/>
                  </a:rPr>
                  <a:t>79.75%</a:t>
                </a:r>
              </a:p>
            </p:txBody>
          </p:sp>
          <p:sp>
            <p:nvSpPr>
              <p:cNvPr id="17" name="TextBox 17"/>
              <p:cNvSpPr txBox="1"/>
              <p:nvPr>
                <p:custDataLst>
                  <p:tags r:id="rId16"/>
                </p:custDataLst>
              </p:nvPr>
            </p:nvSpPr>
            <p:spPr>
              <a:xfrm>
                <a:off x="601218" y="3197225"/>
                <a:ext cx="67579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CTBM</a:t>
                </a:r>
              </a:p>
            </p:txBody>
          </p:sp>
          <p:sp>
            <p:nvSpPr>
              <p:cNvPr id="18" name="Rectangle 18"/>
              <p:cNvSpPr/>
              <p:nvPr/>
            </p:nvSpPr>
            <p:spPr>
              <a:xfrm>
                <a:off x="1905000" y="3086100"/>
                <a:ext cx="5439129" cy="457200"/>
              </a:xfrm>
              <a:prstGeom prst="roundRect">
                <a:avLst>
                  <a:gd name="adj" fmla="val 12500"/>
                </a:avLst>
              </a:prstGeom>
              <a:solidFill>
                <a:srgbClr val="9AAAC0"/>
              </a:solidFill>
              <a:ln>
                <a:noFill/>
              </a:ln>
            </p:spPr>
          </p:sp>
          <p:sp>
            <p:nvSpPr>
              <p:cNvPr id="19" name="TextBox 19"/>
              <p:cNvSpPr txBox="1"/>
              <p:nvPr>
                <p:custDataLst>
                  <p:tags r:id="rId17"/>
                </p:custDataLst>
              </p:nvPr>
            </p:nvSpPr>
            <p:spPr>
              <a:xfrm>
                <a:off x="7468335" y="3171825"/>
                <a:ext cx="851613" cy="352044"/>
              </a:xfrm>
              <a:prstGeom prst="rect">
                <a:avLst/>
              </a:prstGeom>
              <a:noFill/>
              <a:ln>
                <a:noFill/>
              </a:ln>
            </p:spPr>
            <p:txBody>
              <a:bodyPr wrap="none" lIns="0" tIns="0" rIns="0" bIns="0" anchor="t" anchorCtr="0">
                <a:spAutoFit/>
              </a:bodyPr>
              <a:lstStyle/>
              <a:p>
                <a:pPr algn="l"/>
                <a:r>
                  <a:rPr lang="zh-TW" sz="1800" b="1" dirty="0">
                    <a:solidFill>
                      <a:schemeClr val="dk1"/>
                    </a:solidFill>
                    <a:latin typeface="Segoe UI"/>
                    <a:ea typeface="Microsoft JhengHei"/>
                    <a:cs typeface="Segoe UI"/>
                  </a:rPr>
                  <a:t>92.10%</a:t>
                </a:r>
              </a:p>
            </p:txBody>
          </p:sp>
          <p:sp>
            <p:nvSpPr>
              <p:cNvPr id="20" name="TextBox 20"/>
              <p:cNvSpPr txBox="1"/>
              <p:nvPr>
                <p:custDataLst>
                  <p:tags r:id="rId18"/>
                </p:custDataLst>
              </p:nvPr>
            </p:nvSpPr>
            <p:spPr>
              <a:xfrm>
                <a:off x="601218" y="4073525"/>
                <a:ext cx="1046745" cy="322707"/>
              </a:xfrm>
              <a:prstGeom prst="rect">
                <a:avLst/>
              </a:prstGeom>
              <a:noFill/>
              <a:ln>
                <a:noFill/>
              </a:ln>
            </p:spPr>
            <p:txBody>
              <a:bodyPr wrap="none" lIns="0" tIns="0" rIns="0" bIns="0" anchor="t" anchorCtr="0">
                <a:spAutoFit/>
              </a:bodyPr>
              <a:lstStyle/>
              <a:p>
                <a:pPr algn="l"/>
                <a:r>
                  <a:rPr lang="en-US" sz="1650" b="1" dirty="0">
                    <a:solidFill>
                      <a:schemeClr val="accent3"/>
                    </a:solidFill>
                    <a:latin typeface="Segoe UI"/>
                    <a:ea typeface="Microsoft JhengHei"/>
                    <a:cs typeface="Segoe UI"/>
                  </a:rPr>
                  <a:t>OOF Gate</a:t>
                </a:r>
              </a:p>
            </p:txBody>
          </p:sp>
          <p:sp>
            <p:nvSpPr>
              <p:cNvPr id="21" name="Rectangle 21"/>
              <p:cNvSpPr/>
              <p:nvPr/>
            </p:nvSpPr>
            <p:spPr>
              <a:xfrm>
                <a:off x="1905000" y="3962400"/>
                <a:ext cx="5495089" cy="457200"/>
              </a:xfrm>
              <a:prstGeom prst="roundRect">
                <a:avLst>
                  <a:gd name="adj" fmla="val 12500"/>
                </a:avLst>
              </a:prstGeom>
              <a:solidFill>
                <a:schemeClr val="accent3"/>
              </a:solidFill>
              <a:ln>
                <a:noFill/>
              </a:ln>
            </p:spPr>
          </p:sp>
          <p:sp>
            <p:nvSpPr>
              <p:cNvPr id="22" name="TextBox 22"/>
              <p:cNvSpPr txBox="1"/>
              <p:nvPr>
                <p:custDataLst>
                  <p:tags r:id="rId19"/>
                </p:custDataLst>
              </p:nvPr>
            </p:nvSpPr>
            <p:spPr>
              <a:xfrm>
                <a:off x="7524295" y="4048125"/>
                <a:ext cx="851613" cy="352044"/>
              </a:xfrm>
              <a:prstGeom prst="rect">
                <a:avLst/>
              </a:prstGeom>
              <a:noFill/>
              <a:ln>
                <a:noFill/>
              </a:ln>
            </p:spPr>
            <p:txBody>
              <a:bodyPr wrap="none" lIns="0" tIns="0" rIns="0" bIns="0" anchor="t" anchorCtr="0">
                <a:spAutoFit/>
              </a:bodyPr>
              <a:lstStyle/>
              <a:p>
                <a:pPr algn="l"/>
                <a:r>
                  <a:rPr lang="zh-TW" sz="1800" b="1" dirty="0">
                    <a:solidFill>
                      <a:schemeClr val="accent3"/>
                    </a:solidFill>
                    <a:latin typeface="Segoe UI"/>
                    <a:ea typeface="Microsoft JhengHei"/>
                    <a:cs typeface="Segoe UI"/>
                  </a:rPr>
                  <a:t>93.05%</a:t>
                </a:r>
              </a:p>
            </p:txBody>
          </p:sp>
        </p:grpSp>
        <p:sp>
          <p:nvSpPr>
            <p:cNvPr id="24" name="Rectangle 24"/>
            <p:cNvSpPr/>
            <p:nvPr/>
          </p:nvSpPr>
          <p:spPr>
            <a:xfrm>
              <a:off x="8724900" y="1676400"/>
              <a:ext cx="2857500" cy="3238500"/>
            </a:xfrm>
            <a:prstGeom prst="roundRect">
              <a:avLst>
                <a:gd name="adj" fmla="val 6000"/>
              </a:avLst>
            </a:prstGeom>
            <a:solidFill>
              <a:schemeClr val="accent5"/>
            </a:solidFill>
            <a:ln>
              <a:noFill/>
            </a:ln>
          </p:spPr>
        </p:sp>
        <p:sp>
          <p:nvSpPr>
            <p:cNvPr id="25" name="TextBox 25"/>
            <p:cNvSpPr txBox="1"/>
            <p:nvPr>
              <p:custDataLst>
                <p:tags r:id="rId4"/>
              </p:custDataLst>
            </p:nvPr>
          </p:nvSpPr>
          <p:spPr>
            <a:xfrm>
              <a:off x="9003792" y="1987550"/>
              <a:ext cx="922401" cy="264033"/>
            </a:xfrm>
            <a:prstGeom prst="rect">
              <a:avLst/>
            </a:prstGeom>
            <a:noFill/>
            <a:ln>
              <a:noFill/>
            </a:ln>
          </p:spPr>
          <p:txBody>
            <a:bodyPr wrap="none" lIns="0" tIns="0" rIns="0" bIns="0" anchor="t" anchorCtr="0">
              <a:spAutoFit/>
            </a:bodyPr>
            <a:lstStyle/>
            <a:p>
              <a:pPr algn="l"/>
              <a:r>
                <a:rPr lang="zh-TW" sz="1350" dirty="0">
                  <a:solidFill>
                    <a:srgbClr val="A8B8CC"/>
                  </a:solidFill>
                  <a:latin typeface="Segoe UI"/>
                  <a:ea typeface="Microsoft JhengHei"/>
                  <a:cs typeface="Segoe UI"/>
                </a:rPr>
                <a:t>整體準確率</a:t>
              </a:r>
            </a:p>
          </p:txBody>
        </p:sp>
        <p:sp>
          <p:nvSpPr>
            <p:cNvPr id="26" name="TextBox 26"/>
            <p:cNvSpPr txBox="1"/>
            <p:nvPr>
              <p:custDataLst>
                <p:tags r:id="rId5"/>
              </p:custDataLst>
            </p:nvPr>
          </p:nvSpPr>
          <p:spPr>
            <a:xfrm>
              <a:off x="8991600" y="2343150"/>
              <a:ext cx="2190856" cy="904875"/>
            </a:xfrm>
            <a:prstGeom prst="rect">
              <a:avLst/>
            </a:prstGeom>
            <a:noFill/>
            <a:ln>
              <a:noFill/>
            </a:ln>
          </p:spPr>
          <p:txBody>
            <a:bodyPr wrap="none" lIns="0" tIns="0" rIns="0" bIns="0" anchor="t" anchorCtr="0">
              <a:spAutoFit/>
            </a:bodyPr>
            <a:lstStyle/>
            <a:p>
              <a:pPr algn="l"/>
              <a:r>
                <a:rPr lang="zh-TW" sz="4650" b="1" dirty="0">
                  <a:solidFill>
                    <a:srgbClr val="5EEAD4"/>
                  </a:solidFill>
                  <a:latin typeface="Segoe UI"/>
                  <a:ea typeface="Microsoft JhengHei"/>
                  <a:cs typeface="Segoe UI"/>
                </a:rPr>
                <a:t>98.08%</a:t>
              </a:r>
            </a:p>
          </p:txBody>
        </p:sp>
        <p:sp>
          <p:nvSpPr>
            <p:cNvPr id="27" name="TextBox 27"/>
            <p:cNvSpPr txBox="1"/>
            <p:nvPr>
              <p:custDataLst>
                <p:tags r:id="rId6"/>
              </p:custDataLst>
            </p:nvPr>
          </p:nvSpPr>
          <p:spPr>
            <a:xfrm>
              <a:off x="9003792" y="3149600"/>
              <a:ext cx="1759859" cy="264033"/>
            </a:xfrm>
            <a:prstGeom prst="rect">
              <a:avLst/>
            </a:prstGeom>
            <a:noFill/>
            <a:ln>
              <a:noFill/>
            </a:ln>
          </p:spPr>
          <p:txBody>
            <a:bodyPr wrap="none" lIns="0" tIns="0" rIns="0" bIns="0" anchor="t" anchorCtr="0">
              <a:spAutoFit/>
            </a:bodyPr>
            <a:lstStyle/>
            <a:p>
              <a:pPr algn="l"/>
              <a:r>
                <a:rPr lang="zh-TW" sz="1350" dirty="0">
                  <a:solidFill>
                    <a:srgbClr val="FFFFFF"/>
                  </a:solidFill>
                  <a:latin typeface="Segoe UI"/>
                  <a:ea typeface="Microsoft JhengHei"/>
                  <a:cs typeface="Segoe UI"/>
                </a:rPr>
                <a:t>17 類分類</a:t>
              </a:r>
              <a:r>
                <a:rPr lang="en-US" sz="1350" dirty="0">
                  <a:solidFill>
                    <a:srgbClr val="FFFFFF"/>
                  </a:solidFill>
                  <a:latin typeface="Segoe UI"/>
                  <a:ea typeface="Microsoft JhengHei"/>
                  <a:cs typeface="Segoe UI"/>
                </a:rPr>
                <a:t> · OOF Gate</a:t>
              </a:r>
            </a:p>
          </p:txBody>
        </p:sp>
        <p:sp>
          <p:nvSpPr>
            <p:cNvPr id="28" name="Line 28"/>
            <p:cNvSpPr/>
            <p:nvPr/>
          </p:nvSpPr>
          <p:spPr>
            <a:xfrm>
              <a:off x="9010650" y="3771900"/>
              <a:ext cx="2286000" cy="9525"/>
            </a:xfrm>
            <a:custGeom>
              <a:avLst/>
              <a:gdLst/>
              <a:ahLst/>
              <a:cxnLst/>
              <a:rect l="l" t="t" r="r" b="b"/>
              <a:pathLst>
                <a:path w="2286000" h="9525">
                  <a:moveTo>
                    <a:pt x="0" y="0"/>
                  </a:moveTo>
                  <a:lnTo>
                    <a:pt x="2286000" y="0"/>
                  </a:lnTo>
                </a:path>
              </a:pathLst>
            </a:custGeom>
            <a:noFill/>
            <a:ln w="9525" cap="rnd">
              <a:solidFill>
                <a:srgbClr val="2A4260"/>
              </a:solidFill>
            </a:ln>
          </p:spPr>
        </p:sp>
        <p:sp>
          <p:nvSpPr>
            <p:cNvPr id="29" name="TextBox 29"/>
            <p:cNvSpPr txBox="1"/>
            <p:nvPr>
              <p:custDataLst>
                <p:tags r:id="rId7"/>
              </p:custDataLst>
            </p:nvPr>
          </p:nvSpPr>
          <p:spPr>
            <a:xfrm>
              <a:off x="9004554" y="4000500"/>
              <a:ext cx="1143000" cy="234696"/>
            </a:xfrm>
            <a:prstGeom prst="rect">
              <a:avLst/>
            </a:prstGeom>
            <a:noFill/>
            <a:ln>
              <a:noFill/>
            </a:ln>
          </p:spPr>
          <p:txBody>
            <a:bodyPr wrap="none" lIns="0" tIns="0" rIns="0" bIns="0" anchor="t" anchorCtr="0">
              <a:spAutoFit/>
            </a:bodyPr>
            <a:lstStyle/>
            <a:p>
              <a:pPr algn="l"/>
              <a:r>
                <a:rPr lang="zh-TW" sz="1200" dirty="0">
                  <a:solidFill>
                    <a:srgbClr val="A8B8CC"/>
                  </a:solidFill>
                  <a:latin typeface="Segoe UI"/>
                  <a:ea typeface="Microsoft JhengHei"/>
                  <a:cs typeface="Segoe UI"/>
                </a:rPr>
                <a:t>同一封存測試集</a:t>
              </a:r>
            </a:p>
          </p:txBody>
        </p:sp>
        <p:sp>
          <p:nvSpPr>
            <p:cNvPr id="30" name="TextBox 30"/>
            <p:cNvSpPr txBox="1"/>
            <p:nvPr>
              <p:custDataLst>
                <p:tags r:id="rId8"/>
              </p:custDataLst>
            </p:nvPr>
          </p:nvSpPr>
          <p:spPr>
            <a:xfrm>
              <a:off x="9004554" y="4286250"/>
              <a:ext cx="1082583" cy="234696"/>
            </a:xfrm>
            <a:prstGeom prst="rect">
              <a:avLst/>
            </a:prstGeom>
            <a:noFill/>
            <a:ln>
              <a:noFill/>
            </a:ln>
          </p:spPr>
          <p:txBody>
            <a:bodyPr wrap="none" lIns="0" tIns="0" rIns="0" bIns="0" anchor="t" anchorCtr="0">
              <a:spAutoFit/>
            </a:bodyPr>
            <a:lstStyle/>
            <a:p>
              <a:pPr algn="l"/>
              <a:r>
                <a:rPr lang="zh-TW" sz="1200" dirty="0">
                  <a:solidFill>
                    <a:srgbClr val="A8B8CC"/>
                  </a:solidFill>
                  <a:latin typeface="Segoe UI"/>
                  <a:ea typeface="Microsoft JhengHei"/>
                  <a:cs typeface="Segoe UI"/>
                </a:rPr>
                <a:t>固定 17 類輸出</a:t>
              </a:r>
            </a:p>
          </p:txBody>
        </p:sp>
        <p:sp>
          <p:nvSpPr>
            <p:cNvPr id="31" name="Rectangle 31"/>
            <p:cNvSpPr/>
            <p:nvPr/>
          </p:nvSpPr>
          <p:spPr>
            <a:xfrm>
              <a:off x="609600" y="5448300"/>
              <a:ext cx="10972800" cy="609600"/>
            </a:xfrm>
            <a:prstGeom prst="roundRect">
              <a:avLst>
                <a:gd name="adj" fmla="val 18750"/>
              </a:avLst>
            </a:prstGeom>
            <a:solidFill>
              <a:srgbClr val="E2F3F0"/>
            </a:solidFill>
            <a:ln>
              <a:noFill/>
            </a:ln>
          </p:spPr>
        </p:sp>
        <p:sp>
          <p:nvSpPr>
            <p:cNvPr id="32" name="TextBox 32"/>
            <p:cNvSpPr txBox="1"/>
            <p:nvPr>
              <p:custDataLst>
                <p:tags r:id="rId9"/>
              </p:custDataLst>
            </p:nvPr>
          </p:nvSpPr>
          <p:spPr>
            <a:xfrm>
              <a:off x="868680" y="5638800"/>
              <a:ext cx="6771864" cy="293370"/>
            </a:xfrm>
            <a:prstGeom prst="rect">
              <a:avLst/>
            </a:prstGeom>
            <a:noFill/>
            <a:ln>
              <a:noFill/>
            </a:ln>
          </p:spPr>
          <p:txBody>
            <a:bodyPr wrap="none" lIns="0" tIns="0" rIns="0" bIns="0" anchor="t" anchorCtr="0">
              <a:spAutoFit/>
            </a:bodyPr>
            <a:lstStyle/>
            <a:p>
              <a:pPr algn="l"/>
              <a:r>
                <a:rPr lang="zh-TW" sz="1500" b="1" dirty="0">
                  <a:solidFill>
                    <a:schemeClr val="dk1"/>
                  </a:solidFill>
                  <a:latin typeface="Segoe UI"/>
                  <a:ea typeface="Microsoft JhengHei"/>
                  <a:cs typeface="Segoe UI"/>
                </a:rPr>
                <a:t>融合相較</a:t>
              </a:r>
              <a:r>
                <a:rPr lang="en-US" sz="1500" b="1" dirty="0">
                  <a:solidFill>
                    <a:schemeClr val="dk1"/>
                  </a:solidFill>
                  <a:latin typeface="Segoe UI"/>
                  <a:ea typeface="Microsoft JhengHei"/>
                  <a:cs typeface="Segoe UI"/>
                </a:rPr>
                <a:t> PBCNN </a:t>
              </a:r>
              <a:r>
                <a:rPr lang="zh-TW" sz="1500" b="1" dirty="0">
                  <a:solidFill>
                    <a:schemeClr val="dk1"/>
                  </a:solidFill>
                  <a:latin typeface="Segoe UI"/>
                  <a:ea typeface="Microsoft JhengHei"/>
                  <a:cs typeface="Segoe UI"/>
                </a:rPr>
                <a:t>提升 13.30 個百分點；相較</a:t>
              </a:r>
              <a:r>
                <a:rPr lang="en-US" sz="1500" b="1" dirty="0">
                  <a:solidFill>
                    <a:schemeClr val="dk1"/>
                  </a:solidFill>
                  <a:latin typeface="Segoe UI"/>
                  <a:ea typeface="Microsoft JhengHei"/>
                  <a:cs typeface="Segoe UI"/>
                </a:rPr>
                <a:t> CTBM </a:t>
              </a:r>
              <a:r>
                <a:rPr lang="zh-TW" sz="1500" b="1" dirty="0">
                  <a:solidFill>
                    <a:schemeClr val="dk1"/>
                  </a:solidFill>
                  <a:latin typeface="Segoe UI"/>
                  <a:ea typeface="Microsoft JhengHei"/>
                  <a:cs typeface="Segoe UI"/>
                </a:rPr>
                <a:t>提升 0.95 個百分點。</a:t>
              </a:r>
            </a:p>
          </p:txBody>
        </p:sp>
      </p:grpSp>
      <p:grpSp>
        <p:nvGrpSpPr>
          <p:cNvPr id="46" name="footer"/>
          <p:cNvGrpSpPr/>
          <p:nvPr/>
        </p:nvGrpSpPr>
        <p:grpSpPr>
          <a:xfrm>
            <a:off x="604266" y="6400800"/>
            <a:ext cx="10978134" cy="316484"/>
            <a:chOff x="604266" y="6400800"/>
            <a:chExt cx="10978134" cy="316484"/>
          </a:xfrm>
        </p:grpSpPr>
        <p:sp>
          <p:nvSpPr>
            <p:cNvPr id="34" name="Line 34"/>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35" name="TextBox 35"/>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36" name="Rectangle 36"/>
            <p:cNvSpPr/>
            <p:nvPr/>
          </p:nvSpPr>
          <p:spPr>
            <a:xfrm>
              <a:off x="8724900" y="6553200"/>
              <a:ext cx="133350" cy="38100"/>
            </a:xfrm>
            <a:prstGeom prst="roundRect">
              <a:avLst>
                <a:gd name="adj" fmla="val 50000"/>
              </a:avLst>
            </a:prstGeom>
            <a:solidFill>
              <a:srgbClr val="DCE3EC"/>
            </a:solidFill>
            <a:ln>
              <a:noFill/>
            </a:ln>
          </p:spPr>
        </p:sp>
        <p:sp>
          <p:nvSpPr>
            <p:cNvPr id="37" name="Rectangle 37"/>
            <p:cNvSpPr/>
            <p:nvPr/>
          </p:nvSpPr>
          <p:spPr>
            <a:xfrm>
              <a:off x="8915400" y="6553200"/>
              <a:ext cx="133350" cy="38100"/>
            </a:xfrm>
            <a:prstGeom prst="roundRect">
              <a:avLst>
                <a:gd name="adj" fmla="val 50000"/>
              </a:avLst>
            </a:prstGeom>
            <a:solidFill>
              <a:srgbClr val="DCE3EC"/>
            </a:solidFill>
            <a:ln>
              <a:noFill/>
            </a:ln>
          </p:spPr>
        </p:sp>
        <p:sp>
          <p:nvSpPr>
            <p:cNvPr id="38" name="Rectangle 38"/>
            <p:cNvSpPr/>
            <p:nvPr/>
          </p:nvSpPr>
          <p:spPr>
            <a:xfrm>
              <a:off x="9105900" y="6553200"/>
              <a:ext cx="133350" cy="38100"/>
            </a:xfrm>
            <a:prstGeom prst="roundRect">
              <a:avLst>
                <a:gd name="adj" fmla="val 50000"/>
              </a:avLst>
            </a:prstGeom>
            <a:solidFill>
              <a:srgbClr val="DCE3EC"/>
            </a:solidFill>
            <a:ln>
              <a:noFill/>
            </a:ln>
          </p:spPr>
        </p:sp>
        <p:sp>
          <p:nvSpPr>
            <p:cNvPr id="39" name="Rectangle 39"/>
            <p:cNvSpPr/>
            <p:nvPr/>
          </p:nvSpPr>
          <p:spPr>
            <a:xfrm>
              <a:off x="9296400" y="6553200"/>
              <a:ext cx="133350" cy="38100"/>
            </a:xfrm>
            <a:prstGeom prst="roundRect">
              <a:avLst>
                <a:gd name="adj" fmla="val 50000"/>
              </a:avLst>
            </a:prstGeom>
            <a:solidFill>
              <a:srgbClr val="DCE3EC"/>
            </a:solidFill>
            <a:ln>
              <a:noFill/>
            </a:ln>
          </p:spPr>
        </p:sp>
        <p:sp>
          <p:nvSpPr>
            <p:cNvPr id="40" name="Rectangle 40"/>
            <p:cNvSpPr/>
            <p:nvPr/>
          </p:nvSpPr>
          <p:spPr>
            <a:xfrm>
              <a:off x="9486900" y="6553200"/>
              <a:ext cx="133350" cy="38100"/>
            </a:xfrm>
            <a:prstGeom prst="roundRect">
              <a:avLst>
                <a:gd name="adj" fmla="val 50000"/>
              </a:avLst>
            </a:prstGeom>
            <a:solidFill>
              <a:srgbClr val="DCE3EC"/>
            </a:solidFill>
            <a:ln>
              <a:noFill/>
            </a:ln>
          </p:spPr>
        </p:sp>
        <p:sp>
          <p:nvSpPr>
            <p:cNvPr id="41" name="Rectangle 41"/>
            <p:cNvSpPr/>
            <p:nvPr/>
          </p:nvSpPr>
          <p:spPr>
            <a:xfrm>
              <a:off x="9677400" y="6553200"/>
              <a:ext cx="133350" cy="38100"/>
            </a:xfrm>
            <a:prstGeom prst="roundRect">
              <a:avLst>
                <a:gd name="adj" fmla="val 50000"/>
              </a:avLst>
            </a:prstGeom>
            <a:solidFill>
              <a:srgbClr val="DCE3EC"/>
            </a:solidFill>
            <a:ln>
              <a:noFill/>
            </a:ln>
          </p:spPr>
        </p:sp>
        <p:sp>
          <p:nvSpPr>
            <p:cNvPr id="42" name="Rectangle 42"/>
            <p:cNvSpPr/>
            <p:nvPr/>
          </p:nvSpPr>
          <p:spPr>
            <a:xfrm>
              <a:off x="9867900" y="6553200"/>
              <a:ext cx="133350" cy="38100"/>
            </a:xfrm>
            <a:prstGeom prst="roundRect">
              <a:avLst>
                <a:gd name="adj" fmla="val 50000"/>
              </a:avLst>
            </a:prstGeom>
            <a:solidFill>
              <a:schemeClr val="accent2"/>
            </a:solidFill>
            <a:ln>
              <a:noFill/>
            </a:ln>
          </p:spPr>
        </p:sp>
        <p:sp>
          <p:nvSpPr>
            <p:cNvPr id="43" name="Rectangle 43"/>
            <p:cNvSpPr/>
            <p:nvPr/>
          </p:nvSpPr>
          <p:spPr>
            <a:xfrm>
              <a:off x="10058400" y="6553200"/>
              <a:ext cx="133350" cy="38100"/>
            </a:xfrm>
            <a:prstGeom prst="roundRect">
              <a:avLst>
                <a:gd name="adj" fmla="val 50000"/>
              </a:avLst>
            </a:prstGeom>
            <a:solidFill>
              <a:srgbClr val="DCE3EC"/>
            </a:solidFill>
            <a:ln>
              <a:noFill/>
            </a:ln>
          </p:spPr>
        </p:sp>
        <p:sp>
          <p:nvSpPr>
            <p:cNvPr id="44" name="Rectangle 44"/>
            <p:cNvSpPr/>
            <p:nvPr/>
          </p:nvSpPr>
          <p:spPr>
            <a:xfrm>
              <a:off x="10248900" y="6553200"/>
              <a:ext cx="133350" cy="38100"/>
            </a:xfrm>
            <a:prstGeom prst="roundRect">
              <a:avLst>
                <a:gd name="adj" fmla="val 50000"/>
              </a:avLst>
            </a:prstGeom>
            <a:solidFill>
              <a:srgbClr val="DCE3EC"/>
            </a:solidFill>
            <a:ln>
              <a:noFill/>
            </a:ln>
          </p:spPr>
        </p:sp>
        <p:sp>
          <p:nvSpPr>
            <p:cNvPr id="45" name="TextBox 45"/>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07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774630" cy="855853"/>
            <a:chOff x="595122" y="431800"/>
            <a:chExt cx="4774630"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9"/>
              </p:custDataLst>
            </p:nvPr>
          </p:nvSpPr>
          <p:spPr>
            <a:xfrm>
              <a:off x="794385" y="431800"/>
              <a:ext cx="1464374"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RESULT · EVIDENCE</a:t>
              </a:r>
            </a:p>
          </p:txBody>
        </p:sp>
        <p:sp>
          <p:nvSpPr>
            <p:cNvPr id="4" name="TextBox 4"/>
            <p:cNvSpPr txBox="1"/>
            <p:nvPr>
              <p:custDataLst>
                <p:tags r:id="rId20"/>
              </p:custDataLst>
            </p:nvPr>
          </p:nvSpPr>
          <p:spPr>
            <a:xfrm>
              <a:off x="595122" y="730250"/>
              <a:ext cx="4774630"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案例提供證據，</a:t>
              </a:r>
              <a:r>
                <a:rPr lang="en-US" sz="2850" b="1" dirty="0">
                  <a:solidFill>
                    <a:schemeClr val="accent6"/>
                  </a:solidFill>
                  <a:latin typeface="Segoe UI"/>
                  <a:ea typeface="Microsoft JhengHei"/>
                  <a:cs typeface="Segoe UI"/>
                </a:rPr>
                <a:t>AI </a:t>
              </a:r>
              <a:r>
                <a:rPr lang="zh-TW" sz="2850" b="1" dirty="0">
                  <a:solidFill>
                    <a:schemeClr val="accent6"/>
                  </a:solidFill>
                  <a:latin typeface="Segoe UI"/>
                  <a:ea typeface="Microsoft JhengHei"/>
                  <a:cs typeface="Segoe UI"/>
                </a:rPr>
                <a:t>完成分流</a:t>
              </a:r>
            </a:p>
          </p:txBody>
        </p:sp>
      </p:grpSp>
      <p:grpSp>
        <p:nvGrpSpPr>
          <p:cNvPr id="46" name="page-content"/>
          <p:cNvGrpSpPr/>
          <p:nvPr/>
        </p:nvGrpSpPr>
        <p:grpSpPr>
          <a:xfrm>
            <a:off x="609600" y="1562100"/>
            <a:ext cx="10972800" cy="4514850"/>
            <a:chOff x="609600" y="1562100"/>
            <a:chExt cx="10972800" cy="4514850"/>
          </a:xfrm>
        </p:grpSpPr>
        <p:sp>
          <p:nvSpPr>
            <p:cNvPr id="6" name="Rectangle 6"/>
            <p:cNvSpPr/>
            <p:nvPr/>
          </p:nvSpPr>
          <p:spPr>
            <a:xfrm>
              <a:off x="609600" y="1562100"/>
              <a:ext cx="3619500" cy="3695700"/>
            </a:xfrm>
            <a:prstGeom prst="roundRect">
              <a:avLst>
                <a:gd name="adj" fmla="val 4737"/>
              </a:avLst>
            </a:prstGeom>
            <a:solidFill>
              <a:schemeClr val="lt2"/>
            </a:solidFill>
            <a:ln>
              <a:noFill/>
            </a:ln>
          </p:spPr>
        </p:sp>
        <p:sp>
          <p:nvSpPr>
            <p:cNvPr id="7" name="TextBox 7"/>
            <p:cNvSpPr txBox="1"/>
            <p:nvPr>
              <p:custDataLst>
                <p:tags r:id="rId3"/>
              </p:custDataLst>
            </p:nvPr>
          </p:nvSpPr>
          <p:spPr>
            <a:xfrm>
              <a:off x="889254" y="1809750"/>
              <a:ext cx="658368"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檢索效果</a:t>
              </a:r>
            </a:p>
          </p:txBody>
        </p:sp>
        <p:sp>
          <p:nvSpPr>
            <p:cNvPr id="8" name="TextBox 8"/>
            <p:cNvSpPr txBox="1"/>
            <p:nvPr>
              <p:custDataLst>
                <p:tags r:id="rId4"/>
              </p:custDataLst>
            </p:nvPr>
          </p:nvSpPr>
          <p:spPr>
            <a:xfrm>
              <a:off x="876300" y="2152650"/>
              <a:ext cx="2190856" cy="904875"/>
            </a:xfrm>
            <a:prstGeom prst="rect">
              <a:avLst/>
            </a:prstGeom>
            <a:noFill/>
            <a:ln>
              <a:noFill/>
            </a:ln>
          </p:spPr>
          <p:txBody>
            <a:bodyPr wrap="none" lIns="0" tIns="0" rIns="0" bIns="0" anchor="t" anchorCtr="0">
              <a:spAutoFit/>
            </a:bodyPr>
            <a:lstStyle/>
            <a:p>
              <a:pPr algn="l"/>
              <a:r>
                <a:rPr lang="zh-TW" sz="4650" b="1" dirty="0">
                  <a:solidFill>
                    <a:schemeClr val="accent3"/>
                  </a:solidFill>
                  <a:latin typeface="Segoe UI"/>
                  <a:ea typeface="Microsoft JhengHei"/>
                  <a:cs typeface="Segoe UI"/>
                </a:rPr>
                <a:t>97.62%</a:t>
              </a:r>
            </a:p>
          </p:txBody>
        </p:sp>
        <p:sp>
          <p:nvSpPr>
            <p:cNvPr id="9" name="TextBox 9"/>
            <p:cNvSpPr txBox="1"/>
            <p:nvPr>
              <p:custDataLst>
                <p:tags r:id="rId5"/>
              </p:custDataLst>
            </p:nvPr>
          </p:nvSpPr>
          <p:spPr>
            <a:xfrm>
              <a:off x="888111" y="2870200"/>
              <a:ext cx="118642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Top-5 </a:t>
              </a:r>
              <a:r>
                <a:rPr lang="zh-TW" sz="1420" b="1" dirty="0">
                  <a:solidFill>
                    <a:schemeClr val="dk1"/>
                  </a:solidFill>
                  <a:latin typeface="Segoe UI"/>
                  <a:ea typeface="Microsoft JhengHei"/>
                  <a:cs typeface="Segoe UI"/>
                </a:rPr>
                <a:t>命中率</a:t>
              </a:r>
            </a:p>
          </p:txBody>
        </p:sp>
        <p:sp>
          <p:nvSpPr>
            <p:cNvPr id="10" name="Line 10"/>
            <p:cNvSpPr/>
            <p:nvPr/>
          </p:nvSpPr>
          <p:spPr>
            <a:xfrm>
              <a:off x="895350" y="3371850"/>
              <a:ext cx="3048000" cy="9525"/>
            </a:xfrm>
            <a:custGeom>
              <a:avLst/>
              <a:gdLst/>
              <a:ahLst/>
              <a:cxnLst/>
              <a:rect l="l" t="t" r="r" b="b"/>
              <a:pathLst>
                <a:path w="3048000" h="9525">
                  <a:moveTo>
                    <a:pt x="0" y="0"/>
                  </a:moveTo>
                  <a:lnTo>
                    <a:pt x="3048000" y="0"/>
                  </a:lnTo>
                </a:path>
              </a:pathLst>
            </a:custGeom>
            <a:noFill/>
            <a:ln w="14288" cap="rnd">
              <a:solidFill>
                <a:srgbClr val="DCE3EC"/>
              </a:solidFill>
            </a:ln>
          </p:spPr>
        </p:sp>
        <p:sp>
          <p:nvSpPr>
            <p:cNvPr id="11" name="TextBox 11"/>
            <p:cNvSpPr txBox="1"/>
            <p:nvPr>
              <p:custDataLst>
                <p:tags r:id="rId6"/>
              </p:custDataLst>
            </p:nvPr>
          </p:nvSpPr>
          <p:spPr>
            <a:xfrm>
              <a:off x="879348" y="3549650"/>
              <a:ext cx="1490322" cy="616077"/>
            </a:xfrm>
            <a:prstGeom prst="rect">
              <a:avLst/>
            </a:prstGeom>
            <a:noFill/>
            <a:ln>
              <a:noFill/>
            </a:ln>
          </p:spPr>
          <p:txBody>
            <a:bodyPr wrap="none" lIns="0" tIns="0" rIns="0" bIns="0" anchor="t" anchorCtr="0">
              <a:spAutoFit/>
            </a:bodyPr>
            <a:lstStyle/>
            <a:p>
              <a:pPr algn="l"/>
              <a:r>
                <a:rPr lang="zh-TW" sz="3150" b="1" dirty="0">
                  <a:solidFill>
                    <a:schemeClr val="accent6"/>
                  </a:solidFill>
                  <a:latin typeface="Segoe UI"/>
                  <a:ea typeface="Microsoft JhengHei"/>
                  <a:cs typeface="Segoe UI"/>
                </a:rPr>
                <a:t>93.89%</a:t>
              </a:r>
            </a:p>
          </p:txBody>
        </p:sp>
        <p:sp>
          <p:nvSpPr>
            <p:cNvPr id="12" name="TextBox 12"/>
            <p:cNvSpPr txBox="1"/>
            <p:nvPr>
              <p:custDataLst>
                <p:tags r:id="rId7"/>
              </p:custDataLst>
            </p:nvPr>
          </p:nvSpPr>
          <p:spPr>
            <a:xfrm>
              <a:off x="888492" y="4064000"/>
              <a:ext cx="1482318" cy="264033"/>
            </a:xfrm>
            <a:prstGeom prst="rect">
              <a:avLst/>
            </a:prstGeom>
            <a:noFill/>
            <a:ln>
              <a:noFill/>
            </a:ln>
          </p:spPr>
          <p:txBody>
            <a:bodyPr wrap="none" lIns="0" tIns="0" rIns="0" bIns="0" anchor="t" anchorCtr="0">
              <a:spAutoFit/>
            </a:bodyPr>
            <a:lstStyle/>
            <a:p>
              <a:pPr algn="l"/>
              <a:r>
                <a:rPr lang="en-US" sz="1350" dirty="0">
                  <a:solidFill>
                    <a:schemeClr val="dk1"/>
                  </a:solidFill>
                  <a:latin typeface="Segoe UI"/>
                  <a:ea typeface="Microsoft JhengHei"/>
                  <a:cs typeface="Segoe UI"/>
                </a:rPr>
                <a:t>MRR@5 </a:t>
              </a:r>
              <a:r>
                <a:rPr lang="zh-TW" sz="1350" dirty="0">
                  <a:solidFill>
                    <a:schemeClr val="dk1"/>
                  </a:solidFill>
                  <a:latin typeface="Segoe UI"/>
                  <a:ea typeface="Microsoft JhengHei"/>
                  <a:cs typeface="Segoe UI"/>
                </a:rPr>
                <a:t>排序品質</a:t>
              </a:r>
            </a:p>
          </p:txBody>
        </p:sp>
        <p:sp>
          <p:nvSpPr>
            <p:cNvPr id="13" name="TextBox 13"/>
            <p:cNvSpPr txBox="1"/>
            <p:nvPr>
              <p:custDataLst>
                <p:tags r:id="rId8"/>
              </p:custDataLst>
            </p:nvPr>
          </p:nvSpPr>
          <p:spPr>
            <a:xfrm>
              <a:off x="889635" y="4775200"/>
              <a:ext cx="2071566"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1,550 案例 ／ 463 查詢 · 重疊 0</a:t>
              </a:r>
            </a:p>
          </p:txBody>
        </p:sp>
        <p:sp>
          <p:nvSpPr>
            <p:cNvPr id="14" name="Rectangle 14"/>
            <p:cNvSpPr/>
            <p:nvPr/>
          </p:nvSpPr>
          <p:spPr>
            <a:xfrm>
              <a:off x="4762500" y="1562100"/>
              <a:ext cx="6819900" cy="590550"/>
            </a:xfrm>
            <a:prstGeom prst="roundRect">
              <a:avLst>
                <a:gd name="adj" fmla="val 22581"/>
              </a:avLst>
            </a:prstGeom>
            <a:solidFill>
              <a:schemeClr val="accent5"/>
            </a:solidFill>
            <a:ln>
              <a:noFill/>
            </a:ln>
          </p:spPr>
        </p:sp>
        <p:sp>
          <p:nvSpPr>
            <p:cNvPr id="15" name="TextBox 15"/>
            <p:cNvSpPr txBox="1"/>
            <p:nvPr>
              <p:custDataLst>
                <p:tags r:id="rId9"/>
              </p:custDataLst>
            </p:nvPr>
          </p:nvSpPr>
          <p:spPr>
            <a:xfrm>
              <a:off x="6825904" y="1739900"/>
              <a:ext cx="2635943" cy="322707"/>
            </a:xfrm>
            <a:prstGeom prst="rect">
              <a:avLst/>
            </a:prstGeom>
            <a:noFill/>
            <a:ln>
              <a:noFill/>
            </a:ln>
          </p:spPr>
          <p:txBody>
            <a:bodyPr wrap="none" lIns="0" tIns="0" rIns="0" bIns="0" anchor="t" anchorCtr="0">
              <a:spAutoFit/>
            </a:bodyPr>
            <a:lstStyle/>
            <a:p>
              <a:pPr algn="ctr"/>
              <a:r>
                <a:rPr lang="zh-TW" sz="1650" b="1" dirty="0">
                  <a:solidFill>
                    <a:srgbClr val="FFFFFF"/>
                  </a:solidFill>
                  <a:latin typeface="Segoe UI"/>
                  <a:ea typeface="Microsoft JhengHei"/>
                  <a:cs typeface="Segoe UI"/>
                </a:rPr>
                <a:t>463 筆事件 → 本機</a:t>
              </a:r>
              <a:r>
                <a:rPr lang="en-US" sz="1650" b="1" dirty="0">
                  <a:solidFill>
                    <a:srgbClr val="FFFFFF"/>
                  </a:solidFill>
                  <a:latin typeface="Segoe UI"/>
                  <a:ea typeface="Microsoft JhengHei"/>
                  <a:cs typeface="Segoe UI"/>
                </a:rPr>
                <a:t> AI </a:t>
              </a:r>
              <a:r>
                <a:rPr lang="zh-TW" sz="1650" b="1" dirty="0">
                  <a:solidFill>
                    <a:srgbClr val="FFFFFF"/>
                  </a:solidFill>
                  <a:latin typeface="Segoe UI"/>
                  <a:ea typeface="Microsoft JhengHei"/>
                  <a:cs typeface="Segoe UI"/>
                </a:rPr>
                <a:t>稽核</a:t>
              </a:r>
            </a:p>
          </p:txBody>
        </p:sp>
        <p:sp>
          <p:nvSpPr>
            <p:cNvPr id="16" name="Freeform 16"/>
            <p:cNvSpPr/>
            <p:nvPr/>
          </p:nvSpPr>
          <p:spPr>
            <a:xfrm>
              <a:off x="5829300" y="2152650"/>
              <a:ext cx="2343150" cy="476250"/>
            </a:xfrm>
            <a:custGeom>
              <a:avLst/>
              <a:gdLst/>
              <a:ahLst/>
              <a:cxnLst/>
              <a:rect l="l" t="t" r="r" b="b"/>
              <a:pathLst>
                <a:path w="2343150" h="476250">
                  <a:moveTo>
                    <a:pt x="2343150" y="0"/>
                  </a:moveTo>
                  <a:lnTo>
                    <a:pt x="2343150" y="247650"/>
                  </a:lnTo>
                  <a:lnTo>
                    <a:pt x="0" y="247650"/>
                  </a:lnTo>
                  <a:lnTo>
                    <a:pt x="0" y="476250"/>
                  </a:lnTo>
                </a:path>
              </a:pathLst>
            </a:custGeom>
            <a:noFill/>
            <a:ln w="23812">
              <a:solidFill>
                <a:schemeClr val="accent1"/>
              </a:solidFill>
              <a:round/>
            </a:ln>
          </p:spPr>
        </p:sp>
        <p:sp>
          <p:nvSpPr>
            <p:cNvPr id="17" name="Freeform 17"/>
            <p:cNvSpPr/>
            <p:nvPr/>
          </p:nvSpPr>
          <p:spPr>
            <a:xfrm>
              <a:off x="577215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8" name="Freeform 18"/>
            <p:cNvSpPr/>
            <p:nvPr/>
          </p:nvSpPr>
          <p:spPr>
            <a:xfrm>
              <a:off x="8172450" y="2400300"/>
              <a:ext cx="9525" cy="228600"/>
            </a:xfrm>
            <a:custGeom>
              <a:avLst/>
              <a:gdLst/>
              <a:ahLst/>
              <a:cxnLst/>
              <a:rect l="l" t="t" r="r" b="b"/>
              <a:pathLst>
                <a:path w="9525" h="228600">
                  <a:moveTo>
                    <a:pt x="0" y="0"/>
                  </a:moveTo>
                  <a:lnTo>
                    <a:pt x="0" y="228600"/>
                  </a:lnTo>
                </a:path>
              </a:pathLst>
            </a:custGeom>
            <a:noFill/>
            <a:ln w="23812">
              <a:solidFill>
                <a:schemeClr val="accent1"/>
              </a:solidFill>
              <a:round/>
            </a:ln>
          </p:spPr>
        </p:sp>
        <p:sp>
          <p:nvSpPr>
            <p:cNvPr id="19" name="Freeform 19"/>
            <p:cNvSpPr/>
            <p:nvPr/>
          </p:nvSpPr>
          <p:spPr>
            <a:xfrm>
              <a:off x="811530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20" name="Freeform 20"/>
            <p:cNvSpPr/>
            <p:nvPr/>
          </p:nvSpPr>
          <p:spPr>
            <a:xfrm>
              <a:off x="8172450" y="2400300"/>
              <a:ext cx="2343150" cy="228600"/>
            </a:xfrm>
            <a:custGeom>
              <a:avLst/>
              <a:gdLst/>
              <a:ahLst/>
              <a:cxnLst/>
              <a:rect l="l" t="t" r="r" b="b"/>
              <a:pathLst>
                <a:path w="2343150" h="228600">
                  <a:moveTo>
                    <a:pt x="0" y="0"/>
                  </a:moveTo>
                  <a:lnTo>
                    <a:pt x="2343150" y="0"/>
                  </a:lnTo>
                  <a:lnTo>
                    <a:pt x="2343150" y="228600"/>
                  </a:lnTo>
                </a:path>
              </a:pathLst>
            </a:custGeom>
            <a:noFill/>
            <a:ln w="23812">
              <a:solidFill>
                <a:schemeClr val="accent1"/>
              </a:solidFill>
              <a:round/>
            </a:ln>
          </p:spPr>
        </p:sp>
        <p:sp>
          <p:nvSpPr>
            <p:cNvPr id="21" name="Freeform 21"/>
            <p:cNvSpPr/>
            <p:nvPr/>
          </p:nvSpPr>
          <p:spPr>
            <a:xfrm>
              <a:off x="1045845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22" name="Rectangle 22"/>
            <p:cNvSpPr/>
            <p:nvPr/>
          </p:nvSpPr>
          <p:spPr>
            <a:xfrm>
              <a:off x="4762500" y="2647950"/>
              <a:ext cx="2133600" cy="1866900"/>
            </a:xfrm>
            <a:prstGeom prst="roundRect">
              <a:avLst>
                <a:gd name="adj" fmla="val 8163"/>
              </a:avLst>
            </a:prstGeom>
            <a:solidFill>
              <a:srgbClr val="E2F3F0"/>
            </a:solidFill>
            <a:ln>
              <a:noFill/>
            </a:ln>
          </p:spPr>
        </p:sp>
        <p:grpSp>
          <p:nvGrpSpPr>
            <p:cNvPr id="26" name="Group 26"/>
            <p:cNvGrpSpPr/>
            <p:nvPr/>
          </p:nvGrpSpPr>
          <p:grpSpPr>
            <a:xfrm>
              <a:off x="5659041" y="2858691"/>
              <a:ext cx="340518" cy="340518"/>
              <a:chOff x="5659041" y="2858691"/>
              <a:chExt cx="340518" cy="340518"/>
            </a:xfrm>
          </p:grpSpPr>
          <p:sp>
            <p:nvSpPr>
              <p:cNvPr id="23" name="Ellipse 23"/>
              <p:cNvSpPr/>
              <p:nvPr/>
            </p:nvSpPr>
            <p:spPr>
              <a:xfrm>
                <a:off x="5659041" y="2858691"/>
                <a:ext cx="340519" cy="340519"/>
              </a:xfrm>
              <a:prstGeom prst="ellipse">
                <a:avLst/>
              </a:prstGeom>
              <a:solidFill>
                <a:srgbClr val="E2F3F0"/>
              </a:solidFill>
              <a:ln w="16371">
                <a:solidFill>
                  <a:schemeClr val="accent3"/>
                </a:solidFill>
              </a:ln>
            </p:spPr>
          </p:sp>
          <p:sp>
            <p:nvSpPr>
              <p:cNvPr id="24" name="Line 24"/>
              <p:cNvSpPr/>
              <p:nvPr/>
            </p:nvSpPr>
            <p:spPr>
              <a:xfrm>
                <a:off x="5744170" y="3035498"/>
                <a:ext cx="58936" cy="58936"/>
              </a:xfrm>
              <a:custGeom>
                <a:avLst/>
                <a:gdLst/>
                <a:ahLst/>
                <a:cxnLst/>
                <a:rect l="l" t="t" r="r" b="b"/>
                <a:pathLst>
                  <a:path w="58936" h="58936">
                    <a:moveTo>
                      <a:pt x="0" y="0"/>
                    </a:moveTo>
                    <a:lnTo>
                      <a:pt x="58936" y="58936"/>
                    </a:lnTo>
                  </a:path>
                </a:pathLst>
              </a:custGeom>
              <a:noFill/>
              <a:ln w="26194" cap="rnd">
                <a:solidFill>
                  <a:schemeClr val="accent3"/>
                </a:solidFill>
              </a:ln>
            </p:spPr>
          </p:sp>
          <p:sp>
            <p:nvSpPr>
              <p:cNvPr id="25" name="Line 25"/>
              <p:cNvSpPr/>
              <p:nvPr/>
            </p:nvSpPr>
            <p:spPr>
              <a:xfrm>
                <a:off x="5803106" y="2963466"/>
                <a:ext cx="117872" cy="130969"/>
              </a:xfrm>
              <a:custGeom>
                <a:avLst/>
                <a:gdLst/>
                <a:ahLst/>
                <a:cxnLst/>
                <a:rect l="l" t="t" r="r" b="b"/>
                <a:pathLst>
                  <a:path w="117872" h="130969">
                    <a:moveTo>
                      <a:pt x="0" y="130969"/>
                    </a:moveTo>
                    <a:lnTo>
                      <a:pt x="117872" y="0"/>
                    </a:lnTo>
                  </a:path>
                </a:pathLst>
              </a:custGeom>
              <a:noFill/>
              <a:ln w="26194" cap="rnd">
                <a:solidFill>
                  <a:schemeClr val="accent3"/>
                </a:solidFill>
              </a:ln>
            </p:spPr>
          </p:sp>
        </p:grpSp>
        <p:sp>
          <p:nvSpPr>
            <p:cNvPr id="27" name="TextBox 27"/>
            <p:cNvSpPr txBox="1"/>
            <p:nvPr>
              <p:custDataLst>
                <p:tags r:id="rId10"/>
              </p:custDataLst>
            </p:nvPr>
          </p:nvSpPr>
          <p:spPr>
            <a:xfrm>
              <a:off x="5289002" y="3327400"/>
              <a:ext cx="944071" cy="762000"/>
            </a:xfrm>
            <a:prstGeom prst="rect">
              <a:avLst/>
            </a:prstGeom>
            <a:noFill/>
            <a:ln>
              <a:noFill/>
            </a:ln>
          </p:spPr>
          <p:txBody>
            <a:bodyPr wrap="none" lIns="0" tIns="0" rIns="0" bIns="0" anchor="t" anchorCtr="0">
              <a:spAutoFit/>
            </a:bodyPr>
            <a:lstStyle/>
            <a:p>
              <a:pPr algn="ctr"/>
              <a:r>
                <a:rPr lang="zh-TW" sz="3900" b="1" dirty="0">
                  <a:solidFill>
                    <a:schemeClr val="accent3"/>
                  </a:solidFill>
                  <a:latin typeface="Segoe UI"/>
                  <a:ea typeface="Microsoft JhengHei"/>
                  <a:cs typeface="Segoe UI"/>
                </a:rPr>
                <a:t>415</a:t>
              </a:r>
            </a:p>
          </p:txBody>
        </p:sp>
        <p:sp>
          <p:nvSpPr>
            <p:cNvPr id="28" name="TextBox 28"/>
            <p:cNvSpPr txBox="1"/>
            <p:nvPr>
              <p:custDataLst>
                <p:tags r:id="rId11"/>
              </p:custDataLst>
            </p:nvPr>
          </p:nvSpPr>
          <p:spPr>
            <a:xfrm>
              <a:off x="5606294" y="403225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支持</a:t>
              </a:r>
            </a:p>
          </p:txBody>
        </p:sp>
        <p:sp>
          <p:nvSpPr>
            <p:cNvPr id="29" name="Rectangle 29"/>
            <p:cNvSpPr/>
            <p:nvPr/>
          </p:nvSpPr>
          <p:spPr>
            <a:xfrm>
              <a:off x="7105650" y="2647950"/>
              <a:ext cx="2133600" cy="1866900"/>
            </a:xfrm>
            <a:prstGeom prst="roundRect">
              <a:avLst>
                <a:gd name="adj" fmla="val 8163"/>
              </a:avLst>
            </a:prstGeom>
            <a:solidFill>
              <a:schemeClr val="lt1"/>
            </a:solidFill>
            <a:ln w="9525">
              <a:solidFill>
                <a:srgbClr val="DCE3EC"/>
              </a:solidFill>
            </a:ln>
          </p:spPr>
        </p:sp>
        <p:grpSp>
          <p:nvGrpSpPr>
            <p:cNvPr id="32" name="Group 32"/>
            <p:cNvGrpSpPr/>
            <p:nvPr/>
          </p:nvGrpSpPr>
          <p:grpSpPr>
            <a:xfrm>
              <a:off x="8021836" y="2878336"/>
              <a:ext cx="307776" cy="307776"/>
              <a:chOff x="8021836" y="2878336"/>
              <a:chExt cx="307776" cy="307776"/>
            </a:xfrm>
          </p:grpSpPr>
          <p:sp>
            <p:nvSpPr>
              <p:cNvPr id="30" name="Ellipse 30"/>
              <p:cNvSpPr/>
              <p:nvPr/>
            </p:nvSpPr>
            <p:spPr>
              <a:xfrm>
                <a:off x="8021836" y="2878336"/>
                <a:ext cx="222647" cy="222647"/>
              </a:xfrm>
              <a:prstGeom prst="ellipse">
                <a:avLst/>
              </a:prstGeom>
              <a:solidFill>
                <a:schemeClr val="lt1"/>
              </a:solidFill>
              <a:ln w="16371">
                <a:solidFill>
                  <a:schemeClr val="accent1"/>
                </a:solidFill>
              </a:ln>
            </p:spPr>
          </p:sp>
          <p:sp>
            <p:nvSpPr>
              <p:cNvPr id="31" name="Line 31"/>
              <p:cNvSpPr/>
              <p:nvPr/>
            </p:nvSpPr>
            <p:spPr>
              <a:xfrm>
                <a:off x="8218289" y="3074789"/>
                <a:ext cx="111323" cy="111323"/>
              </a:xfrm>
              <a:custGeom>
                <a:avLst/>
                <a:gdLst/>
                <a:ahLst/>
                <a:cxnLst/>
                <a:rect l="l" t="t" r="r" b="b"/>
                <a:pathLst>
                  <a:path w="111323" h="111323">
                    <a:moveTo>
                      <a:pt x="0" y="0"/>
                    </a:moveTo>
                    <a:lnTo>
                      <a:pt x="111323" y="111323"/>
                    </a:lnTo>
                  </a:path>
                </a:pathLst>
              </a:custGeom>
              <a:noFill/>
              <a:ln w="26194" cap="rnd">
                <a:solidFill>
                  <a:schemeClr val="accent1"/>
                </a:solidFill>
              </a:ln>
            </p:spPr>
          </p:sp>
        </p:grpSp>
        <p:sp>
          <p:nvSpPr>
            <p:cNvPr id="33" name="TextBox 33"/>
            <p:cNvSpPr txBox="1"/>
            <p:nvPr>
              <p:custDataLst>
                <p:tags r:id="rId12"/>
              </p:custDataLst>
            </p:nvPr>
          </p:nvSpPr>
          <p:spPr>
            <a:xfrm>
              <a:off x="7783147" y="3327400"/>
              <a:ext cx="642081" cy="762000"/>
            </a:xfrm>
            <a:prstGeom prst="rect">
              <a:avLst/>
            </a:prstGeom>
            <a:noFill/>
            <a:ln>
              <a:noFill/>
            </a:ln>
          </p:spPr>
          <p:txBody>
            <a:bodyPr wrap="none" lIns="0" tIns="0" rIns="0" bIns="0" anchor="t" anchorCtr="0">
              <a:spAutoFit/>
            </a:bodyPr>
            <a:lstStyle/>
            <a:p>
              <a:pPr algn="ctr"/>
              <a:r>
                <a:rPr lang="zh-TW" sz="3900" b="1" dirty="0">
                  <a:solidFill>
                    <a:schemeClr val="accent6"/>
                  </a:solidFill>
                  <a:latin typeface="Segoe UI"/>
                  <a:ea typeface="Microsoft JhengHei"/>
                  <a:cs typeface="Segoe UI"/>
                </a:rPr>
                <a:t>13</a:t>
              </a:r>
            </a:p>
          </p:txBody>
        </p:sp>
        <p:sp>
          <p:nvSpPr>
            <p:cNvPr id="34" name="TextBox 34"/>
            <p:cNvSpPr txBox="1"/>
            <p:nvPr>
              <p:custDataLst>
                <p:tags r:id="rId13"/>
              </p:custDataLst>
            </p:nvPr>
          </p:nvSpPr>
          <p:spPr>
            <a:xfrm>
              <a:off x="7949445" y="403225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複核</a:t>
              </a:r>
            </a:p>
          </p:txBody>
        </p:sp>
        <p:sp>
          <p:nvSpPr>
            <p:cNvPr id="35" name="Rectangle 35"/>
            <p:cNvSpPr/>
            <p:nvPr/>
          </p:nvSpPr>
          <p:spPr>
            <a:xfrm>
              <a:off x="9448800" y="2647950"/>
              <a:ext cx="2133600" cy="1866900"/>
            </a:xfrm>
            <a:prstGeom prst="roundRect">
              <a:avLst>
                <a:gd name="adj" fmla="val 8163"/>
              </a:avLst>
            </a:prstGeom>
            <a:solidFill>
              <a:schemeClr val="lt1"/>
            </a:solidFill>
            <a:ln w="9525">
              <a:solidFill>
                <a:srgbClr val="DCE3EC"/>
              </a:solidFill>
            </a:ln>
          </p:spPr>
        </p:sp>
        <p:grpSp>
          <p:nvGrpSpPr>
            <p:cNvPr id="39" name="Group 39"/>
            <p:cNvGrpSpPr/>
            <p:nvPr/>
          </p:nvGrpSpPr>
          <p:grpSpPr>
            <a:xfrm>
              <a:off x="10345341" y="2858691"/>
              <a:ext cx="340518" cy="340518"/>
              <a:chOff x="10345341" y="2858691"/>
              <a:chExt cx="340518" cy="340518"/>
            </a:xfrm>
          </p:grpSpPr>
          <p:sp>
            <p:nvSpPr>
              <p:cNvPr id="36" name="Ellipse 36"/>
              <p:cNvSpPr/>
              <p:nvPr/>
            </p:nvSpPr>
            <p:spPr>
              <a:xfrm>
                <a:off x="10345341" y="2858691"/>
                <a:ext cx="340519" cy="340519"/>
              </a:xfrm>
              <a:prstGeom prst="ellipse">
                <a:avLst/>
              </a:prstGeom>
              <a:solidFill>
                <a:srgbClr val="EAF1FE"/>
              </a:solidFill>
              <a:ln w="16371">
                <a:solidFill>
                  <a:schemeClr val="accent1"/>
                </a:solidFill>
              </a:ln>
            </p:spPr>
          </p:sp>
          <p:sp>
            <p:nvSpPr>
              <p:cNvPr id="37" name="Line 37"/>
              <p:cNvSpPr/>
              <p:nvPr/>
            </p:nvSpPr>
            <p:spPr>
              <a:xfrm>
                <a:off x="10515600" y="3107531"/>
                <a:ext cx="9525" cy="9525"/>
              </a:xfrm>
              <a:custGeom>
                <a:avLst/>
                <a:gdLst/>
                <a:ahLst/>
                <a:cxnLst/>
                <a:rect l="l" t="t" r="r" b="b"/>
                <a:pathLst>
                  <a:path w="9525" h="9525">
                    <a:moveTo>
                      <a:pt x="0" y="0"/>
                    </a:moveTo>
                    <a:lnTo>
                      <a:pt x="0" y="6548"/>
                    </a:lnTo>
                  </a:path>
                </a:pathLst>
              </a:custGeom>
              <a:noFill/>
              <a:ln w="32742" cap="rnd">
                <a:solidFill>
                  <a:schemeClr val="accent1"/>
                </a:solidFill>
              </a:ln>
            </p:spPr>
          </p:sp>
          <p:sp>
            <p:nvSpPr>
              <p:cNvPr id="38" name="Freeform 38"/>
              <p:cNvSpPr/>
              <p:nvPr/>
            </p:nvSpPr>
            <p:spPr>
              <a:xfrm>
                <a:off x="10463212" y="2911078"/>
                <a:ext cx="104775" cy="150614"/>
              </a:xfrm>
              <a:custGeom>
                <a:avLst/>
                <a:gdLst/>
                <a:ahLst/>
                <a:cxnLst/>
                <a:rect l="l" t="t" r="r" b="b"/>
                <a:pathLst>
                  <a:path w="104775" h="150614">
                    <a:moveTo>
                      <a:pt x="0" y="65484"/>
                    </a:moveTo>
                    <a:cubicBezTo>
                      <a:pt x="0" y="0"/>
                      <a:pt x="104775" y="0"/>
                      <a:pt x="104775" y="65484"/>
                    </a:cubicBezTo>
                    <a:cubicBezTo>
                      <a:pt x="104775" y="111323"/>
                      <a:pt x="52388" y="111323"/>
                      <a:pt x="52388" y="150614"/>
                    </a:cubicBezTo>
                  </a:path>
                </a:pathLst>
              </a:custGeom>
              <a:noFill/>
              <a:ln w="26194" cap="rnd">
                <a:solidFill>
                  <a:schemeClr val="accent1"/>
                </a:solidFill>
              </a:ln>
            </p:spPr>
          </p:sp>
        </p:grpSp>
        <p:sp>
          <p:nvSpPr>
            <p:cNvPr id="40" name="TextBox 40"/>
            <p:cNvSpPr txBox="1"/>
            <p:nvPr>
              <p:custDataLst>
                <p:tags r:id="rId14"/>
              </p:custDataLst>
            </p:nvPr>
          </p:nvSpPr>
          <p:spPr>
            <a:xfrm>
              <a:off x="10126297" y="3327400"/>
              <a:ext cx="642081" cy="762000"/>
            </a:xfrm>
            <a:prstGeom prst="rect">
              <a:avLst/>
            </a:prstGeom>
            <a:noFill/>
            <a:ln>
              <a:noFill/>
            </a:ln>
          </p:spPr>
          <p:txBody>
            <a:bodyPr wrap="none" lIns="0" tIns="0" rIns="0" bIns="0" anchor="t" anchorCtr="0">
              <a:spAutoFit/>
            </a:bodyPr>
            <a:lstStyle/>
            <a:p>
              <a:pPr algn="ctr"/>
              <a:r>
                <a:rPr lang="zh-TW" sz="3900" b="1" dirty="0">
                  <a:solidFill>
                    <a:schemeClr val="accent6"/>
                  </a:solidFill>
                  <a:latin typeface="Segoe UI"/>
                  <a:ea typeface="Microsoft JhengHei"/>
                  <a:cs typeface="Segoe UI"/>
                </a:rPr>
                <a:t>35</a:t>
              </a:r>
            </a:p>
          </p:txBody>
        </p:sp>
        <p:sp>
          <p:nvSpPr>
            <p:cNvPr id="41" name="TextBox 41"/>
            <p:cNvSpPr txBox="1"/>
            <p:nvPr>
              <p:custDataLst>
                <p:tags r:id="rId15"/>
              </p:custDataLst>
            </p:nvPr>
          </p:nvSpPr>
          <p:spPr>
            <a:xfrm>
              <a:off x="10197014" y="4032250"/>
              <a:ext cx="58795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不確定</a:t>
              </a:r>
            </a:p>
          </p:txBody>
        </p:sp>
        <p:sp>
          <p:nvSpPr>
            <p:cNvPr id="42" name="TextBox 42"/>
            <p:cNvSpPr txBox="1"/>
            <p:nvPr>
              <p:custDataLst>
                <p:tags r:id="rId16"/>
              </p:custDataLst>
            </p:nvPr>
          </p:nvSpPr>
          <p:spPr>
            <a:xfrm>
              <a:off x="4755642" y="4749800"/>
              <a:ext cx="3326800"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支持精確率 97.11% · 正式分類保持可追溯</a:t>
              </a:r>
            </a:p>
          </p:txBody>
        </p:sp>
        <p:sp>
          <p:nvSpPr>
            <p:cNvPr id="43" name="Rectangle 43"/>
            <p:cNvSpPr/>
            <p:nvPr/>
          </p:nvSpPr>
          <p:spPr>
            <a:xfrm>
              <a:off x="609600" y="5524500"/>
              <a:ext cx="10972800" cy="552450"/>
            </a:xfrm>
            <a:prstGeom prst="roundRect">
              <a:avLst>
                <a:gd name="adj" fmla="val 20690"/>
              </a:avLst>
            </a:prstGeom>
            <a:solidFill>
              <a:srgbClr val="EAF1FE"/>
            </a:solidFill>
            <a:ln>
              <a:noFill/>
            </a:ln>
          </p:spPr>
        </p:sp>
        <p:sp>
          <p:nvSpPr>
            <p:cNvPr id="44" name="TextBox 44"/>
            <p:cNvSpPr txBox="1"/>
            <p:nvPr>
              <p:custDataLst>
                <p:tags r:id="rId17"/>
              </p:custDataLst>
            </p:nvPr>
          </p:nvSpPr>
          <p:spPr>
            <a:xfrm>
              <a:off x="867156" y="5648325"/>
              <a:ext cx="816962" cy="352044"/>
            </a:xfrm>
            <a:prstGeom prst="rect">
              <a:avLst/>
            </a:prstGeom>
            <a:noFill/>
            <a:ln>
              <a:noFill/>
            </a:ln>
          </p:spPr>
          <p:txBody>
            <a:bodyPr wrap="none" lIns="0" tIns="0" rIns="0" bIns="0" anchor="t" anchorCtr="0">
              <a:spAutoFit/>
            </a:bodyPr>
            <a:lstStyle/>
            <a:p>
              <a:pPr algn="l"/>
              <a:r>
                <a:rPr lang="zh-TW" sz="1800" b="1" dirty="0">
                  <a:solidFill>
                    <a:schemeClr val="accent1"/>
                  </a:solidFill>
                  <a:latin typeface="Segoe UI"/>
                  <a:ea typeface="Microsoft JhengHei"/>
                  <a:cs typeface="Segoe UI"/>
                </a:rPr>
                <a:t>18 / 30</a:t>
              </a:r>
            </a:p>
          </p:txBody>
        </p:sp>
        <p:sp>
          <p:nvSpPr>
            <p:cNvPr id="45" name="TextBox 45"/>
            <p:cNvSpPr txBox="1"/>
            <p:nvPr>
              <p:custDataLst>
                <p:tags r:id="rId18"/>
              </p:custDataLst>
            </p:nvPr>
          </p:nvSpPr>
          <p:spPr>
            <a:xfrm>
              <a:off x="1669161" y="5699125"/>
              <a:ext cx="6442438" cy="278702"/>
            </a:xfrm>
            <a:prstGeom prst="rect">
              <a:avLst/>
            </a:prstGeom>
            <a:noFill/>
            <a:ln>
              <a:noFill/>
            </a:ln>
          </p:spPr>
          <p:txBody>
            <a:bodyPr wrap="none" lIns="0" tIns="0" rIns="0" bIns="0" anchor="t" anchorCtr="0">
              <a:spAutoFit/>
            </a:bodyPr>
            <a:lstStyle/>
            <a:p>
              <a:pPr algn="l"/>
              <a:r>
                <a:rPr lang="zh-TW" sz="1420" dirty="0">
                  <a:solidFill>
                    <a:schemeClr val="dk1"/>
                  </a:solidFill>
                  <a:latin typeface="Segoe UI"/>
                  <a:ea typeface="Microsoft JhengHei"/>
                  <a:cs typeface="Segoe UI"/>
                </a:rPr>
                <a:t>筆偵測誤判分流至複核或不確定；其餘 12 筆仍獲支持，處置另經策略檢查。</a:t>
              </a:r>
            </a:p>
          </p:txBody>
        </p:sp>
      </p:grpSp>
      <p:grpSp>
        <p:nvGrpSpPr>
          <p:cNvPr id="59" name="footer"/>
          <p:cNvGrpSpPr/>
          <p:nvPr/>
        </p:nvGrpSpPr>
        <p:grpSpPr>
          <a:xfrm>
            <a:off x="604266" y="6400800"/>
            <a:ext cx="10978134" cy="316484"/>
            <a:chOff x="604266" y="6400800"/>
            <a:chExt cx="10978134" cy="316484"/>
          </a:xfrm>
        </p:grpSpPr>
        <p:sp>
          <p:nvSpPr>
            <p:cNvPr id="47" name="Line 47"/>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48" name="TextBox 48"/>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49" name="Rectangle 49"/>
            <p:cNvSpPr/>
            <p:nvPr/>
          </p:nvSpPr>
          <p:spPr>
            <a:xfrm>
              <a:off x="8724900" y="6553200"/>
              <a:ext cx="133350" cy="38100"/>
            </a:xfrm>
            <a:prstGeom prst="roundRect">
              <a:avLst>
                <a:gd name="adj" fmla="val 50000"/>
              </a:avLst>
            </a:prstGeom>
            <a:solidFill>
              <a:srgbClr val="DCE3EC"/>
            </a:solidFill>
            <a:ln>
              <a:noFill/>
            </a:ln>
          </p:spPr>
        </p:sp>
        <p:sp>
          <p:nvSpPr>
            <p:cNvPr id="50" name="Rectangle 50"/>
            <p:cNvSpPr/>
            <p:nvPr/>
          </p:nvSpPr>
          <p:spPr>
            <a:xfrm>
              <a:off x="8915400" y="6553200"/>
              <a:ext cx="133350" cy="38100"/>
            </a:xfrm>
            <a:prstGeom prst="roundRect">
              <a:avLst>
                <a:gd name="adj" fmla="val 50000"/>
              </a:avLst>
            </a:prstGeom>
            <a:solidFill>
              <a:srgbClr val="DCE3EC"/>
            </a:solidFill>
            <a:ln>
              <a:noFill/>
            </a:ln>
          </p:spPr>
        </p:sp>
        <p:sp>
          <p:nvSpPr>
            <p:cNvPr id="51" name="Rectangle 51"/>
            <p:cNvSpPr/>
            <p:nvPr/>
          </p:nvSpPr>
          <p:spPr>
            <a:xfrm>
              <a:off x="9105900" y="6553200"/>
              <a:ext cx="133350" cy="38100"/>
            </a:xfrm>
            <a:prstGeom prst="roundRect">
              <a:avLst>
                <a:gd name="adj" fmla="val 50000"/>
              </a:avLst>
            </a:prstGeom>
            <a:solidFill>
              <a:srgbClr val="DCE3EC"/>
            </a:solidFill>
            <a:ln>
              <a:noFill/>
            </a:ln>
          </p:spPr>
        </p:sp>
        <p:sp>
          <p:nvSpPr>
            <p:cNvPr id="52" name="Rectangle 52"/>
            <p:cNvSpPr/>
            <p:nvPr/>
          </p:nvSpPr>
          <p:spPr>
            <a:xfrm>
              <a:off x="9296400" y="6553200"/>
              <a:ext cx="133350" cy="38100"/>
            </a:xfrm>
            <a:prstGeom prst="roundRect">
              <a:avLst>
                <a:gd name="adj" fmla="val 50000"/>
              </a:avLst>
            </a:prstGeom>
            <a:solidFill>
              <a:srgbClr val="DCE3EC"/>
            </a:solidFill>
            <a:ln>
              <a:noFill/>
            </a:ln>
          </p:spPr>
        </p:sp>
        <p:sp>
          <p:nvSpPr>
            <p:cNvPr id="53" name="Rectangle 53"/>
            <p:cNvSpPr/>
            <p:nvPr/>
          </p:nvSpPr>
          <p:spPr>
            <a:xfrm>
              <a:off x="9486900" y="6553200"/>
              <a:ext cx="133350" cy="38100"/>
            </a:xfrm>
            <a:prstGeom prst="roundRect">
              <a:avLst>
                <a:gd name="adj" fmla="val 50000"/>
              </a:avLst>
            </a:prstGeom>
            <a:solidFill>
              <a:srgbClr val="DCE3EC"/>
            </a:solidFill>
            <a:ln>
              <a:noFill/>
            </a:ln>
          </p:spPr>
        </p:sp>
        <p:sp>
          <p:nvSpPr>
            <p:cNvPr id="54" name="Rectangle 54"/>
            <p:cNvSpPr/>
            <p:nvPr/>
          </p:nvSpPr>
          <p:spPr>
            <a:xfrm>
              <a:off x="9677400" y="6553200"/>
              <a:ext cx="133350" cy="38100"/>
            </a:xfrm>
            <a:prstGeom prst="roundRect">
              <a:avLst>
                <a:gd name="adj" fmla="val 50000"/>
              </a:avLst>
            </a:prstGeom>
            <a:solidFill>
              <a:srgbClr val="DCE3EC"/>
            </a:solidFill>
            <a:ln>
              <a:noFill/>
            </a:ln>
          </p:spPr>
        </p:sp>
        <p:sp>
          <p:nvSpPr>
            <p:cNvPr id="55" name="Rectangle 55"/>
            <p:cNvSpPr/>
            <p:nvPr/>
          </p:nvSpPr>
          <p:spPr>
            <a:xfrm>
              <a:off x="9867900" y="6553200"/>
              <a:ext cx="133350" cy="38100"/>
            </a:xfrm>
            <a:prstGeom prst="roundRect">
              <a:avLst>
                <a:gd name="adj" fmla="val 50000"/>
              </a:avLst>
            </a:prstGeom>
            <a:solidFill>
              <a:srgbClr val="DCE3EC"/>
            </a:solidFill>
            <a:ln>
              <a:noFill/>
            </a:ln>
          </p:spPr>
        </p:sp>
        <p:sp>
          <p:nvSpPr>
            <p:cNvPr id="56" name="Rectangle 56"/>
            <p:cNvSpPr/>
            <p:nvPr/>
          </p:nvSpPr>
          <p:spPr>
            <a:xfrm>
              <a:off x="10058400" y="6553200"/>
              <a:ext cx="133350" cy="38100"/>
            </a:xfrm>
            <a:prstGeom prst="roundRect">
              <a:avLst>
                <a:gd name="adj" fmla="val 50000"/>
              </a:avLst>
            </a:prstGeom>
            <a:solidFill>
              <a:schemeClr val="accent2"/>
            </a:solidFill>
            <a:ln>
              <a:noFill/>
            </a:ln>
          </p:spPr>
        </p:sp>
        <p:sp>
          <p:nvSpPr>
            <p:cNvPr id="57" name="Rectangle 57"/>
            <p:cNvSpPr/>
            <p:nvPr/>
          </p:nvSpPr>
          <p:spPr>
            <a:xfrm>
              <a:off x="10248900" y="6553200"/>
              <a:ext cx="133350" cy="38100"/>
            </a:xfrm>
            <a:prstGeom prst="roundRect">
              <a:avLst>
                <a:gd name="adj" fmla="val 50000"/>
              </a:avLst>
            </a:prstGeom>
            <a:solidFill>
              <a:srgbClr val="DCE3EC"/>
            </a:solidFill>
            <a:ln>
              <a:noFill/>
            </a:ln>
          </p:spPr>
        </p:sp>
        <p:sp>
          <p:nvSpPr>
            <p:cNvPr id="58" name="TextBox 58"/>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08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400294" cy="855853"/>
            <a:chOff x="595122" y="431800"/>
            <a:chExt cx="5400294"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5"/>
              </p:custDataLst>
            </p:nvPr>
          </p:nvSpPr>
          <p:spPr>
            <a:xfrm>
              <a:off x="794385" y="431800"/>
              <a:ext cx="2019374"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AI SECURITY FRAMEWORK</a:t>
              </a:r>
            </a:p>
          </p:txBody>
        </p:sp>
        <p:sp>
          <p:nvSpPr>
            <p:cNvPr id="4" name="TextBox 4"/>
            <p:cNvSpPr txBox="1"/>
            <p:nvPr>
              <p:custDataLst>
                <p:tags r:id="rId16"/>
              </p:custDataLst>
            </p:nvPr>
          </p:nvSpPr>
          <p:spPr>
            <a:xfrm>
              <a:off x="595122" y="730250"/>
              <a:ext cx="5400294"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一套可展示、可查核的資安框架</a:t>
              </a:r>
            </a:p>
          </p:txBody>
        </p:sp>
      </p:grpSp>
      <p:grpSp>
        <p:nvGrpSpPr>
          <p:cNvPr id="41" name="page-content"/>
          <p:cNvGrpSpPr/>
          <p:nvPr/>
        </p:nvGrpSpPr>
        <p:grpSpPr>
          <a:xfrm>
            <a:off x="598170" y="1587500"/>
            <a:ext cx="10984230" cy="4573905"/>
            <a:chOff x="598170" y="1587500"/>
            <a:chExt cx="10984230" cy="4573905"/>
          </a:xfrm>
        </p:grpSpPr>
        <p:sp>
          <p:nvSpPr>
            <p:cNvPr id="6" name="TextBox 6"/>
            <p:cNvSpPr txBox="1"/>
            <p:nvPr>
              <p:custDataLst>
                <p:tags r:id="rId3"/>
              </p:custDataLst>
            </p:nvPr>
          </p:nvSpPr>
          <p:spPr>
            <a:xfrm>
              <a:off x="598170" y="1587500"/>
              <a:ext cx="5474970" cy="440055"/>
            </a:xfrm>
            <a:prstGeom prst="rect">
              <a:avLst/>
            </a:prstGeom>
            <a:noFill/>
            <a:ln>
              <a:noFill/>
            </a:ln>
          </p:spPr>
          <p:txBody>
            <a:bodyPr wrap="none" lIns="0" tIns="0" rIns="0" bIns="0" anchor="t" anchorCtr="0">
              <a:spAutoFit/>
            </a:bodyPr>
            <a:lstStyle/>
            <a:p>
              <a:pPr algn="l"/>
              <a:r>
                <a:rPr lang="zh-TW" sz="2250" b="1" dirty="0">
                  <a:solidFill>
                    <a:schemeClr val="accent1"/>
                  </a:solidFill>
                  <a:latin typeface="Segoe UI"/>
                  <a:ea typeface="Microsoft JhengHei"/>
                  <a:cs typeface="Segoe UI"/>
                </a:rPr>
                <a:t>偵測有依據，稽核有證據，處置可回復。</a:t>
              </a:r>
            </a:p>
          </p:txBody>
        </p:sp>
        <p:sp>
          <p:nvSpPr>
            <p:cNvPr id="7" name="Line 7"/>
            <p:cNvSpPr/>
            <p:nvPr/>
          </p:nvSpPr>
          <p:spPr>
            <a:xfrm>
              <a:off x="1714500" y="3028950"/>
              <a:ext cx="8772525" cy="9525"/>
            </a:xfrm>
            <a:custGeom>
              <a:avLst/>
              <a:gdLst/>
              <a:ahLst/>
              <a:cxnLst/>
              <a:rect l="l" t="t" r="r" b="b"/>
              <a:pathLst>
                <a:path w="8772525" h="9525">
                  <a:moveTo>
                    <a:pt x="0" y="0"/>
                  </a:moveTo>
                  <a:lnTo>
                    <a:pt x="8772525" y="0"/>
                  </a:lnTo>
                </a:path>
              </a:pathLst>
            </a:custGeom>
            <a:noFill/>
            <a:ln w="19050" cap="rnd">
              <a:solidFill>
                <a:srgbClr val="DCE3EC"/>
              </a:solidFill>
            </a:ln>
          </p:spPr>
        </p:sp>
        <p:sp>
          <p:nvSpPr>
            <p:cNvPr id="8" name="Ellipse 8"/>
            <p:cNvSpPr/>
            <p:nvPr/>
          </p:nvSpPr>
          <p:spPr>
            <a:xfrm>
              <a:off x="1371600" y="2686050"/>
              <a:ext cx="685800" cy="685800"/>
            </a:xfrm>
            <a:prstGeom prst="ellipse">
              <a:avLst/>
            </a:prstGeom>
            <a:solidFill>
              <a:schemeClr val="lt1"/>
            </a:solidFill>
            <a:ln w="19050">
              <a:solidFill>
                <a:schemeClr val="accent1"/>
              </a:solidFill>
            </a:ln>
          </p:spPr>
        </p:sp>
        <p:grpSp>
          <p:nvGrpSpPr>
            <p:cNvPr id="14" name="Group 14"/>
            <p:cNvGrpSpPr/>
            <p:nvPr/>
          </p:nvGrpSpPr>
          <p:grpSpPr>
            <a:xfrm>
              <a:off x="1601391" y="2876252"/>
              <a:ext cx="226218" cy="305396"/>
              <a:chOff x="1601391" y="2876252"/>
              <a:chExt cx="226218" cy="305396"/>
            </a:xfrm>
          </p:grpSpPr>
          <p:sp>
            <p:nvSpPr>
              <p:cNvPr id="9" name="Rectangle 9"/>
              <p:cNvSpPr/>
              <p:nvPr/>
            </p:nvSpPr>
            <p:spPr>
              <a:xfrm>
                <a:off x="1601391" y="2876252"/>
                <a:ext cx="226219" cy="305395"/>
              </a:xfrm>
              <a:prstGeom prst="roundRect">
                <a:avLst>
                  <a:gd name="adj" fmla="val 10000"/>
                </a:avLst>
              </a:prstGeom>
              <a:solidFill>
                <a:schemeClr val="lt1"/>
              </a:solidFill>
              <a:ln w="14139">
                <a:solidFill>
                  <a:schemeClr val="accent1"/>
                </a:solidFill>
              </a:ln>
            </p:spPr>
          </p:sp>
          <p:sp>
            <p:nvSpPr>
              <p:cNvPr id="10" name="Line 10"/>
              <p:cNvSpPr/>
              <p:nvPr/>
            </p:nvSpPr>
            <p:spPr>
              <a:xfrm>
                <a:off x="1652290" y="2949773"/>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1" name="Line 11"/>
              <p:cNvSpPr/>
              <p:nvPr/>
            </p:nvSpPr>
            <p:spPr>
              <a:xfrm>
                <a:off x="1652290" y="301198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2" name="Line 12"/>
              <p:cNvSpPr/>
              <p:nvPr/>
            </p:nvSpPr>
            <p:spPr>
              <a:xfrm>
                <a:off x="1652290" y="307419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3" name="Line 13"/>
              <p:cNvSpPr/>
              <p:nvPr/>
            </p:nvSpPr>
            <p:spPr>
              <a:xfrm>
                <a:off x="1652290" y="3136404"/>
                <a:ext cx="130076" cy="9525"/>
              </a:xfrm>
              <a:custGeom>
                <a:avLst/>
                <a:gdLst/>
                <a:ahLst/>
                <a:cxnLst/>
                <a:rect l="l" t="t" r="r" b="b"/>
                <a:pathLst>
                  <a:path w="130076" h="9525">
                    <a:moveTo>
                      <a:pt x="0" y="0"/>
                    </a:moveTo>
                    <a:lnTo>
                      <a:pt x="130076" y="0"/>
                    </a:lnTo>
                  </a:path>
                </a:pathLst>
              </a:custGeom>
              <a:noFill/>
              <a:ln w="11311" cap="rnd">
                <a:solidFill>
                  <a:srgbClr val="9AAAC0"/>
                </a:solidFill>
              </a:ln>
            </p:spPr>
          </p:sp>
        </p:grpSp>
        <p:sp>
          <p:nvSpPr>
            <p:cNvPr id="15" name="TextBox 15"/>
            <p:cNvSpPr txBox="1"/>
            <p:nvPr>
              <p:custDataLst>
                <p:tags r:id="rId4"/>
              </p:custDataLst>
            </p:nvPr>
          </p:nvSpPr>
          <p:spPr>
            <a:xfrm>
              <a:off x="1233297"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正式判定</a:t>
              </a:r>
            </a:p>
          </p:txBody>
        </p:sp>
        <p:sp>
          <p:nvSpPr>
            <p:cNvPr id="16" name="TextBox 16"/>
            <p:cNvSpPr txBox="1"/>
            <p:nvPr>
              <p:custDataLst>
                <p:tags r:id="rId5"/>
              </p:custDataLst>
            </p:nvPr>
          </p:nvSpPr>
          <p:spPr>
            <a:xfrm>
              <a:off x="1285461" y="3822700"/>
              <a:ext cx="818390"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17 類＋信心</a:t>
              </a:r>
            </a:p>
          </p:txBody>
        </p:sp>
        <p:sp>
          <p:nvSpPr>
            <p:cNvPr id="17" name="Ellipse 17"/>
            <p:cNvSpPr/>
            <p:nvPr/>
          </p:nvSpPr>
          <p:spPr>
            <a:xfrm>
              <a:off x="4295775" y="2686050"/>
              <a:ext cx="685800" cy="685800"/>
            </a:xfrm>
            <a:prstGeom prst="ellipse">
              <a:avLst/>
            </a:prstGeom>
            <a:solidFill>
              <a:schemeClr val="lt1"/>
            </a:solidFill>
            <a:ln w="19050">
              <a:solidFill>
                <a:schemeClr val="accent1"/>
              </a:solidFill>
            </a:ln>
          </p:spPr>
        </p:sp>
        <p:grpSp>
          <p:nvGrpSpPr>
            <p:cNvPr id="20" name="Group 20"/>
            <p:cNvGrpSpPr/>
            <p:nvPr/>
          </p:nvGrpSpPr>
          <p:grpSpPr>
            <a:xfrm>
              <a:off x="4497288" y="2887563"/>
              <a:ext cx="288429" cy="288429"/>
              <a:chOff x="4497288" y="2887563"/>
              <a:chExt cx="288429" cy="288429"/>
            </a:xfrm>
          </p:grpSpPr>
          <p:sp>
            <p:nvSpPr>
              <p:cNvPr id="18" name="Ellipse 18"/>
              <p:cNvSpPr/>
              <p:nvPr/>
            </p:nvSpPr>
            <p:spPr>
              <a:xfrm>
                <a:off x="4497288" y="2887563"/>
                <a:ext cx="214908" cy="214908"/>
              </a:xfrm>
              <a:prstGeom prst="ellipse">
                <a:avLst/>
              </a:prstGeom>
              <a:solidFill>
                <a:schemeClr val="lt1"/>
              </a:solidFill>
              <a:ln w="14139">
                <a:solidFill>
                  <a:schemeClr val="accent1"/>
                </a:solidFill>
              </a:ln>
            </p:spPr>
          </p:sp>
          <p:sp>
            <p:nvSpPr>
              <p:cNvPr id="19" name="Line 19"/>
              <p:cNvSpPr/>
              <p:nvPr/>
            </p:nvSpPr>
            <p:spPr>
              <a:xfrm>
                <a:off x="4683919" y="3074194"/>
                <a:ext cx="101798" cy="101798"/>
              </a:xfrm>
              <a:custGeom>
                <a:avLst/>
                <a:gdLst/>
                <a:ahLst/>
                <a:cxnLst/>
                <a:rect l="l" t="t" r="r" b="b"/>
                <a:pathLst>
                  <a:path w="101798" h="101798">
                    <a:moveTo>
                      <a:pt x="0" y="0"/>
                    </a:moveTo>
                    <a:lnTo>
                      <a:pt x="101798" y="101798"/>
                    </a:lnTo>
                  </a:path>
                </a:pathLst>
              </a:custGeom>
              <a:noFill/>
              <a:ln w="28277" cap="rnd">
                <a:solidFill>
                  <a:schemeClr val="accent1"/>
                </a:solidFill>
              </a:ln>
            </p:spPr>
          </p:sp>
        </p:grpSp>
        <p:sp>
          <p:nvSpPr>
            <p:cNvPr id="21" name="TextBox 21"/>
            <p:cNvSpPr txBox="1"/>
            <p:nvPr>
              <p:custDataLst>
                <p:tags r:id="rId6"/>
              </p:custDataLst>
            </p:nvPr>
          </p:nvSpPr>
          <p:spPr>
            <a:xfrm>
              <a:off x="4157472"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檢索證據</a:t>
              </a:r>
            </a:p>
          </p:txBody>
        </p:sp>
        <p:sp>
          <p:nvSpPr>
            <p:cNvPr id="22" name="TextBox 22"/>
            <p:cNvSpPr txBox="1"/>
            <p:nvPr>
              <p:custDataLst>
                <p:tags r:id="rId7"/>
              </p:custDataLst>
            </p:nvPr>
          </p:nvSpPr>
          <p:spPr>
            <a:xfrm>
              <a:off x="4088005" y="3822700"/>
              <a:ext cx="1061652" cy="220028"/>
            </a:xfrm>
            <a:prstGeom prst="rect">
              <a:avLst/>
            </a:prstGeom>
            <a:noFill/>
            <a:ln>
              <a:noFill/>
            </a:ln>
          </p:spPr>
          <p:txBody>
            <a:bodyPr wrap="none" lIns="0" tIns="0" rIns="0" bIns="0" anchor="t" anchorCtr="0">
              <a:spAutoFit/>
            </a:bodyPr>
            <a:lstStyle/>
            <a:p>
              <a:pPr algn="ctr"/>
              <a:r>
                <a:rPr lang="en-US" sz="1120" dirty="0">
                  <a:solidFill>
                    <a:srgbClr val="52637A"/>
                  </a:solidFill>
                  <a:latin typeface="Segoe UI"/>
                  <a:ea typeface="Microsoft JhengHei"/>
                  <a:cs typeface="Segoe UI"/>
                </a:rPr>
                <a:t>Top-5 </a:t>
              </a:r>
              <a:r>
                <a:rPr lang="zh-TW" sz="1120" dirty="0">
                  <a:solidFill>
                    <a:srgbClr val="52637A"/>
                  </a:solidFill>
                  <a:latin typeface="Segoe UI"/>
                  <a:ea typeface="Microsoft JhengHei"/>
                  <a:cs typeface="Segoe UI"/>
                </a:rPr>
                <a:t>訓練案例</a:t>
              </a:r>
            </a:p>
          </p:txBody>
        </p:sp>
        <p:sp>
          <p:nvSpPr>
            <p:cNvPr id="23" name="Ellipse 23"/>
            <p:cNvSpPr/>
            <p:nvPr/>
          </p:nvSpPr>
          <p:spPr>
            <a:xfrm>
              <a:off x="7219950" y="2686050"/>
              <a:ext cx="685800" cy="685800"/>
            </a:xfrm>
            <a:prstGeom prst="ellipse">
              <a:avLst/>
            </a:prstGeom>
            <a:solidFill>
              <a:schemeClr val="lt1"/>
            </a:solidFill>
            <a:ln w="19050">
              <a:solidFill>
                <a:schemeClr val="accent1"/>
              </a:solidFill>
            </a:ln>
          </p:spPr>
        </p:sp>
        <p:grpSp>
          <p:nvGrpSpPr>
            <p:cNvPr id="27" name="Group 27"/>
            <p:cNvGrpSpPr/>
            <p:nvPr/>
          </p:nvGrpSpPr>
          <p:grpSpPr>
            <a:xfrm>
              <a:off x="7415808" y="2881908"/>
              <a:ext cx="294084" cy="294084"/>
              <a:chOff x="7415808" y="2881908"/>
              <a:chExt cx="294084" cy="294084"/>
            </a:xfrm>
          </p:grpSpPr>
          <p:sp>
            <p:nvSpPr>
              <p:cNvPr id="24" name="Ellipse 24"/>
              <p:cNvSpPr/>
              <p:nvPr/>
            </p:nvSpPr>
            <p:spPr>
              <a:xfrm>
                <a:off x="7415808" y="2881908"/>
                <a:ext cx="294084" cy="294084"/>
              </a:xfrm>
              <a:prstGeom prst="ellipse">
                <a:avLst/>
              </a:prstGeom>
              <a:solidFill>
                <a:srgbClr val="E2F3F0"/>
              </a:solidFill>
              <a:ln w="14139">
                <a:solidFill>
                  <a:schemeClr val="accent1"/>
                </a:solidFill>
              </a:ln>
            </p:spPr>
          </p:sp>
          <p:sp>
            <p:nvSpPr>
              <p:cNvPr id="25" name="Line 25"/>
              <p:cNvSpPr/>
              <p:nvPr/>
            </p:nvSpPr>
            <p:spPr>
              <a:xfrm>
                <a:off x="7489329" y="3034605"/>
                <a:ext cx="50899" cy="50899"/>
              </a:xfrm>
              <a:custGeom>
                <a:avLst/>
                <a:gdLst/>
                <a:ahLst/>
                <a:cxnLst/>
                <a:rect l="l" t="t" r="r" b="b"/>
                <a:pathLst>
                  <a:path w="50899" h="50899">
                    <a:moveTo>
                      <a:pt x="0" y="0"/>
                    </a:moveTo>
                    <a:lnTo>
                      <a:pt x="50899" y="50899"/>
                    </a:lnTo>
                  </a:path>
                </a:pathLst>
              </a:custGeom>
              <a:noFill/>
              <a:ln w="22622" cap="rnd">
                <a:solidFill>
                  <a:schemeClr val="accent1"/>
                </a:solidFill>
              </a:ln>
            </p:spPr>
          </p:sp>
          <p:sp>
            <p:nvSpPr>
              <p:cNvPr id="26" name="Line 26"/>
              <p:cNvSpPr/>
              <p:nvPr/>
            </p:nvSpPr>
            <p:spPr>
              <a:xfrm>
                <a:off x="7540228" y="2972395"/>
                <a:ext cx="101798" cy="113109"/>
              </a:xfrm>
              <a:custGeom>
                <a:avLst/>
                <a:gdLst/>
                <a:ahLst/>
                <a:cxnLst/>
                <a:rect l="l" t="t" r="r" b="b"/>
                <a:pathLst>
                  <a:path w="101798" h="113109">
                    <a:moveTo>
                      <a:pt x="0" y="113109"/>
                    </a:moveTo>
                    <a:lnTo>
                      <a:pt x="101798" y="0"/>
                    </a:lnTo>
                  </a:path>
                </a:pathLst>
              </a:custGeom>
              <a:noFill/>
              <a:ln w="22622" cap="rnd">
                <a:solidFill>
                  <a:schemeClr val="accent1"/>
                </a:solidFill>
              </a:ln>
            </p:spPr>
          </p:sp>
        </p:grpSp>
        <p:sp>
          <p:nvSpPr>
            <p:cNvPr id="28" name="TextBox 28"/>
            <p:cNvSpPr txBox="1"/>
            <p:nvPr>
              <p:custDataLst>
                <p:tags r:id="rId8"/>
              </p:custDataLst>
            </p:nvPr>
          </p:nvSpPr>
          <p:spPr>
            <a:xfrm>
              <a:off x="7081647"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稽核結論</a:t>
              </a:r>
            </a:p>
          </p:txBody>
        </p:sp>
        <p:sp>
          <p:nvSpPr>
            <p:cNvPr id="29" name="TextBox 29"/>
            <p:cNvSpPr txBox="1"/>
            <p:nvPr>
              <p:custDataLst>
                <p:tags r:id="rId9"/>
              </p:custDataLst>
            </p:nvPr>
          </p:nvSpPr>
          <p:spPr>
            <a:xfrm>
              <a:off x="6858806" y="3822700"/>
              <a:ext cx="1368400"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支持／複核／不確定</a:t>
              </a:r>
            </a:p>
          </p:txBody>
        </p:sp>
        <p:sp>
          <p:nvSpPr>
            <p:cNvPr id="30" name="Ellipse 30"/>
            <p:cNvSpPr/>
            <p:nvPr/>
          </p:nvSpPr>
          <p:spPr>
            <a:xfrm>
              <a:off x="10144125" y="2686050"/>
              <a:ext cx="685800" cy="685800"/>
            </a:xfrm>
            <a:prstGeom prst="ellipse">
              <a:avLst/>
            </a:prstGeom>
            <a:solidFill>
              <a:schemeClr val="lt1"/>
            </a:solidFill>
            <a:ln w="19050">
              <a:solidFill>
                <a:schemeClr val="accent1"/>
              </a:solidFill>
            </a:ln>
          </p:spPr>
        </p:sp>
        <p:grpSp>
          <p:nvGrpSpPr>
            <p:cNvPr id="34" name="Group 34"/>
            <p:cNvGrpSpPr/>
            <p:nvPr/>
          </p:nvGrpSpPr>
          <p:grpSpPr>
            <a:xfrm>
              <a:off x="10345638" y="2887563"/>
              <a:ext cx="282774" cy="282774"/>
              <a:chOff x="10345638" y="2887563"/>
              <a:chExt cx="282774" cy="282774"/>
            </a:xfrm>
          </p:grpSpPr>
          <p:sp>
            <p:nvSpPr>
              <p:cNvPr id="31" name="Ellipse 31"/>
              <p:cNvSpPr/>
              <p:nvPr/>
            </p:nvSpPr>
            <p:spPr>
              <a:xfrm>
                <a:off x="10345638" y="2887563"/>
                <a:ext cx="282773" cy="282773"/>
              </a:xfrm>
              <a:prstGeom prst="ellipse">
                <a:avLst/>
              </a:prstGeom>
              <a:solidFill>
                <a:schemeClr val="lt1"/>
              </a:solidFill>
              <a:ln w="14139">
                <a:solidFill>
                  <a:schemeClr val="accent1"/>
                </a:solidFill>
              </a:ln>
            </p:spPr>
          </p:sp>
          <p:sp>
            <p:nvSpPr>
              <p:cNvPr id="32" name="Line 32"/>
              <p:cNvSpPr/>
              <p:nvPr/>
            </p:nvSpPr>
            <p:spPr>
              <a:xfrm>
                <a:off x="10487025" y="2932807"/>
                <a:ext cx="9525" cy="96143"/>
              </a:xfrm>
              <a:custGeom>
                <a:avLst/>
                <a:gdLst/>
                <a:ahLst/>
                <a:cxnLst/>
                <a:rect l="l" t="t" r="r" b="b"/>
                <a:pathLst>
                  <a:path w="9525" h="96143">
                    <a:moveTo>
                      <a:pt x="0" y="96143"/>
                    </a:moveTo>
                    <a:lnTo>
                      <a:pt x="0" y="0"/>
                    </a:lnTo>
                  </a:path>
                </a:pathLst>
              </a:custGeom>
              <a:noFill/>
              <a:ln w="14139" cap="rnd">
                <a:solidFill>
                  <a:schemeClr val="accent1"/>
                </a:solidFill>
              </a:ln>
            </p:spPr>
          </p:sp>
          <p:sp>
            <p:nvSpPr>
              <p:cNvPr id="33" name="Line 33"/>
              <p:cNvSpPr/>
              <p:nvPr/>
            </p:nvSpPr>
            <p:spPr>
              <a:xfrm>
                <a:off x="10487025" y="3028950"/>
                <a:ext cx="73521" cy="39588"/>
              </a:xfrm>
              <a:custGeom>
                <a:avLst/>
                <a:gdLst/>
                <a:ahLst/>
                <a:cxnLst/>
                <a:rect l="l" t="t" r="r" b="b"/>
                <a:pathLst>
                  <a:path w="73521" h="39588">
                    <a:moveTo>
                      <a:pt x="0" y="0"/>
                    </a:moveTo>
                    <a:lnTo>
                      <a:pt x="73521" y="39588"/>
                    </a:lnTo>
                  </a:path>
                </a:pathLst>
              </a:custGeom>
              <a:noFill/>
              <a:ln w="14139" cap="rnd">
                <a:solidFill>
                  <a:schemeClr val="accent1"/>
                </a:solidFill>
              </a:ln>
            </p:spPr>
          </p:sp>
        </p:grpSp>
        <p:sp>
          <p:nvSpPr>
            <p:cNvPr id="35" name="TextBox 35"/>
            <p:cNvSpPr txBox="1"/>
            <p:nvPr>
              <p:custDataLst>
                <p:tags r:id="rId10"/>
              </p:custDataLst>
            </p:nvPr>
          </p:nvSpPr>
          <p:spPr>
            <a:xfrm>
              <a:off x="10005822"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處置回條</a:t>
              </a:r>
            </a:p>
          </p:txBody>
        </p:sp>
        <p:sp>
          <p:nvSpPr>
            <p:cNvPr id="36" name="TextBox 36"/>
            <p:cNvSpPr txBox="1"/>
            <p:nvPr>
              <p:custDataLst>
                <p:tags r:id="rId11"/>
              </p:custDataLst>
            </p:nvPr>
          </p:nvSpPr>
          <p:spPr>
            <a:xfrm>
              <a:off x="9933756" y="3822700"/>
              <a:ext cx="106685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讀回＋到期回復</a:t>
              </a:r>
            </a:p>
          </p:txBody>
        </p:sp>
        <p:sp>
          <p:nvSpPr>
            <p:cNvPr id="37" name="Rectangle 37"/>
            <p:cNvSpPr/>
            <p:nvPr/>
          </p:nvSpPr>
          <p:spPr>
            <a:xfrm>
              <a:off x="609600" y="4572000"/>
              <a:ext cx="10972800" cy="533400"/>
            </a:xfrm>
            <a:prstGeom prst="roundRect">
              <a:avLst>
                <a:gd name="adj" fmla="val 25000"/>
              </a:avLst>
            </a:prstGeom>
            <a:solidFill>
              <a:schemeClr val="lt1"/>
            </a:solidFill>
            <a:ln w="9525">
              <a:solidFill>
                <a:srgbClr val="DCE3EC"/>
              </a:solidFill>
            </a:ln>
          </p:spPr>
        </p:sp>
        <p:sp>
          <p:nvSpPr>
            <p:cNvPr id="38" name="TextBox 38"/>
            <p:cNvSpPr txBox="1"/>
            <p:nvPr>
              <p:custDataLst>
                <p:tags r:id="rId12"/>
              </p:custDataLst>
            </p:nvPr>
          </p:nvSpPr>
          <p:spPr>
            <a:xfrm>
              <a:off x="3677409" y="4724400"/>
              <a:ext cx="4781619" cy="308991"/>
            </a:xfrm>
            <a:prstGeom prst="rect">
              <a:avLst/>
            </a:prstGeom>
            <a:noFill/>
            <a:ln>
              <a:noFill/>
            </a:ln>
          </p:spPr>
          <p:txBody>
            <a:bodyPr wrap="none" lIns="0" tIns="0" rIns="0" bIns="0" anchor="t" anchorCtr="0">
              <a:spAutoFit/>
            </a:bodyPr>
            <a:lstStyle/>
            <a:p>
              <a:pPr algn="ctr"/>
              <a:r>
                <a:rPr lang="zh-TW" sz="1580" b="1" dirty="0">
                  <a:solidFill>
                    <a:schemeClr val="accent6"/>
                  </a:solidFill>
                  <a:latin typeface="Segoe UI"/>
                  <a:ea typeface="Microsoft JhengHei"/>
                  <a:cs typeface="Segoe UI"/>
                </a:rPr>
                <a:t>同一事件</a:t>
              </a:r>
              <a:r>
                <a:rPr lang="en-US" sz="1580" b="1" dirty="0">
                  <a:solidFill>
                    <a:schemeClr val="accent6"/>
                  </a:solidFill>
                  <a:latin typeface="Segoe UI"/>
                  <a:ea typeface="Microsoft JhengHei"/>
                  <a:cs typeface="Segoe UI"/>
                </a:rPr>
                <a:t> ID</a:t>
              </a:r>
              <a:r>
                <a:rPr lang="zh-TW" sz="1580" b="1" dirty="0">
                  <a:solidFill>
                    <a:schemeClr val="accent6"/>
                  </a:solidFill>
                  <a:latin typeface="Segoe UI"/>
                  <a:ea typeface="Microsoft JhengHei"/>
                  <a:cs typeface="Segoe UI"/>
                </a:rPr>
                <a:t>，串起分類、證據、判斷與回復紀錄。</a:t>
              </a:r>
            </a:p>
          </p:txBody>
        </p:sp>
        <p:sp>
          <p:nvSpPr>
            <p:cNvPr id="39" name="TextBox 39"/>
            <p:cNvSpPr txBox="1"/>
            <p:nvPr>
              <p:custDataLst>
                <p:tags r:id="rId13"/>
              </p:custDataLst>
            </p:nvPr>
          </p:nvSpPr>
          <p:spPr>
            <a:xfrm>
              <a:off x="602361" y="5461000"/>
              <a:ext cx="3705405" cy="278702"/>
            </a:xfrm>
            <a:prstGeom prst="rect">
              <a:avLst/>
            </a:prstGeom>
            <a:noFill/>
            <a:ln>
              <a:noFill/>
            </a:ln>
          </p:spPr>
          <p:txBody>
            <a:bodyPr wrap="none" lIns="0" tIns="0" rIns="0" bIns="0" anchor="t" anchorCtr="0">
              <a:spAutoFit/>
            </a:bodyPr>
            <a:lstStyle/>
            <a:p>
              <a:pPr algn="l"/>
              <a:r>
                <a:rPr lang="zh-TW" sz="1420" dirty="0">
                  <a:solidFill>
                    <a:srgbClr val="52637A"/>
                  </a:solidFill>
                  <a:latin typeface="Segoe UI"/>
                  <a:ea typeface="Microsoft JhengHei"/>
                  <a:cs typeface="Segoe UI"/>
                </a:rPr>
                <a:t>17 類真實張量重跑 · 6 種隔離</a:t>
              </a:r>
              <a:r>
                <a:rPr lang="en-US" sz="1420" dirty="0">
                  <a:solidFill>
                    <a:srgbClr val="52637A"/>
                  </a:solidFill>
                  <a:latin typeface="Segoe UI"/>
                  <a:ea typeface="Microsoft JhengHei"/>
                  <a:cs typeface="Segoe UI"/>
                </a:rPr>
                <a:t> TCP </a:t>
              </a:r>
              <a:r>
                <a:rPr lang="zh-TW" sz="1420" dirty="0">
                  <a:solidFill>
                    <a:srgbClr val="52637A"/>
                  </a:solidFill>
                  <a:latin typeface="Segoe UI"/>
                  <a:ea typeface="Microsoft JhengHei"/>
                  <a:cs typeface="Segoe UI"/>
                </a:rPr>
                <a:t>情境驗證</a:t>
              </a:r>
            </a:p>
          </p:txBody>
        </p:sp>
        <p:sp>
          <p:nvSpPr>
            <p:cNvPr id="40" name="TextBox 40"/>
            <p:cNvSpPr txBox="1"/>
            <p:nvPr>
              <p:custDataLst>
                <p:tags r:id="rId14"/>
              </p:custDataLst>
            </p:nvPr>
          </p:nvSpPr>
          <p:spPr>
            <a:xfrm>
              <a:off x="8463280" y="5721350"/>
              <a:ext cx="3051810" cy="440055"/>
            </a:xfrm>
            <a:prstGeom prst="rect">
              <a:avLst/>
            </a:prstGeom>
            <a:noFill/>
            <a:ln>
              <a:noFill/>
            </a:ln>
          </p:spPr>
          <p:txBody>
            <a:bodyPr wrap="none" lIns="0" tIns="0" rIns="0" bIns="0" anchor="t" anchorCtr="0">
              <a:spAutoFit/>
            </a:bodyPr>
            <a:lstStyle/>
            <a:p>
              <a:pPr algn="r"/>
              <a:r>
                <a:rPr lang="zh-TW" sz="2250" b="1" dirty="0">
                  <a:solidFill>
                    <a:schemeClr val="accent6"/>
                  </a:solidFill>
                  <a:latin typeface="Segoe UI"/>
                  <a:ea typeface="Microsoft JhengHei"/>
                  <a:cs typeface="Segoe UI"/>
                </a:rPr>
                <a:t>感謝聆聽，敬請指教。</a:t>
              </a:r>
            </a:p>
          </p:txBody>
        </p:sp>
      </p:grpSp>
      <p:grpSp>
        <p:nvGrpSpPr>
          <p:cNvPr id="54" name="footer"/>
          <p:cNvGrpSpPr/>
          <p:nvPr/>
        </p:nvGrpSpPr>
        <p:grpSpPr>
          <a:xfrm>
            <a:off x="604266" y="6400800"/>
            <a:ext cx="10978134" cy="316484"/>
            <a:chOff x="604266" y="6400800"/>
            <a:chExt cx="10978134" cy="316484"/>
          </a:xfrm>
        </p:grpSpPr>
        <p:sp>
          <p:nvSpPr>
            <p:cNvPr id="42" name="Line 42"/>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43" name="TextBox 43"/>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44" name="Rectangle 44"/>
            <p:cNvSpPr/>
            <p:nvPr/>
          </p:nvSpPr>
          <p:spPr>
            <a:xfrm>
              <a:off x="8724900" y="6553200"/>
              <a:ext cx="133350" cy="38100"/>
            </a:xfrm>
            <a:prstGeom prst="roundRect">
              <a:avLst>
                <a:gd name="adj" fmla="val 50000"/>
              </a:avLst>
            </a:prstGeom>
            <a:solidFill>
              <a:srgbClr val="DCE3EC"/>
            </a:solidFill>
            <a:ln>
              <a:noFill/>
            </a:ln>
          </p:spPr>
        </p:sp>
        <p:sp>
          <p:nvSpPr>
            <p:cNvPr id="45" name="Rectangle 45"/>
            <p:cNvSpPr/>
            <p:nvPr/>
          </p:nvSpPr>
          <p:spPr>
            <a:xfrm>
              <a:off x="8915400" y="6553200"/>
              <a:ext cx="133350" cy="38100"/>
            </a:xfrm>
            <a:prstGeom prst="roundRect">
              <a:avLst>
                <a:gd name="adj" fmla="val 50000"/>
              </a:avLst>
            </a:prstGeom>
            <a:solidFill>
              <a:srgbClr val="DCE3EC"/>
            </a:solidFill>
            <a:ln>
              <a:noFill/>
            </a:ln>
          </p:spPr>
        </p:sp>
        <p:sp>
          <p:nvSpPr>
            <p:cNvPr id="46" name="Rectangle 46"/>
            <p:cNvSpPr/>
            <p:nvPr/>
          </p:nvSpPr>
          <p:spPr>
            <a:xfrm>
              <a:off x="9105900" y="6553200"/>
              <a:ext cx="133350" cy="38100"/>
            </a:xfrm>
            <a:prstGeom prst="roundRect">
              <a:avLst>
                <a:gd name="adj" fmla="val 50000"/>
              </a:avLst>
            </a:prstGeom>
            <a:solidFill>
              <a:srgbClr val="DCE3EC"/>
            </a:solidFill>
            <a:ln>
              <a:noFill/>
            </a:ln>
          </p:spPr>
        </p:sp>
        <p:sp>
          <p:nvSpPr>
            <p:cNvPr id="47" name="Rectangle 47"/>
            <p:cNvSpPr/>
            <p:nvPr/>
          </p:nvSpPr>
          <p:spPr>
            <a:xfrm>
              <a:off x="9296400" y="6553200"/>
              <a:ext cx="133350" cy="38100"/>
            </a:xfrm>
            <a:prstGeom prst="roundRect">
              <a:avLst>
                <a:gd name="adj" fmla="val 50000"/>
              </a:avLst>
            </a:prstGeom>
            <a:solidFill>
              <a:srgbClr val="DCE3EC"/>
            </a:solidFill>
            <a:ln>
              <a:noFill/>
            </a:ln>
          </p:spPr>
        </p:sp>
        <p:sp>
          <p:nvSpPr>
            <p:cNvPr id="48" name="Rectangle 48"/>
            <p:cNvSpPr/>
            <p:nvPr/>
          </p:nvSpPr>
          <p:spPr>
            <a:xfrm>
              <a:off x="9486900" y="6553200"/>
              <a:ext cx="133350" cy="38100"/>
            </a:xfrm>
            <a:prstGeom prst="roundRect">
              <a:avLst>
                <a:gd name="adj" fmla="val 50000"/>
              </a:avLst>
            </a:prstGeom>
            <a:solidFill>
              <a:srgbClr val="DCE3EC"/>
            </a:solidFill>
            <a:ln>
              <a:noFill/>
            </a:ln>
          </p:spPr>
        </p:sp>
        <p:sp>
          <p:nvSpPr>
            <p:cNvPr id="49" name="Rectangle 49"/>
            <p:cNvSpPr/>
            <p:nvPr/>
          </p:nvSpPr>
          <p:spPr>
            <a:xfrm>
              <a:off x="9677400" y="6553200"/>
              <a:ext cx="133350" cy="38100"/>
            </a:xfrm>
            <a:prstGeom prst="roundRect">
              <a:avLst>
                <a:gd name="adj" fmla="val 50000"/>
              </a:avLst>
            </a:prstGeom>
            <a:solidFill>
              <a:srgbClr val="DCE3EC"/>
            </a:solidFill>
            <a:ln>
              <a:noFill/>
            </a:ln>
          </p:spPr>
        </p:sp>
        <p:sp>
          <p:nvSpPr>
            <p:cNvPr id="50" name="Rectangle 50"/>
            <p:cNvSpPr/>
            <p:nvPr/>
          </p:nvSpPr>
          <p:spPr>
            <a:xfrm>
              <a:off x="9867900" y="6553200"/>
              <a:ext cx="133350" cy="38100"/>
            </a:xfrm>
            <a:prstGeom prst="roundRect">
              <a:avLst>
                <a:gd name="adj" fmla="val 50000"/>
              </a:avLst>
            </a:prstGeom>
            <a:solidFill>
              <a:srgbClr val="DCE3EC"/>
            </a:solidFill>
            <a:ln>
              <a:noFill/>
            </a:ln>
          </p:spPr>
        </p:sp>
        <p:sp>
          <p:nvSpPr>
            <p:cNvPr id="51" name="Rectangle 51"/>
            <p:cNvSpPr/>
            <p:nvPr/>
          </p:nvSpPr>
          <p:spPr>
            <a:xfrm>
              <a:off x="10058400" y="6553200"/>
              <a:ext cx="133350" cy="38100"/>
            </a:xfrm>
            <a:prstGeom prst="roundRect">
              <a:avLst>
                <a:gd name="adj" fmla="val 50000"/>
              </a:avLst>
            </a:prstGeom>
            <a:solidFill>
              <a:srgbClr val="DCE3EC"/>
            </a:solidFill>
            <a:ln>
              <a:noFill/>
            </a:ln>
          </p:spPr>
        </p:sp>
        <p:sp>
          <p:nvSpPr>
            <p:cNvPr id="52" name="Rectangle 52"/>
            <p:cNvSpPr/>
            <p:nvPr/>
          </p:nvSpPr>
          <p:spPr>
            <a:xfrm>
              <a:off x="10248900" y="6553200"/>
              <a:ext cx="133350" cy="38100"/>
            </a:xfrm>
            <a:prstGeom prst="roundRect">
              <a:avLst>
                <a:gd name="adj" fmla="val 50000"/>
              </a:avLst>
            </a:prstGeom>
            <a:solidFill>
              <a:schemeClr val="accent2"/>
            </a:solidFill>
            <a:ln>
              <a:noFill/>
            </a:ln>
          </p:spPr>
        </p:sp>
        <p:sp>
          <p:nvSpPr>
            <p:cNvPr id="53" name="TextBox 53"/>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09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3"/>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答詢圖解｜創新與整合</a:t>
              </a:r>
            </a:p>
          </p:txBody>
        </p:sp>
      </p:grpSp>
      <p:grpSp>
        <p:nvGrpSpPr>
          <p:cNvPr id="92"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Q1</a:t>
              </a:r>
            </a:p>
          </p:txBody>
        </p:sp>
        <p:sp>
          <p:nvSpPr>
            <p:cNvPr id="10" name="TextBox 10"/>
            <p:cNvSpPr txBox="1"/>
            <p:nvPr>
              <p:custDataLst>
                <p:tags r:id="rId4"/>
              </p:custDataLst>
            </p:nvPr>
          </p:nvSpPr>
          <p:spPr>
            <a:xfrm>
              <a:off x="1496568" y="1644650"/>
              <a:ext cx="4693776"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創新在哪裡？與一般</a:t>
              </a:r>
              <a:r>
                <a:rPr lang="en-US" sz="1650" b="1" dirty="0">
                  <a:solidFill>
                    <a:schemeClr val="dk1"/>
                  </a:solidFill>
                  <a:latin typeface="Segoe UI"/>
                  <a:ea typeface="Microsoft JhengHei"/>
                  <a:cs typeface="Segoe UI"/>
                </a:rPr>
                <a:t> IDS </a:t>
              </a:r>
              <a:r>
                <a:rPr lang="zh-TW" sz="1650" b="1" dirty="0">
                  <a:solidFill>
                    <a:schemeClr val="dk1"/>
                  </a:solidFill>
                  <a:latin typeface="Segoe UI"/>
                  <a:ea typeface="Microsoft JhengHei"/>
                  <a:cs typeface="Segoe UI"/>
                </a:rPr>
                <a:t>加上</a:t>
              </a:r>
              <a:r>
                <a:rPr lang="en-US" sz="1650" b="1" dirty="0">
                  <a:solidFill>
                    <a:schemeClr val="dk1"/>
                  </a:solidFill>
                  <a:latin typeface="Segoe UI"/>
                  <a:ea typeface="Microsoft JhengHei"/>
                  <a:cs typeface="Segoe UI"/>
                </a:rPr>
                <a:t> RAG </a:t>
              </a:r>
              <a:r>
                <a:rPr lang="zh-TW" sz="1650" b="1" dirty="0">
                  <a:solidFill>
                    <a:schemeClr val="dk1"/>
                  </a:solidFill>
                  <a:latin typeface="Segoe UI"/>
                  <a:ea typeface="Microsoft JhengHei"/>
                  <a:cs typeface="Segoe UI"/>
                </a:rPr>
                <a:t>有何不同？</a:t>
              </a:r>
            </a:p>
          </p:txBody>
        </p:sp>
        <p:sp>
          <p:nvSpPr>
            <p:cNvPr id="11" name="Ellipse 11"/>
            <p:cNvSpPr/>
            <p:nvPr/>
          </p:nvSpPr>
          <p:spPr>
            <a:xfrm>
              <a:off x="1352550" y="2152650"/>
              <a:ext cx="762000" cy="762000"/>
            </a:xfrm>
            <a:prstGeom prst="ellipse">
              <a:avLst/>
            </a:prstGeom>
            <a:solidFill>
              <a:schemeClr val="lt1"/>
            </a:solidFill>
            <a:ln>
              <a:noFill/>
            </a:ln>
          </p:spPr>
        </p:sp>
        <p:grpSp>
          <p:nvGrpSpPr>
            <p:cNvPr id="15" name="Group 15"/>
            <p:cNvGrpSpPr/>
            <p:nvPr/>
          </p:nvGrpSpPr>
          <p:grpSpPr>
            <a:xfrm>
              <a:off x="1533525" y="2333625"/>
              <a:ext cx="400050" cy="400050"/>
              <a:chOff x="1533525" y="2333625"/>
              <a:chExt cx="400050" cy="400050"/>
            </a:xfrm>
          </p:grpSpPr>
          <p:sp>
            <p:nvSpPr>
              <p:cNvPr id="12" name="Rectangle 12"/>
              <p:cNvSpPr/>
              <p:nvPr/>
            </p:nvSpPr>
            <p:spPr>
              <a:xfrm>
                <a:off x="1590675" y="2390775"/>
                <a:ext cx="285750" cy="285750"/>
              </a:xfrm>
              <a:prstGeom prst="roundRect">
                <a:avLst>
                  <a:gd name="adj" fmla="val 12500"/>
                </a:avLst>
              </a:prstGeom>
              <a:solidFill>
                <a:schemeClr val="lt1"/>
              </a:solidFill>
              <a:ln w="21431" cap="rnd">
                <a:solidFill>
                  <a:schemeClr val="accent1"/>
                </a:solidFill>
                <a:round/>
              </a:ln>
            </p:spPr>
          </p:sp>
          <p:sp>
            <p:nvSpPr>
              <p:cNvPr id="13" name="Rectangle 13"/>
              <p:cNvSpPr/>
              <p:nvPr/>
            </p:nvSpPr>
            <p:spPr>
              <a:xfrm>
                <a:off x="1669256" y="2469356"/>
                <a:ext cx="128588" cy="128588"/>
              </a:xfrm>
              <a:prstGeom prst="roundRect">
                <a:avLst>
                  <a:gd name="adj" fmla="val 16667"/>
                </a:avLst>
              </a:prstGeom>
              <a:solidFill>
                <a:schemeClr val="lt2"/>
              </a:solidFill>
              <a:ln w="21431" cap="rnd">
                <a:solidFill>
                  <a:schemeClr val="accent1"/>
                </a:solidFill>
                <a:round/>
              </a:ln>
            </p:spPr>
          </p:sp>
          <p:sp>
            <p:nvSpPr>
              <p:cNvPr id="14" name="Freeform 14"/>
              <p:cNvSpPr/>
              <p:nvPr/>
            </p:nvSpPr>
            <p:spPr>
              <a:xfrm>
                <a:off x="1533525" y="2333625"/>
                <a:ext cx="400050" cy="400050"/>
              </a:xfrm>
              <a:custGeom>
                <a:avLst/>
                <a:gdLst/>
                <a:ahLst/>
                <a:cxnLst/>
                <a:rect l="l" t="t" r="r" b="b"/>
                <a:pathLst>
                  <a:path w="400050" h="400050">
                    <a:moveTo>
                      <a:pt x="121444" y="0"/>
                    </a:moveTo>
                    <a:lnTo>
                      <a:pt x="121444" y="57150"/>
                    </a:lnTo>
                    <a:moveTo>
                      <a:pt x="200025" y="0"/>
                    </a:moveTo>
                    <a:lnTo>
                      <a:pt x="200025" y="57150"/>
                    </a:lnTo>
                    <a:moveTo>
                      <a:pt x="278606" y="0"/>
                    </a:moveTo>
                    <a:lnTo>
                      <a:pt x="278606" y="57150"/>
                    </a:lnTo>
                    <a:moveTo>
                      <a:pt x="121444" y="342900"/>
                    </a:moveTo>
                    <a:lnTo>
                      <a:pt x="121444" y="400050"/>
                    </a:lnTo>
                    <a:moveTo>
                      <a:pt x="200025" y="342900"/>
                    </a:moveTo>
                    <a:lnTo>
                      <a:pt x="200025" y="400050"/>
                    </a:lnTo>
                    <a:moveTo>
                      <a:pt x="278606" y="342900"/>
                    </a:moveTo>
                    <a:lnTo>
                      <a:pt x="278606" y="400050"/>
                    </a:lnTo>
                    <a:moveTo>
                      <a:pt x="0" y="121444"/>
                    </a:moveTo>
                    <a:lnTo>
                      <a:pt x="57150" y="121444"/>
                    </a:lnTo>
                    <a:moveTo>
                      <a:pt x="0" y="200025"/>
                    </a:moveTo>
                    <a:lnTo>
                      <a:pt x="57150" y="200025"/>
                    </a:lnTo>
                    <a:moveTo>
                      <a:pt x="0" y="278606"/>
                    </a:moveTo>
                    <a:lnTo>
                      <a:pt x="57150" y="278606"/>
                    </a:lnTo>
                    <a:moveTo>
                      <a:pt x="342900" y="121444"/>
                    </a:moveTo>
                    <a:lnTo>
                      <a:pt x="400050" y="121444"/>
                    </a:lnTo>
                    <a:moveTo>
                      <a:pt x="342900" y="200025"/>
                    </a:moveTo>
                    <a:lnTo>
                      <a:pt x="400050" y="200025"/>
                    </a:lnTo>
                    <a:moveTo>
                      <a:pt x="342900" y="278606"/>
                    </a:moveTo>
                    <a:lnTo>
                      <a:pt x="400050" y="278606"/>
                    </a:lnTo>
                  </a:path>
                </a:pathLst>
              </a:custGeom>
              <a:noFill/>
              <a:ln w="21431" cap="rnd">
                <a:solidFill>
                  <a:schemeClr val="accent1"/>
                </a:solidFill>
                <a:round/>
              </a:ln>
            </p:spPr>
          </p:sp>
        </p:grpSp>
        <p:sp>
          <p:nvSpPr>
            <p:cNvPr id="16" name="TextBox 16"/>
            <p:cNvSpPr txBox="1"/>
            <p:nvPr>
              <p:custDataLst>
                <p:tags r:id="rId5"/>
              </p:custDataLst>
            </p:nvPr>
          </p:nvSpPr>
          <p:spPr>
            <a:xfrm>
              <a:off x="1339405" y="299720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互補判定</a:t>
              </a:r>
            </a:p>
          </p:txBody>
        </p:sp>
        <p:sp>
          <p:nvSpPr>
            <p:cNvPr id="17" name="Freeform 17"/>
            <p:cNvSpPr/>
            <p:nvPr/>
          </p:nvSpPr>
          <p:spPr>
            <a:xfrm>
              <a:off x="22098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18" name="Freeform 18"/>
            <p:cNvSpPr/>
            <p:nvPr/>
          </p:nvSpPr>
          <p:spPr>
            <a:xfrm>
              <a:off x="32004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9" name="Ellipse 19"/>
            <p:cNvSpPr/>
            <p:nvPr/>
          </p:nvSpPr>
          <p:spPr>
            <a:xfrm>
              <a:off x="3371850" y="2152650"/>
              <a:ext cx="762000" cy="762000"/>
            </a:xfrm>
            <a:prstGeom prst="ellipse">
              <a:avLst/>
            </a:prstGeom>
            <a:solidFill>
              <a:schemeClr val="lt1"/>
            </a:solidFill>
            <a:ln>
              <a:noFill/>
            </a:ln>
          </p:spPr>
        </p:sp>
        <p:grpSp>
          <p:nvGrpSpPr>
            <p:cNvPr id="25" name="Group 25"/>
            <p:cNvGrpSpPr/>
            <p:nvPr/>
          </p:nvGrpSpPr>
          <p:grpSpPr>
            <a:xfrm>
              <a:off x="3574256" y="2347912"/>
              <a:ext cx="378619" cy="371476"/>
              <a:chOff x="3574256" y="2347912"/>
              <a:chExt cx="378619" cy="371476"/>
            </a:xfrm>
          </p:grpSpPr>
          <p:sp>
            <p:nvSpPr>
              <p:cNvPr id="20" name="Freeform 20"/>
              <p:cNvSpPr/>
              <p:nvPr/>
            </p:nvSpPr>
            <p:spPr>
              <a:xfrm>
                <a:off x="3574256" y="2397919"/>
                <a:ext cx="271462" cy="285750"/>
              </a:xfrm>
              <a:custGeom>
                <a:avLst/>
                <a:gdLst/>
                <a:ahLst/>
                <a:cxnLst/>
                <a:rect l="l" t="t" r="r" b="b"/>
                <a:pathLst>
                  <a:path w="271462" h="285750">
                    <a:moveTo>
                      <a:pt x="0" y="0"/>
                    </a:moveTo>
                    <a:lnTo>
                      <a:pt x="0" y="221456"/>
                    </a:lnTo>
                    <a:cubicBezTo>
                      <a:pt x="0" y="285750"/>
                      <a:pt x="271462" y="285750"/>
                      <a:pt x="271462" y="221456"/>
                    </a:cubicBezTo>
                    <a:lnTo>
                      <a:pt x="271462" y="0"/>
                    </a:lnTo>
                  </a:path>
                </a:pathLst>
              </a:custGeom>
              <a:solidFill>
                <a:schemeClr val="lt1"/>
              </a:solidFill>
              <a:ln w="21431" cap="rnd">
                <a:solidFill>
                  <a:schemeClr val="accent1"/>
                </a:solidFill>
                <a:round/>
              </a:ln>
            </p:spPr>
          </p:sp>
          <p:sp>
            <p:nvSpPr>
              <p:cNvPr id="21" name="Ellipse 21"/>
              <p:cNvSpPr/>
              <p:nvPr/>
            </p:nvSpPr>
            <p:spPr>
              <a:xfrm>
                <a:off x="3574256" y="2347912"/>
                <a:ext cx="271462" cy="100012"/>
              </a:xfrm>
              <a:prstGeom prst="ellipse">
                <a:avLst/>
              </a:prstGeom>
              <a:solidFill>
                <a:schemeClr val="lt1"/>
              </a:solidFill>
              <a:ln w="21431" cap="rnd">
                <a:solidFill>
                  <a:schemeClr val="accent1"/>
                </a:solidFill>
                <a:round/>
              </a:ln>
            </p:spPr>
          </p:sp>
          <p:sp>
            <p:nvSpPr>
              <p:cNvPr id="22" name="Freeform 22"/>
              <p:cNvSpPr/>
              <p:nvPr/>
            </p:nvSpPr>
            <p:spPr>
              <a:xfrm>
                <a:off x="3574256" y="2497931"/>
                <a:ext cx="271462" cy="64294"/>
              </a:xfrm>
              <a:custGeom>
                <a:avLst/>
                <a:gdLst/>
                <a:ahLst/>
                <a:cxnLst/>
                <a:rect l="l" t="t" r="r" b="b"/>
                <a:pathLst>
                  <a:path w="271462" h="64294">
                    <a:moveTo>
                      <a:pt x="0" y="0"/>
                    </a:moveTo>
                    <a:cubicBezTo>
                      <a:pt x="0" y="64294"/>
                      <a:pt x="271462" y="64294"/>
                      <a:pt x="271462" y="0"/>
                    </a:cubicBezTo>
                  </a:path>
                </a:pathLst>
              </a:custGeom>
              <a:noFill/>
              <a:ln w="21431" cap="rnd">
                <a:solidFill>
                  <a:schemeClr val="accent1"/>
                </a:solidFill>
                <a:round/>
              </a:ln>
            </p:spPr>
          </p:sp>
          <p:sp>
            <p:nvSpPr>
              <p:cNvPr id="23" name="Ellipse 23"/>
              <p:cNvSpPr/>
              <p:nvPr/>
            </p:nvSpPr>
            <p:spPr>
              <a:xfrm>
                <a:off x="3752850" y="2512219"/>
                <a:ext cx="157162" cy="157162"/>
              </a:xfrm>
              <a:prstGeom prst="ellipse">
                <a:avLst/>
              </a:prstGeom>
              <a:solidFill>
                <a:schemeClr val="lt2"/>
              </a:solidFill>
              <a:ln w="21431" cap="rnd">
                <a:solidFill>
                  <a:schemeClr val="accent1"/>
                </a:solidFill>
                <a:round/>
              </a:ln>
            </p:spPr>
          </p:sp>
          <p:sp>
            <p:nvSpPr>
              <p:cNvPr id="24" name="Freeform 24"/>
              <p:cNvSpPr/>
              <p:nvPr/>
            </p:nvSpPr>
            <p:spPr>
              <a:xfrm>
                <a:off x="3888581" y="2647950"/>
                <a:ext cx="64294" cy="71438"/>
              </a:xfrm>
              <a:custGeom>
                <a:avLst/>
                <a:gdLst/>
                <a:ahLst/>
                <a:cxnLst/>
                <a:rect l="l" t="t" r="r" b="b"/>
                <a:pathLst>
                  <a:path w="64294" h="71438">
                    <a:moveTo>
                      <a:pt x="0" y="0"/>
                    </a:moveTo>
                    <a:lnTo>
                      <a:pt x="64294" y="71438"/>
                    </a:lnTo>
                  </a:path>
                </a:pathLst>
              </a:custGeom>
              <a:solidFill>
                <a:schemeClr val="lt1"/>
              </a:solidFill>
              <a:ln w="28575" cap="rnd">
                <a:solidFill>
                  <a:schemeClr val="accent1"/>
                </a:solidFill>
                <a:round/>
              </a:ln>
            </p:spPr>
          </p:sp>
        </p:grpSp>
        <p:sp>
          <p:nvSpPr>
            <p:cNvPr id="26" name="TextBox 26"/>
            <p:cNvSpPr txBox="1"/>
            <p:nvPr>
              <p:custDataLst>
                <p:tags r:id="rId6"/>
              </p:custDataLst>
            </p:nvPr>
          </p:nvSpPr>
          <p:spPr>
            <a:xfrm>
              <a:off x="3267701" y="2997200"/>
              <a:ext cx="92267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529 維檢索</a:t>
              </a:r>
            </a:p>
          </p:txBody>
        </p:sp>
        <p:sp>
          <p:nvSpPr>
            <p:cNvPr id="27" name="Freeform 27"/>
            <p:cNvSpPr/>
            <p:nvPr/>
          </p:nvSpPr>
          <p:spPr>
            <a:xfrm>
              <a:off x="42291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28" name="Freeform 28"/>
            <p:cNvSpPr/>
            <p:nvPr/>
          </p:nvSpPr>
          <p:spPr>
            <a:xfrm>
              <a:off x="52197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29" name="Ellipse 29"/>
            <p:cNvSpPr/>
            <p:nvPr/>
          </p:nvSpPr>
          <p:spPr>
            <a:xfrm>
              <a:off x="5391150" y="2152650"/>
              <a:ext cx="762000" cy="762000"/>
            </a:xfrm>
            <a:prstGeom prst="ellipse">
              <a:avLst/>
            </a:prstGeom>
            <a:solidFill>
              <a:schemeClr val="lt1"/>
            </a:solidFill>
            <a:ln>
              <a:noFill/>
            </a:ln>
          </p:spPr>
        </p:sp>
        <p:grpSp>
          <p:nvGrpSpPr>
            <p:cNvPr id="35" name="Group 35"/>
            <p:cNvGrpSpPr/>
            <p:nvPr/>
          </p:nvGrpSpPr>
          <p:grpSpPr>
            <a:xfrm>
              <a:off x="5629275" y="2340769"/>
              <a:ext cx="285750" cy="385762"/>
              <a:chOff x="5629275" y="2340769"/>
              <a:chExt cx="285750" cy="385762"/>
            </a:xfrm>
          </p:grpSpPr>
          <p:sp>
            <p:nvSpPr>
              <p:cNvPr id="30" name="Rectangle 30"/>
              <p:cNvSpPr/>
              <p:nvPr/>
            </p:nvSpPr>
            <p:spPr>
              <a:xfrm>
                <a:off x="5629275" y="2340769"/>
                <a:ext cx="285750" cy="385762"/>
              </a:xfrm>
              <a:prstGeom prst="roundRect">
                <a:avLst>
                  <a:gd name="adj" fmla="val 10000"/>
                </a:avLst>
              </a:prstGeom>
              <a:solidFill>
                <a:schemeClr val="lt1"/>
              </a:solidFill>
              <a:ln w="17859">
                <a:solidFill>
                  <a:schemeClr val="accent1"/>
                </a:solidFill>
              </a:ln>
            </p:spPr>
          </p:sp>
          <p:sp>
            <p:nvSpPr>
              <p:cNvPr id="31" name="Line 31"/>
              <p:cNvSpPr/>
              <p:nvPr/>
            </p:nvSpPr>
            <p:spPr>
              <a:xfrm>
                <a:off x="5693569" y="2433638"/>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2" name="Line 32"/>
              <p:cNvSpPr/>
              <p:nvPr/>
            </p:nvSpPr>
            <p:spPr>
              <a:xfrm>
                <a:off x="5693569" y="2512219"/>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3" name="Line 33"/>
              <p:cNvSpPr/>
              <p:nvPr/>
            </p:nvSpPr>
            <p:spPr>
              <a:xfrm>
                <a:off x="5693569" y="2590800"/>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4" name="Line 34"/>
              <p:cNvSpPr/>
              <p:nvPr/>
            </p:nvSpPr>
            <p:spPr>
              <a:xfrm>
                <a:off x="5693569" y="2669381"/>
                <a:ext cx="164306" cy="9525"/>
              </a:xfrm>
              <a:custGeom>
                <a:avLst/>
                <a:gdLst/>
                <a:ahLst/>
                <a:cxnLst/>
                <a:rect l="l" t="t" r="r" b="b"/>
                <a:pathLst>
                  <a:path w="164306" h="9525">
                    <a:moveTo>
                      <a:pt x="0" y="0"/>
                    </a:moveTo>
                    <a:lnTo>
                      <a:pt x="164306" y="0"/>
                    </a:lnTo>
                  </a:path>
                </a:pathLst>
              </a:custGeom>
              <a:noFill/>
              <a:ln w="14288" cap="rnd">
                <a:solidFill>
                  <a:srgbClr val="9AAAC0"/>
                </a:solidFill>
              </a:ln>
            </p:spPr>
          </p:sp>
        </p:grpSp>
        <p:sp>
          <p:nvSpPr>
            <p:cNvPr id="36" name="TextBox 36"/>
            <p:cNvSpPr txBox="1"/>
            <p:nvPr>
              <p:custDataLst>
                <p:tags r:id="rId7"/>
              </p:custDataLst>
            </p:nvPr>
          </p:nvSpPr>
          <p:spPr>
            <a:xfrm>
              <a:off x="5435321" y="2997200"/>
              <a:ext cx="626034" cy="264033"/>
            </a:xfrm>
            <a:prstGeom prst="rect">
              <a:avLst/>
            </a:prstGeom>
            <a:noFill/>
            <a:ln>
              <a:noFill/>
            </a:ln>
          </p:spPr>
          <p:txBody>
            <a:bodyPr wrap="none" lIns="0" tIns="0" rIns="0" bIns="0" anchor="t" anchorCtr="0">
              <a:spAutoFit/>
            </a:bodyPr>
            <a:lstStyle/>
            <a:p>
              <a:pPr algn="ctr"/>
              <a:r>
                <a:rPr lang="en-US" sz="1350" b="1" dirty="0">
                  <a:solidFill>
                    <a:schemeClr val="dk1"/>
                  </a:solidFill>
                  <a:latin typeface="Segoe UI"/>
                  <a:ea typeface="Microsoft JhengHei"/>
                  <a:cs typeface="Segoe UI"/>
                </a:rPr>
                <a:t>AI </a:t>
              </a:r>
              <a:r>
                <a:rPr lang="zh-TW" sz="1350" b="1" dirty="0">
                  <a:solidFill>
                    <a:schemeClr val="dk1"/>
                  </a:solidFill>
                  <a:latin typeface="Segoe UI"/>
                  <a:ea typeface="Microsoft JhengHei"/>
                  <a:cs typeface="Segoe UI"/>
                </a:rPr>
                <a:t>稽核</a:t>
              </a:r>
            </a:p>
          </p:txBody>
        </p:sp>
        <p:sp>
          <p:nvSpPr>
            <p:cNvPr id="37" name="Freeform 37"/>
            <p:cNvSpPr/>
            <p:nvPr/>
          </p:nvSpPr>
          <p:spPr>
            <a:xfrm>
              <a:off x="62484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38" name="Freeform 38"/>
            <p:cNvSpPr/>
            <p:nvPr/>
          </p:nvSpPr>
          <p:spPr>
            <a:xfrm>
              <a:off x="72390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39" name="Ellipse 39"/>
            <p:cNvSpPr/>
            <p:nvPr/>
          </p:nvSpPr>
          <p:spPr>
            <a:xfrm>
              <a:off x="7410450" y="2152650"/>
              <a:ext cx="762000" cy="762000"/>
            </a:xfrm>
            <a:prstGeom prst="ellipse">
              <a:avLst/>
            </a:prstGeom>
            <a:solidFill>
              <a:schemeClr val="lt1"/>
            </a:solidFill>
            <a:ln>
              <a:noFill/>
            </a:ln>
          </p:spPr>
        </p:sp>
        <p:grpSp>
          <p:nvGrpSpPr>
            <p:cNvPr id="43" name="Group 43"/>
            <p:cNvGrpSpPr/>
            <p:nvPr/>
          </p:nvGrpSpPr>
          <p:grpSpPr>
            <a:xfrm>
              <a:off x="7641431" y="2340769"/>
              <a:ext cx="335757" cy="392906"/>
              <a:chOff x="7641431" y="2340769"/>
              <a:chExt cx="335757" cy="392906"/>
            </a:xfrm>
          </p:grpSpPr>
          <p:sp>
            <p:nvSpPr>
              <p:cNvPr id="40" name="Freeform 40"/>
              <p:cNvSpPr/>
              <p:nvPr/>
            </p:nvSpPr>
            <p:spPr>
              <a:xfrm>
                <a:off x="7641431" y="2340769"/>
                <a:ext cx="300038" cy="385762"/>
              </a:xfrm>
              <a:custGeom>
                <a:avLst/>
                <a:gdLst/>
                <a:ahLst/>
                <a:cxnLst/>
                <a:rect l="l" t="t" r="r" b="b"/>
                <a:pathLst>
                  <a:path w="300038" h="385762">
                    <a:moveTo>
                      <a:pt x="150019" y="0"/>
                    </a:moveTo>
                    <a:lnTo>
                      <a:pt x="300038" y="64294"/>
                    </a:lnTo>
                    <a:lnTo>
                      <a:pt x="300038" y="178594"/>
                    </a:lnTo>
                    <a:cubicBezTo>
                      <a:pt x="300038" y="271462"/>
                      <a:pt x="228600" y="335756"/>
                      <a:pt x="150019" y="385762"/>
                    </a:cubicBezTo>
                    <a:cubicBezTo>
                      <a:pt x="71438" y="335756"/>
                      <a:pt x="0" y="271462"/>
                      <a:pt x="0" y="178594"/>
                    </a:cubicBezTo>
                    <a:lnTo>
                      <a:pt x="0" y="64294"/>
                    </a:lnTo>
                    <a:close/>
                  </a:path>
                </a:pathLst>
              </a:custGeom>
              <a:solidFill>
                <a:schemeClr val="lt1"/>
              </a:solidFill>
              <a:ln w="21431" cap="rnd">
                <a:solidFill>
                  <a:schemeClr val="accent1"/>
                </a:solidFill>
                <a:round/>
              </a:ln>
            </p:spPr>
          </p:sp>
          <p:sp>
            <p:nvSpPr>
              <p:cNvPr id="41" name="Freeform 41"/>
              <p:cNvSpPr/>
              <p:nvPr/>
            </p:nvSpPr>
            <p:spPr>
              <a:xfrm>
                <a:off x="7712869" y="2462212"/>
                <a:ext cx="164306" cy="114300"/>
              </a:xfrm>
              <a:custGeom>
                <a:avLst/>
                <a:gdLst/>
                <a:ahLst/>
                <a:cxnLst/>
                <a:rect l="l" t="t" r="r" b="b"/>
                <a:pathLst>
                  <a:path w="164306" h="114300">
                    <a:moveTo>
                      <a:pt x="0" y="57150"/>
                    </a:moveTo>
                    <a:lnTo>
                      <a:pt x="57150" y="114300"/>
                    </a:lnTo>
                    <a:lnTo>
                      <a:pt x="164306" y="0"/>
                    </a:lnTo>
                  </a:path>
                </a:pathLst>
              </a:custGeom>
              <a:noFill/>
              <a:ln w="28575" cap="rnd">
                <a:solidFill>
                  <a:schemeClr val="accent1"/>
                </a:solidFill>
                <a:round/>
              </a:ln>
            </p:spPr>
          </p:sp>
          <p:sp>
            <p:nvSpPr>
              <p:cNvPr id="42" name="Freeform 42"/>
              <p:cNvSpPr/>
              <p:nvPr/>
            </p:nvSpPr>
            <p:spPr>
              <a:xfrm>
                <a:off x="7884319" y="2612231"/>
                <a:ext cx="92869" cy="121444"/>
              </a:xfrm>
              <a:custGeom>
                <a:avLst/>
                <a:gdLst/>
                <a:ahLst/>
                <a:cxnLst/>
                <a:rect l="l" t="t" r="r" b="b"/>
                <a:pathLst>
                  <a:path w="92869" h="121444">
                    <a:moveTo>
                      <a:pt x="21431" y="0"/>
                    </a:moveTo>
                    <a:lnTo>
                      <a:pt x="92869" y="0"/>
                    </a:lnTo>
                    <a:lnTo>
                      <a:pt x="92869" y="85725"/>
                    </a:lnTo>
                    <a:lnTo>
                      <a:pt x="0" y="85725"/>
                    </a:lnTo>
                    <a:moveTo>
                      <a:pt x="35719" y="50006"/>
                    </a:moveTo>
                    <a:lnTo>
                      <a:pt x="0" y="85725"/>
                    </a:lnTo>
                    <a:lnTo>
                      <a:pt x="35719" y="121444"/>
                    </a:lnTo>
                  </a:path>
                </a:pathLst>
              </a:custGeom>
              <a:noFill/>
              <a:ln w="21431" cap="rnd">
                <a:solidFill>
                  <a:schemeClr val="accent1"/>
                </a:solidFill>
                <a:round/>
              </a:ln>
            </p:spPr>
          </p:sp>
        </p:grpSp>
        <p:sp>
          <p:nvSpPr>
            <p:cNvPr id="44" name="TextBox 44"/>
            <p:cNvSpPr txBox="1"/>
            <p:nvPr>
              <p:custDataLst>
                <p:tags r:id="rId8"/>
              </p:custDataLst>
            </p:nvPr>
          </p:nvSpPr>
          <p:spPr>
            <a:xfrm>
              <a:off x="7306436" y="2997200"/>
              <a:ext cx="922401"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策略與回復</a:t>
              </a:r>
            </a:p>
          </p:txBody>
        </p:sp>
        <p:sp>
          <p:nvSpPr>
            <p:cNvPr id="45" name="TextBox 45"/>
            <p:cNvSpPr txBox="1"/>
            <p:nvPr>
              <p:custDataLst>
                <p:tags r:id="rId9"/>
              </p:custDataLst>
            </p:nvPr>
          </p:nvSpPr>
          <p:spPr>
            <a:xfrm>
              <a:off x="832485" y="3403600"/>
              <a:ext cx="2973484"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正式分類保留 · 稽核證據可追溯 · 策略可回復</a:t>
              </a:r>
            </a:p>
          </p:txBody>
        </p:sp>
        <p:sp>
          <p:nvSpPr>
            <p:cNvPr id="46" name="TextBox 46"/>
            <p:cNvSpPr txBox="1"/>
            <p:nvPr>
              <p:custDataLst>
                <p:tags r:id="rId10"/>
              </p:custDataLst>
            </p:nvPr>
          </p:nvSpPr>
          <p:spPr>
            <a:xfrm>
              <a:off x="9588342" y="2178050"/>
              <a:ext cx="1429066"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529 維</a:t>
              </a:r>
            </a:p>
          </p:txBody>
        </p:sp>
        <p:sp>
          <p:nvSpPr>
            <p:cNvPr id="47" name="TextBox 47"/>
            <p:cNvSpPr txBox="1"/>
            <p:nvPr>
              <p:custDataLst>
                <p:tags r:id="rId11"/>
              </p:custDataLst>
            </p:nvPr>
          </p:nvSpPr>
          <p:spPr>
            <a:xfrm>
              <a:off x="9690291" y="281940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任務導向證據向量</a:t>
              </a:r>
            </a:p>
          </p:txBody>
        </p:sp>
        <p:sp>
          <p:nvSpPr>
            <p:cNvPr id="48" name="Rectangle 48"/>
            <p:cNvSpPr/>
            <p:nvPr/>
          </p:nvSpPr>
          <p:spPr>
            <a:xfrm>
              <a:off x="609600" y="3867150"/>
              <a:ext cx="10972800" cy="2247900"/>
            </a:xfrm>
            <a:prstGeom prst="roundRect">
              <a:avLst>
                <a:gd name="adj" fmla="val 6780"/>
              </a:avLst>
            </a:prstGeom>
            <a:solidFill>
              <a:schemeClr val="lt2"/>
            </a:solidFill>
            <a:ln>
              <a:noFill/>
            </a:ln>
          </p:spPr>
        </p:sp>
        <p:sp>
          <p:nvSpPr>
            <p:cNvPr id="49" name="Rectangle 49"/>
            <p:cNvSpPr/>
            <p:nvPr/>
          </p:nvSpPr>
          <p:spPr>
            <a:xfrm>
              <a:off x="9144000" y="3867150"/>
              <a:ext cx="2438400" cy="2247900"/>
            </a:xfrm>
            <a:prstGeom prst="roundRect">
              <a:avLst>
                <a:gd name="adj" fmla="val 6780"/>
              </a:avLst>
            </a:prstGeom>
            <a:solidFill>
              <a:srgbClr val="E2F3F0"/>
            </a:solidFill>
            <a:ln>
              <a:noFill/>
            </a:ln>
          </p:spPr>
        </p:sp>
        <p:sp>
          <p:nvSpPr>
            <p:cNvPr id="50" name="Rectangle 50"/>
            <p:cNvSpPr/>
            <p:nvPr/>
          </p:nvSpPr>
          <p:spPr>
            <a:xfrm>
              <a:off x="838200" y="4076700"/>
              <a:ext cx="514350" cy="285750"/>
            </a:xfrm>
            <a:prstGeom prst="roundRect">
              <a:avLst>
                <a:gd name="adj" fmla="val 50000"/>
              </a:avLst>
            </a:prstGeom>
            <a:solidFill>
              <a:schemeClr val="accent5"/>
            </a:solidFill>
            <a:ln>
              <a:noFill/>
            </a:ln>
          </p:spPr>
        </p:sp>
        <p:sp>
          <p:nvSpPr>
            <p:cNvPr id="51" name="TextBox 51"/>
            <p:cNvSpPr txBox="1"/>
            <p:nvPr>
              <p:custDataLst>
                <p:tags r:id="rId12"/>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Q2</a:t>
              </a:r>
            </a:p>
          </p:txBody>
        </p:sp>
        <p:sp>
          <p:nvSpPr>
            <p:cNvPr id="52" name="TextBox 52"/>
            <p:cNvSpPr txBox="1"/>
            <p:nvPr>
              <p:custDataLst>
                <p:tags r:id="rId13"/>
              </p:custDataLst>
            </p:nvPr>
          </p:nvSpPr>
          <p:spPr>
            <a:xfrm>
              <a:off x="1496568" y="4083050"/>
              <a:ext cx="4237101"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如何證明前段判斷與後段處置已經串起來？</a:t>
              </a:r>
            </a:p>
          </p:txBody>
        </p:sp>
        <p:grpSp>
          <p:nvGrpSpPr>
            <p:cNvPr id="58" name="Group 58"/>
            <p:cNvGrpSpPr/>
            <p:nvPr/>
          </p:nvGrpSpPr>
          <p:grpSpPr>
            <a:xfrm>
              <a:off x="1606153" y="4606230"/>
              <a:ext cx="273844" cy="369690"/>
              <a:chOff x="1606153" y="4606230"/>
              <a:chExt cx="273844" cy="369690"/>
            </a:xfrm>
          </p:grpSpPr>
          <p:sp>
            <p:nvSpPr>
              <p:cNvPr id="53" name="Rectangle 53"/>
              <p:cNvSpPr/>
              <p:nvPr/>
            </p:nvSpPr>
            <p:spPr>
              <a:xfrm>
                <a:off x="1606153" y="4606230"/>
                <a:ext cx="273844" cy="369689"/>
              </a:xfrm>
              <a:prstGeom prst="roundRect">
                <a:avLst>
                  <a:gd name="adj" fmla="val 10000"/>
                </a:avLst>
              </a:prstGeom>
              <a:solidFill>
                <a:schemeClr val="lt1"/>
              </a:solidFill>
              <a:ln w="17115">
                <a:solidFill>
                  <a:schemeClr val="accent1"/>
                </a:solidFill>
              </a:ln>
            </p:spPr>
          </p:sp>
          <p:sp>
            <p:nvSpPr>
              <p:cNvPr id="54" name="Line 54"/>
              <p:cNvSpPr/>
              <p:nvPr/>
            </p:nvSpPr>
            <p:spPr>
              <a:xfrm>
                <a:off x="16677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5" name="Line 55"/>
              <p:cNvSpPr/>
              <p:nvPr/>
            </p:nvSpPr>
            <p:spPr>
              <a:xfrm>
                <a:off x="16677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6" name="Line 56"/>
              <p:cNvSpPr/>
              <p:nvPr/>
            </p:nvSpPr>
            <p:spPr>
              <a:xfrm>
                <a:off x="16677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7" name="Line 57"/>
              <p:cNvSpPr/>
              <p:nvPr/>
            </p:nvSpPr>
            <p:spPr>
              <a:xfrm>
                <a:off x="16677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59" name="TextBox 59"/>
            <p:cNvSpPr txBox="1"/>
            <p:nvPr>
              <p:custDataLst>
                <p:tags r:id="rId14"/>
              </p:custDataLst>
            </p:nvPr>
          </p:nvSpPr>
          <p:spPr>
            <a:xfrm>
              <a:off x="1339405"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正式類別</a:t>
              </a:r>
            </a:p>
          </p:txBody>
        </p:sp>
        <p:sp>
          <p:nvSpPr>
            <p:cNvPr id="60" name="Freeform 60"/>
            <p:cNvSpPr/>
            <p:nvPr/>
          </p:nvSpPr>
          <p:spPr>
            <a:xfrm>
              <a:off x="20574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61" name="Freeform 61"/>
            <p:cNvSpPr/>
            <p:nvPr/>
          </p:nvSpPr>
          <p:spPr>
            <a:xfrm>
              <a:off x="33147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67" name="Group 67"/>
            <p:cNvGrpSpPr/>
            <p:nvPr/>
          </p:nvGrpSpPr>
          <p:grpSpPr>
            <a:xfrm>
              <a:off x="3625453" y="4606230"/>
              <a:ext cx="273844" cy="369690"/>
              <a:chOff x="3625453" y="4606230"/>
              <a:chExt cx="273844" cy="369690"/>
            </a:xfrm>
          </p:grpSpPr>
          <p:sp>
            <p:nvSpPr>
              <p:cNvPr id="62" name="Rectangle 62"/>
              <p:cNvSpPr/>
              <p:nvPr/>
            </p:nvSpPr>
            <p:spPr>
              <a:xfrm>
                <a:off x="3625453" y="4606230"/>
                <a:ext cx="273844" cy="369689"/>
              </a:xfrm>
              <a:prstGeom prst="roundRect">
                <a:avLst>
                  <a:gd name="adj" fmla="val 10000"/>
                </a:avLst>
              </a:prstGeom>
              <a:solidFill>
                <a:schemeClr val="lt1"/>
              </a:solidFill>
              <a:ln w="17115">
                <a:solidFill>
                  <a:schemeClr val="accent1"/>
                </a:solidFill>
              </a:ln>
            </p:spPr>
          </p:sp>
          <p:sp>
            <p:nvSpPr>
              <p:cNvPr id="63" name="Line 63"/>
              <p:cNvSpPr/>
              <p:nvPr/>
            </p:nvSpPr>
            <p:spPr>
              <a:xfrm>
                <a:off x="36870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4" name="Line 64"/>
              <p:cNvSpPr/>
              <p:nvPr/>
            </p:nvSpPr>
            <p:spPr>
              <a:xfrm>
                <a:off x="36870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5" name="Line 65"/>
              <p:cNvSpPr/>
              <p:nvPr/>
            </p:nvSpPr>
            <p:spPr>
              <a:xfrm>
                <a:off x="36870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6" name="Line 66"/>
              <p:cNvSpPr/>
              <p:nvPr/>
            </p:nvSpPr>
            <p:spPr>
              <a:xfrm>
                <a:off x="36870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68" name="TextBox 68"/>
            <p:cNvSpPr txBox="1"/>
            <p:nvPr>
              <p:custDataLst>
                <p:tags r:id="rId15"/>
              </p:custDataLst>
            </p:nvPr>
          </p:nvSpPr>
          <p:spPr>
            <a:xfrm>
              <a:off x="3255963" y="5073650"/>
              <a:ext cx="946150" cy="264033"/>
            </a:xfrm>
            <a:prstGeom prst="rect">
              <a:avLst/>
            </a:prstGeom>
            <a:noFill/>
            <a:ln>
              <a:noFill/>
            </a:ln>
          </p:spPr>
          <p:txBody>
            <a:bodyPr wrap="none" lIns="0" tIns="0" rIns="0" bIns="0" anchor="t" anchorCtr="0">
              <a:spAutoFit/>
            </a:bodyPr>
            <a:lstStyle/>
            <a:p>
              <a:pPr algn="ctr"/>
              <a:r>
                <a:rPr lang="en-US" sz="1350" b="1" dirty="0">
                  <a:solidFill>
                    <a:schemeClr val="dk1"/>
                  </a:solidFill>
                  <a:latin typeface="Segoe UI"/>
                  <a:ea typeface="Microsoft JhengHei"/>
                  <a:cs typeface="Segoe UI"/>
                </a:rPr>
                <a:t>Top-5 </a:t>
              </a:r>
              <a:r>
                <a:rPr lang="zh-TW" sz="1350" b="1" dirty="0">
                  <a:solidFill>
                    <a:schemeClr val="dk1"/>
                  </a:solidFill>
                  <a:latin typeface="Segoe UI"/>
                  <a:ea typeface="Microsoft JhengHei"/>
                  <a:cs typeface="Segoe UI"/>
                </a:rPr>
                <a:t>案例</a:t>
              </a:r>
            </a:p>
          </p:txBody>
        </p:sp>
        <p:sp>
          <p:nvSpPr>
            <p:cNvPr id="69" name="Freeform 69"/>
            <p:cNvSpPr/>
            <p:nvPr/>
          </p:nvSpPr>
          <p:spPr>
            <a:xfrm>
              <a:off x="40767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70" name="Freeform 70"/>
            <p:cNvSpPr/>
            <p:nvPr/>
          </p:nvSpPr>
          <p:spPr>
            <a:xfrm>
              <a:off x="53340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76" name="Group 76"/>
            <p:cNvGrpSpPr/>
            <p:nvPr/>
          </p:nvGrpSpPr>
          <p:grpSpPr>
            <a:xfrm>
              <a:off x="5644753" y="4606230"/>
              <a:ext cx="273844" cy="369690"/>
              <a:chOff x="5644753" y="4606230"/>
              <a:chExt cx="273844" cy="369690"/>
            </a:xfrm>
          </p:grpSpPr>
          <p:sp>
            <p:nvSpPr>
              <p:cNvPr id="71" name="Rectangle 71"/>
              <p:cNvSpPr/>
              <p:nvPr/>
            </p:nvSpPr>
            <p:spPr>
              <a:xfrm>
                <a:off x="5644753" y="4606230"/>
                <a:ext cx="273844" cy="369689"/>
              </a:xfrm>
              <a:prstGeom prst="roundRect">
                <a:avLst>
                  <a:gd name="adj" fmla="val 10000"/>
                </a:avLst>
              </a:prstGeom>
              <a:solidFill>
                <a:schemeClr val="lt1"/>
              </a:solidFill>
              <a:ln w="17115">
                <a:solidFill>
                  <a:schemeClr val="accent1"/>
                </a:solidFill>
              </a:ln>
            </p:spPr>
          </p:sp>
          <p:sp>
            <p:nvSpPr>
              <p:cNvPr id="72" name="Line 72"/>
              <p:cNvSpPr/>
              <p:nvPr/>
            </p:nvSpPr>
            <p:spPr>
              <a:xfrm>
                <a:off x="57063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3" name="Line 73"/>
              <p:cNvSpPr/>
              <p:nvPr/>
            </p:nvSpPr>
            <p:spPr>
              <a:xfrm>
                <a:off x="57063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4" name="Line 74"/>
              <p:cNvSpPr/>
              <p:nvPr/>
            </p:nvSpPr>
            <p:spPr>
              <a:xfrm>
                <a:off x="57063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5" name="Line 75"/>
              <p:cNvSpPr/>
              <p:nvPr/>
            </p:nvSpPr>
            <p:spPr>
              <a:xfrm>
                <a:off x="57063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77" name="TextBox 77"/>
            <p:cNvSpPr txBox="1"/>
            <p:nvPr>
              <p:custDataLst>
                <p:tags r:id="rId16"/>
              </p:custDataLst>
            </p:nvPr>
          </p:nvSpPr>
          <p:spPr>
            <a:xfrm>
              <a:off x="5378005"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稽核結論</a:t>
              </a:r>
            </a:p>
          </p:txBody>
        </p:sp>
        <p:sp>
          <p:nvSpPr>
            <p:cNvPr id="78" name="Freeform 78"/>
            <p:cNvSpPr/>
            <p:nvPr/>
          </p:nvSpPr>
          <p:spPr>
            <a:xfrm>
              <a:off x="60960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79" name="Freeform 79"/>
            <p:cNvSpPr/>
            <p:nvPr/>
          </p:nvSpPr>
          <p:spPr>
            <a:xfrm>
              <a:off x="73533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85" name="Group 85"/>
            <p:cNvGrpSpPr/>
            <p:nvPr/>
          </p:nvGrpSpPr>
          <p:grpSpPr>
            <a:xfrm>
              <a:off x="7664053" y="4606230"/>
              <a:ext cx="273844" cy="369690"/>
              <a:chOff x="7664053" y="4606230"/>
              <a:chExt cx="273844" cy="369690"/>
            </a:xfrm>
          </p:grpSpPr>
          <p:sp>
            <p:nvSpPr>
              <p:cNvPr id="80" name="Rectangle 80"/>
              <p:cNvSpPr/>
              <p:nvPr/>
            </p:nvSpPr>
            <p:spPr>
              <a:xfrm>
                <a:off x="7664053" y="4606230"/>
                <a:ext cx="273844" cy="369689"/>
              </a:xfrm>
              <a:prstGeom prst="roundRect">
                <a:avLst>
                  <a:gd name="adj" fmla="val 10000"/>
                </a:avLst>
              </a:prstGeom>
              <a:solidFill>
                <a:schemeClr val="lt1"/>
              </a:solidFill>
              <a:ln w="17115">
                <a:solidFill>
                  <a:schemeClr val="accent1"/>
                </a:solidFill>
              </a:ln>
            </p:spPr>
          </p:sp>
          <p:sp>
            <p:nvSpPr>
              <p:cNvPr id="81" name="Line 81"/>
              <p:cNvSpPr/>
              <p:nvPr/>
            </p:nvSpPr>
            <p:spPr>
              <a:xfrm>
                <a:off x="77256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2" name="Line 82"/>
              <p:cNvSpPr/>
              <p:nvPr/>
            </p:nvSpPr>
            <p:spPr>
              <a:xfrm>
                <a:off x="77256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3" name="Line 83"/>
              <p:cNvSpPr/>
              <p:nvPr/>
            </p:nvSpPr>
            <p:spPr>
              <a:xfrm>
                <a:off x="77256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4" name="Line 84"/>
              <p:cNvSpPr/>
              <p:nvPr/>
            </p:nvSpPr>
            <p:spPr>
              <a:xfrm>
                <a:off x="77256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86" name="TextBox 86"/>
            <p:cNvSpPr txBox="1"/>
            <p:nvPr>
              <p:custDataLst>
                <p:tags r:id="rId17"/>
              </p:custDataLst>
            </p:nvPr>
          </p:nvSpPr>
          <p:spPr>
            <a:xfrm>
              <a:off x="7397306"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處置回條</a:t>
              </a:r>
            </a:p>
          </p:txBody>
        </p:sp>
        <p:sp>
          <p:nvSpPr>
            <p:cNvPr id="87" name="Rectangle 87"/>
            <p:cNvSpPr/>
            <p:nvPr/>
          </p:nvSpPr>
          <p:spPr>
            <a:xfrm>
              <a:off x="838200" y="5391150"/>
              <a:ext cx="7620000" cy="323850"/>
            </a:xfrm>
            <a:prstGeom prst="roundRect">
              <a:avLst>
                <a:gd name="adj" fmla="val 29412"/>
              </a:avLst>
            </a:prstGeom>
            <a:solidFill>
              <a:srgbClr val="EAF1FE"/>
            </a:solidFill>
            <a:ln>
              <a:noFill/>
            </a:ln>
          </p:spPr>
        </p:sp>
        <p:sp>
          <p:nvSpPr>
            <p:cNvPr id="88" name="TextBox 88"/>
            <p:cNvSpPr txBox="1"/>
            <p:nvPr>
              <p:custDataLst>
                <p:tags r:id="rId18"/>
              </p:custDataLst>
            </p:nvPr>
          </p:nvSpPr>
          <p:spPr>
            <a:xfrm>
              <a:off x="3166595" y="5445125"/>
              <a:ext cx="2915583" cy="264033"/>
            </a:xfrm>
            <a:prstGeom prst="rect">
              <a:avLst/>
            </a:prstGeom>
            <a:noFill/>
            <a:ln>
              <a:noFill/>
            </a:ln>
          </p:spPr>
          <p:txBody>
            <a:bodyPr wrap="none" lIns="0" tIns="0" rIns="0" bIns="0" anchor="t" anchorCtr="0">
              <a:spAutoFit/>
            </a:bodyPr>
            <a:lstStyle/>
            <a:p>
              <a:pPr algn="ctr"/>
              <a:r>
                <a:rPr lang="zh-TW" sz="1350" b="1" dirty="0">
                  <a:solidFill>
                    <a:schemeClr val="accent1"/>
                  </a:solidFill>
                  <a:latin typeface="Segoe UI"/>
                  <a:ea typeface="Microsoft JhengHei"/>
                  <a:cs typeface="Segoe UI"/>
                </a:rPr>
                <a:t>同一</a:t>
              </a:r>
              <a:r>
                <a:rPr lang="en-US" sz="1350" b="1" dirty="0">
                  <a:solidFill>
                    <a:schemeClr val="accent1"/>
                  </a:solidFill>
                  <a:latin typeface="Segoe UI"/>
                  <a:ea typeface="Microsoft JhengHei"/>
                  <a:cs typeface="Segoe UI"/>
                </a:rPr>
                <a:t> event_id </a:t>
              </a:r>
              <a:r>
                <a:rPr lang="zh-TW" sz="1350" b="1" dirty="0">
                  <a:solidFill>
                    <a:schemeClr val="accent1"/>
                  </a:solidFill>
                  <a:latin typeface="Segoe UI"/>
                  <a:ea typeface="Microsoft JhengHei"/>
                  <a:cs typeface="Segoe UI"/>
                </a:rPr>
                <a:t>＋ 同次</a:t>
              </a:r>
              <a:r>
                <a:rPr lang="en-US" sz="1350" b="1" dirty="0">
                  <a:solidFill>
                    <a:schemeClr val="accent1"/>
                  </a:solidFill>
                  <a:latin typeface="Segoe UI"/>
                  <a:ea typeface="Microsoft JhengHei"/>
                  <a:cs typeface="Segoe UI"/>
                </a:rPr>
                <a:t> execution_id</a:t>
              </a:r>
            </a:p>
          </p:txBody>
        </p:sp>
        <p:sp>
          <p:nvSpPr>
            <p:cNvPr id="89" name="TextBox 89"/>
            <p:cNvSpPr txBox="1"/>
            <p:nvPr>
              <p:custDataLst>
                <p:tags r:id="rId19"/>
              </p:custDataLst>
            </p:nvPr>
          </p:nvSpPr>
          <p:spPr>
            <a:xfrm>
              <a:off x="832485" y="5842000"/>
              <a:ext cx="328490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分類、</a:t>
              </a:r>
              <a:r>
                <a:rPr lang="en-US" sz="1120" b="1" dirty="0">
                  <a:solidFill>
                    <a:schemeClr val="accent3"/>
                  </a:solidFill>
                  <a:latin typeface="Segoe UI"/>
                  <a:ea typeface="Microsoft JhengHei"/>
                  <a:cs typeface="Segoe UI"/>
                </a:rPr>
                <a:t>Top-5</a:t>
              </a:r>
              <a:r>
                <a:rPr lang="zh-TW" sz="1120" b="1" dirty="0">
                  <a:solidFill>
                    <a:schemeClr val="accent3"/>
                  </a:solidFill>
                  <a:latin typeface="Segoe UI"/>
                  <a:ea typeface="Microsoft JhengHei"/>
                  <a:cs typeface="Segoe UI"/>
                </a:rPr>
                <a:t>、</a:t>
              </a:r>
              <a:r>
                <a:rPr lang="en-US" sz="1120" b="1" dirty="0">
                  <a:solidFill>
                    <a:schemeClr val="accent3"/>
                  </a:solidFill>
                  <a:latin typeface="Segoe UI"/>
                  <a:ea typeface="Microsoft JhengHei"/>
                  <a:cs typeface="Segoe UI"/>
                </a:rPr>
                <a:t>Judge</a:t>
              </a:r>
              <a:r>
                <a:rPr lang="zh-TW" sz="1120" b="1" dirty="0">
                  <a:solidFill>
                    <a:schemeClr val="accent3"/>
                  </a:solidFill>
                  <a:latin typeface="Segoe UI"/>
                  <a:ea typeface="Microsoft JhengHei"/>
                  <a:cs typeface="Segoe UI"/>
                </a:rPr>
                <a:t>、策略與回條綁定同一事件</a:t>
              </a:r>
            </a:p>
          </p:txBody>
        </p:sp>
        <p:sp>
          <p:nvSpPr>
            <p:cNvPr id="90" name="TextBox 90"/>
            <p:cNvSpPr txBox="1"/>
            <p:nvPr>
              <p:custDataLst>
                <p:tags r:id="rId20"/>
              </p:custDataLst>
            </p:nvPr>
          </p:nvSpPr>
          <p:spPr>
            <a:xfrm>
              <a:off x="9494551" y="4616450"/>
              <a:ext cx="161664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同一</a:t>
              </a:r>
              <a:r>
                <a:rPr lang="en-US" sz="3450" b="1" dirty="0">
                  <a:solidFill>
                    <a:schemeClr val="accent3"/>
                  </a:solidFill>
                  <a:latin typeface="Segoe UI"/>
                  <a:ea typeface="Microsoft JhengHei"/>
                  <a:cs typeface="Segoe UI"/>
                </a:rPr>
                <a:t> ID</a:t>
              </a:r>
            </a:p>
          </p:txBody>
        </p:sp>
        <p:sp>
          <p:nvSpPr>
            <p:cNvPr id="91" name="TextBox 91"/>
            <p:cNvSpPr txBox="1"/>
            <p:nvPr>
              <p:custDataLst>
                <p:tags r:id="rId21"/>
              </p:custDataLst>
            </p:nvPr>
          </p:nvSpPr>
          <p:spPr>
            <a:xfrm>
              <a:off x="9690291" y="525780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事件與執行可追溯</a:t>
              </a:r>
            </a:p>
          </p:txBody>
        </p:sp>
      </p:grpSp>
      <p:grpSp>
        <p:nvGrpSpPr>
          <p:cNvPr id="99" name="footer"/>
          <p:cNvGrpSpPr/>
          <p:nvPr/>
        </p:nvGrpSpPr>
        <p:grpSpPr>
          <a:xfrm>
            <a:off x="604266" y="6400800"/>
            <a:ext cx="10978134" cy="316484"/>
            <a:chOff x="604266" y="6400800"/>
            <a:chExt cx="10978134" cy="316484"/>
          </a:xfrm>
        </p:grpSpPr>
        <p:sp>
          <p:nvSpPr>
            <p:cNvPr id="93" name="Line 9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94" name="TextBox 9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95" name="Rectangle 95"/>
            <p:cNvSpPr/>
            <p:nvPr/>
          </p:nvSpPr>
          <p:spPr>
            <a:xfrm>
              <a:off x="8724900" y="6553200"/>
              <a:ext cx="133350" cy="38100"/>
            </a:xfrm>
            <a:prstGeom prst="roundRect">
              <a:avLst>
                <a:gd name="adj" fmla="val 50000"/>
              </a:avLst>
            </a:prstGeom>
            <a:solidFill>
              <a:schemeClr val="accent2"/>
            </a:solidFill>
            <a:ln>
              <a:noFill/>
            </a:ln>
          </p:spPr>
        </p:sp>
        <p:sp>
          <p:nvSpPr>
            <p:cNvPr id="96" name="Rectangle 96"/>
            <p:cNvSpPr/>
            <p:nvPr/>
          </p:nvSpPr>
          <p:spPr>
            <a:xfrm>
              <a:off x="8915400" y="6553200"/>
              <a:ext cx="133350" cy="38100"/>
            </a:xfrm>
            <a:prstGeom prst="roundRect">
              <a:avLst>
                <a:gd name="adj" fmla="val 50000"/>
              </a:avLst>
            </a:prstGeom>
            <a:solidFill>
              <a:srgbClr val="DCE3EC"/>
            </a:solidFill>
            <a:ln>
              <a:noFill/>
            </a:ln>
          </p:spPr>
        </p:sp>
        <p:sp>
          <p:nvSpPr>
            <p:cNvPr id="97" name="Rectangle 97"/>
            <p:cNvSpPr/>
            <p:nvPr/>
          </p:nvSpPr>
          <p:spPr>
            <a:xfrm>
              <a:off x="9105900" y="6553200"/>
              <a:ext cx="133350" cy="38100"/>
            </a:xfrm>
            <a:prstGeom prst="roundRect">
              <a:avLst>
                <a:gd name="adj" fmla="val 50000"/>
              </a:avLst>
            </a:prstGeom>
            <a:solidFill>
              <a:srgbClr val="DCE3EC"/>
            </a:solidFill>
            <a:ln>
              <a:noFill/>
            </a:ln>
          </p:spPr>
        </p:sp>
        <p:sp>
          <p:nvSpPr>
            <p:cNvPr id="98" name="TextBox 98"/>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1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1"/>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2"/>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答詢圖解｜評估與誤判</a:t>
              </a:r>
            </a:p>
          </p:txBody>
        </p:sp>
      </p:grpSp>
      <p:grpSp>
        <p:nvGrpSpPr>
          <p:cNvPr id="62"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Q3</a:t>
              </a:r>
            </a:p>
          </p:txBody>
        </p:sp>
        <p:sp>
          <p:nvSpPr>
            <p:cNvPr id="10" name="TextBox 10"/>
            <p:cNvSpPr txBox="1"/>
            <p:nvPr>
              <p:custDataLst>
                <p:tags r:id="rId4"/>
              </p:custDataLst>
            </p:nvPr>
          </p:nvSpPr>
          <p:spPr>
            <a:xfrm>
              <a:off x="1496568" y="1644650"/>
              <a:ext cx="4681347"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評估資料如何切分？案例庫是否洩漏測試答案？</a:t>
              </a:r>
            </a:p>
          </p:txBody>
        </p:sp>
        <p:grpSp>
          <p:nvGrpSpPr>
            <p:cNvPr id="16" name="Group 16"/>
            <p:cNvGrpSpPr/>
            <p:nvPr/>
          </p:nvGrpSpPr>
          <p:grpSpPr>
            <a:xfrm>
              <a:off x="1749326" y="2234208"/>
              <a:ext cx="552152" cy="541734"/>
              <a:chOff x="1749326" y="2234208"/>
              <a:chExt cx="552152" cy="541734"/>
            </a:xfrm>
          </p:grpSpPr>
          <p:sp>
            <p:nvSpPr>
              <p:cNvPr id="11" name="Freeform 11"/>
              <p:cNvSpPr/>
              <p:nvPr/>
            </p:nvSpPr>
            <p:spPr>
              <a:xfrm>
                <a:off x="1749326" y="2307134"/>
                <a:ext cx="395883" cy="416719"/>
              </a:xfrm>
              <a:custGeom>
                <a:avLst/>
                <a:gdLst/>
                <a:ahLst/>
                <a:cxnLst/>
                <a:rect l="l" t="t" r="r" b="b"/>
                <a:pathLst>
                  <a:path w="395883" h="416719">
                    <a:moveTo>
                      <a:pt x="0" y="0"/>
                    </a:moveTo>
                    <a:lnTo>
                      <a:pt x="0" y="322957"/>
                    </a:lnTo>
                    <a:cubicBezTo>
                      <a:pt x="0" y="416719"/>
                      <a:pt x="395883" y="416719"/>
                      <a:pt x="395883" y="322957"/>
                    </a:cubicBezTo>
                    <a:lnTo>
                      <a:pt x="395883" y="0"/>
                    </a:lnTo>
                  </a:path>
                </a:pathLst>
              </a:custGeom>
              <a:solidFill>
                <a:schemeClr val="lt1"/>
              </a:solidFill>
              <a:ln w="31254" cap="rnd">
                <a:solidFill>
                  <a:schemeClr val="accent1"/>
                </a:solidFill>
                <a:round/>
              </a:ln>
            </p:spPr>
          </p:sp>
          <p:sp>
            <p:nvSpPr>
              <p:cNvPr id="12" name="Ellipse 12"/>
              <p:cNvSpPr/>
              <p:nvPr/>
            </p:nvSpPr>
            <p:spPr>
              <a:xfrm>
                <a:off x="1749326" y="2234208"/>
                <a:ext cx="395883" cy="145852"/>
              </a:xfrm>
              <a:prstGeom prst="ellipse">
                <a:avLst/>
              </a:prstGeom>
              <a:solidFill>
                <a:schemeClr val="lt1"/>
              </a:solidFill>
              <a:ln w="31254" cap="rnd">
                <a:solidFill>
                  <a:schemeClr val="accent1"/>
                </a:solidFill>
                <a:round/>
              </a:ln>
            </p:spPr>
          </p:sp>
          <p:sp>
            <p:nvSpPr>
              <p:cNvPr id="13" name="Freeform 13"/>
              <p:cNvSpPr/>
              <p:nvPr/>
            </p:nvSpPr>
            <p:spPr>
              <a:xfrm>
                <a:off x="1749326" y="2452985"/>
                <a:ext cx="395883" cy="93762"/>
              </a:xfrm>
              <a:custGeom>
                <a:avLst/>
                <a:gdLst/>
                <a:ahLst/>
                <a:cxnLst/>
                <a:rect l="l" t="t" r="r" b="b"/>
                <a:pathLst>
                  <a:path w="395883" h="93762">
                    <a:moveTo>
                      <a:pt x="0" y="0"/>
                    </a:moveTo>
                    <a:cubicBezTo>
                      <a:pt x="0" y="93762"/>
                      <a:pt x="395883" y="93762"/>
                      <a:pt x="395883" y="0"/>
                    </a:cubicBezTo>
                  </a:path>
                </a:pathLst>
              </a:custGeom>
              <a:noFill/>
              <a:ln w="31254" cap="rnd">
                <a:solidFill>
                  <a:schemeClr val="accent1"/>
                </a:solidFill>
                <a:round/>
              </a:ln>
            </p:spPr>
          </p:sp>
          <p:sp>
            <p:nvSpPr>
              <p:cNvPr id="14" name="Ellipse 14"/>
              <p:cNvSpPr/>
              <p:nvPr/>
            </p:nvSpPr>
            <p:spPr>
              <a:xfrm>
                <a:off x="2009775" y="2473821"/>
                <a:ext cx="229195" cy="229195"/>
              </a:xfrm>
              <a:prstGeom prst="ellipse">
                <a:avLst/>
              </a:prstGeom>
              <a:solidFill>
                <a:schemeClr val="lt2"/>
              </a:solidFill>
              <a:ln w="31254" cap="rnd">
                <a:solidFill>
                  <a:schemeClr val="accent1"/>
                </a:solidFill>
                <a:round/>
              </a:ln>
            </p:spPr>
          </p:sp>
          <p:sp>
            <p:nvSpPr>
              <p:cNvPr id="15" name="Freeform 15"/>
              <p:cNvSpPr/>
              <p:nvPr/>
            </p:nvSpPr>
            <p:spPr>
              <a:xfrm>
                <a:off x="2207716" y="2671762"/>
                <a:ext cx="93762" cy="104180"/>
              </a:xfrm>
              <a:custGeom>
                <a:avLst/>
                <a:gdLst/>
                <a:ahLst/>
                <a:cxnLst/>
                <a:rect l="l" t="t" r="r" b="b"/>
                <a:pathLst>
                  <a:path w="93762" h="104180">
                    <a:moveTo>
                      <a:pt x="0" y="0"/>
                    </a:moveTo>
                    <a:lnTo>
                      <a:pt x="93762" y="104180"/>
                    </a:lnTo>
                  </a:path>
                </a:pathLst>
              </a:custGeom>
              <a:solidFill>
                <a:schemeClr val="lt1"/>
              </a:solidFill>
              <a:ln w="41672" cap="rnd">
                <a:solidFill>
                  <a:schemeClr val="accent1"/>
                </a:solidFill>
                <a:round/>
              </a:ln>
            </p:spPr>
          </p:sp>
        </p:grpSp>
        <p:sp>
          <p:nvSpPr>
            <p:cNvPr id="17" name="TextBox 17"/>
            <p:cNvSpPr txBox="1"/>
            <p:nvPr>
              <p:custDataLst>
                <p:tags r:id="rId5"/>
              </p:custDataLst>
            </p:nvPr>
          </p:nvSpPr>
          <p:spPr>
            <a:xfrm>
              <a:off x="1323425" y="2927350"/>
              <a:ext cx="1323487"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訓練案例 1,550</a:t>
              </a:r>
            </a:p>
          </p:txBody>
        </p:sp>
        <p:grpSp>
          <p:nvGrpSpPr>
            <p:cNvPr id="20" name="Group 20"/>
            <p:cNvGrpSpPr/>
            <p:nvPr/>
          </p:nvGrpSpPr>
          <p:grpSpPr>
            <a:xfrm>
              <a:off x="4467225" y="2257425"/>
              <a:ext cx="485775" cy="485775"/>
              <a:chOff x="4467225" y="2257425"/>
              <a:chExt cx="485775" cy="485775"/>
            </a:xfrm>
          </p:grpSpPr>
          <p:sp>
            <p:nvSpPr>
              <p:cNvPr id="18" name="Ellipse 18"/>
              <p:cNvSpPr/>
              <p:nvPr/>
            </p:nvSpPr>
            <p:spPr>
              <a:xfrm>
                <a:off x="4467225" y="2257425"/>
                <a:ext cx="361950" cy="361950"/>
              </a:xfrm>
              <a:prstGeom prst="ellipse">
                <a:avLst/>
              </a:prstGeom>
              <a:solidFill>
                <a:schemeClr val="lt1"/>
              </a:solidFill>
              <a:ln w="23812">
                <a:solidFill>
                  <a:schemeClr val="accent1"/>
                </a:solidFill>
              </a:ln>
            </p:spPr>
          </p:sp>
          <p:sp>
            <p:nvSpPr>
              <p:cNvPr id="19" name="Line 19"/>
              <p:cNvSpPr/>
              <p:nvPr/>
            </p:nvSpPr>
            <p:spPr>
              <a:xfrm>
                <a:off x="4781550" y="2571750"/>
                <a:ext cx="171450" cy="171450"/>
              </a:xfrm>
              <a:custGeom>
                <a:avLst/>
                <a:gdLst/>
                <a:ahLst/>
                <a:cxnLst/>
                <a:rect l="l" t="t" r="r" b="b"/>
                <a:pathLst>
                  <a:path w="171450" h="171450">
                    <a:moveTo>
                      <a:pt x="0" y="0"/>
                    </a:moveTo>
                    <a:lnTo>
                      <a:pt x="171450" y="171450"/>
                    </a:lnTo>
                  </a:path>
                </a:pathLst>
              </a:custGeom>
              <a:noFill/>
              <a:ln w="47625" cap="rnd">
                <a:solidFill>
                  <a:schemeClr val="accent1"/>
                </a:solidFill>
              </a:ln>
            </p:spPr>
          </p:sp>
        </p:grpSp>
        <p:sp>
          <p:nvSpPr>
            <p:cNvPr id="21" name="TextBox 21"/>
            <p:cNvSpPr txBox="1"/>
            <p:nvPr>
              <p:custDataLst>
                <p:tags r:id="rId6"/>
              </p:custDataLst>
            </p:nvPr>
          </p:nvSpPr>
          <p:spPr>
            <a:xfrm>
              <a:off x="4183114" y="2927350"/>
              <a:ext cx="995260" cy="278702"/>
            </a:xfrm>
            <a:prstGeom prst="rect">
              <a:avLst/>
            </a:prstGeom>
            <a:noFill/>
            <a:ln>
              <a:noFill/>
            </a:ln>
          </p:spPr>
          <p:txBody>
            <a:bodyPr wrap="none" lIns="0" tIns="0" rIns="0" bIns="0" anchor="t" anchorCtr="0">
              <a:spAutoFit/>
            </a:bodyPr>
            <a:lstStyle/>
            <a:p>
              <a:pPr algn="ctr"/>
              <a:r>
                <a:rPr lang="en-US" sz="1420" b="1" dirty="0">
                  <a:solidFill>
                    <a:schemeClr val="accent1"/>
                  </a:solidFill>
                  <a:latin typeface="Segoe UI"/>
                  <a:ea typeface="Microsoft JhengHei"/>
                  <a:cs typeface="Segoe UI"/>
                </a:rPr>
                <a:t>Top-5 </a:t>
              </a:r>
              <a:r>
                <a:rPr lang="zh-TW" sz="1420" b="1" dirty="0">
                  <a:solidFill>
                    <a:schemeClr val="accent1"/>
                  </a:solidFill>
                  <a:latin typeface="Segoe UI"/>
                  <a:ea typeface="Microsoft JhengHei"/>
                  <a:cs typeface="Segoe UI"/>
                </a:rPr>
                <a:t>檢索</a:t>
              </a:r>
            </a:p>
          </p:txBody>
        </p:sp>
        <p:grpSp>
          <p:nvGrpSpPr>
            <p:cNvPr id="27" name="Group 27"/>
            <p:cNvGrpSpPr/>
            <p:nvPr/>
          </p:nvGrpSpPr>
          <p:grpSpPr>
            <a:xfrm>
              <a:off x="7346156" y="2254448"/>
              <a:ext cx="357188" cy="482204"/>
              <a:chOff x="7346156" y="2254448"/>
              <a:chExt cx="357188" cy="482204"/>
            </a:xfrm>
          </p:grpSpPr>
          <p:sp>
            <p:nvSpPr>
              <p:cNvPr id="22" name="Rectangle 22"/>
              <p:cNvSpPr/>
              <p:nvPr/>
            </p:nvSpPr>
            <p:spPr>
              <a:xfrm>
                <a:off x="7346156" y="2254448"/>
                <a:ext cx="357188" cy="482203"/>
              </a:xfrm>
              <a:prstGeom prst="roundRect">
                <a:avLst>
                  <a:gd name="adj" fmla="val 10000"/>
                </a:avLst>
              </a:prstGeom>
              <a:solidFill>
                <a:schemeClr val="lt1"/>
              </a:solidFill>
              <a:ln w="22324">
                <a:solidFill>
                  <a:schemeClr val="accent1"/>
                </a:solidFill>
              </a:ln>
            </p:spPr>
          </p:sp>
          <p:sp>
            <p:nvSpPr>
              <p:cNvPr id="23" name="Line 23"/>
              <p:cNvSpPr/>
              <p:nvPr/>
            </p:nvSpPr>
            <p:spPr>
              <a:xfrm>
                <a:off x="7426523" y="2370534"/>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4" name="Line 24"/>
              <p:cNvSpPr/>
              <p:nvPr/>
            </p:nvSpPr>
            <p:spPr>
              <a:xfrm>
                <a:off x="7426523" y="2468761"/>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5" name="Line 25"/>
              <p:cNvSpPr/>
              <p:nvPr/>
            </p:nvSpPr>
            <p:spPr>
              <a:xfrm>
                <a:off x="7426523" y="2566988"/>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6" name="Line 26"/>
              <p:cNvSpPr/>
              <p:nvPr/>
            </p:nvSpPr>
            <p:spPr>
              <a:xfrm>
                <a:off x="7426523" y="2665214"/>
                <a:ext cx="205383" cy="9525"/>
              </a:xfrm>
              <a:custGeom>
                <a:avLst/>
                <a:gdLst/>
                <a:ahLst/>
                <a:cxnLst/>
                <a:rect l="l" t="t" r="r" b="b"/>
                <a:pathLst>
                  <a:path w="205383" h="9525">
                    <a:moveTo>
                      <a:pt x="0" y="0"/>
                    </a:moveTo>
                    <a:lnTo>
                      <a:pt x="205383" y="0"/>
                    </a:lnTo>
                  </a:path>
                </a:pathLst>
              </a:custGeom>
              <a:noFill/>
              <a:ln w="17859" cap="rnd">
                <a:solidFill>
                  <a:srgbClr val="9AAAC0"/>
                </a:solidFill>
              </a:ln>
            </p:spPr>
          </p:sp>
        </p:grpSp>
        <p:sp>
          <p:nvSpPr>
            <p:cNvPr id="28" name="TextBox 28"/>
            <p:cNvSpPr txBox="1"/>
            <p:nvPr>
              <p:custDataLst>
                <p:tags r:id="rId7"/>
              </p:custDataLst>
            </p:nvPr>
          </p:nvSpPr>
          <p:spPr>
            <a:xfrm>
              <a:off x="6919280" y="2927350"/>
              <a:ext cx="1161727"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測試查詢 463</a:t>
              </a:r>
            </a:p>
          </p:txBody>
        </p:sp>
        <p:sp>
          <p:nvSpPr>
            <p:cNvPr id="29" name="Freeform 29"/>
            <p:cNvSpPr/>
            <p:nvPr/>
          </p:nvSpPr>
          <p:spPr>
            <a:xfrm>
              <a:off x="2667000" y="2514600"/>
              <a:ext cx="1619250" cy="9525"/>
            </a:xfrm>
            <a:custGeom>
              <a:avLst/>
              <a:gdLst/>
              <a:ahLst/>
              <a:cxnLst/>
              <a:rect l="l" t="t" r="r" b="b"/>
              <a:pathLst>
                <a:path w="1619250" h="9525">
                  <a:moveTo>
                    <a:pt x="0" y="0"/>
                  </a:moveTo>
                  <a:lnTo>
                    <a:pt x="1619250" y="0"/>
                  </a:lnTo>
                </a:path>
              </a:pathLst>
            </a:custGeom>
            <a:noFill/>
            <a:ln w="23812">
              <a:solidFill>
                <a:srgbClr val="9AAAC0"/>
              </a:solidFill>
              <a:round/>
            </a:ln>
          </p:spPr>
        </p:sp>
        <p:sp>
          <p:nvSpPr>
            <p:cNvPr id="30" name="Freeform 30"/>
            <p:cNvSpPr/>
            <p:nvPr/>
          </p:nvSpPr>
          <p:spPr>
            <a:xfrm>
              <a:off x="4210050" y="2457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31" name="Freeform 31"/>
            <p:cNvSpPr/>
            <p:nvPr/>
          </p:nvSpPr>
          <p:spPr>
            <a:xfrm>
              <a:off x="5143500" y="2514600"/>
              <a:ext cx="1943100" cy="9525"/>
            </a:xfrm>
            <a:custGeom>
              <a:avLst/>
              <a:gdLst/>
              <a:ahLst/>
              <a:cxnLst/>
              <a:rect l="l" t="t" r="r" b="b"/>
              <a:pathLst>
                <a:path w="1943100" h="9525">
                  <a:moveTo>
                    <a:pt x="1943100" y="0"/>
                  </a:moveTo>
                  <a:lnTo>
                    <a:pt x="0" y="0"/>
                  </a:lnTo>
                </a:path>
              </a:pathLst>
            </a:custGeom>
            <a:noFill/>
            <a:ln w="23812">
              <a:solidFill>
                <a:srgbClr val="9AAAC0"/>
              </a:solidFill>
              <a:round/>
            </a:ln>
          </p:spPr>
        </p:sp>
        <p:sp>
          <p:nvSpPr>
            <p:cNvPr id="32" name="Freeform 32"/>
            <p:cNvSpPr/>
            <p:nvPr/>
          </p:nvSpPr>
          <p:spPr>
            <a:xfrm>
              <a:off x="5143500" y="2457450"/>
              <a:ext cx="76200" cy="114300"/>
            </a:xfrm>
            <a:custGeom>
              <a:avLst/>
              <a:gdLst/>
              <a:ahLst/>
              <a:cxnLst/>
              <a:rect l="l" t="t" r="r" b="b"/>
              <a:pathLst>
                <a:path w="76200" h="114300">
                  <a:moveTo>
                    <a:pt x="76200" y="0"/>
                  </a:moveTo>
                  <a:lnTo>
                    <a:pt x="0" y="57150"/>
                  </a:lnTo>
                  <a:lnTo>
                    <a:pt x="76200" y="114300"/>
                  </a:lnTo>
                </a:path>
              </a:pathLst>
            </a:custGeom>
            <a:noFill/>
            <a:ln w="23812" cap="rnd">
              <a:solidFill>
                <a:srgbClr val="9AAAC0"/>
              </a:solidFill>
              <a:round/>
            </a:ln>
          </p:spPr>
        </p:sp>
        <p:sp>
          <p:nvSpPr>
            <p:cNvPr id="33" name="TextBox 33"/>
            <p:cNvSpPr txBox="1"/>
            <p:nvPr>
              <p:custDataLst>
                <p:tags r:id="rId8"/>
              </p:custDataLst>
            </p:nvPr>
          </p:nvSpPr>
          <p:spPr>
            <a:xfrm>
              <a:off x="832485" y="3403600"/>
              <a:ext cx="2885405"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訓練庫只讀 · 查詢不重疊</a:t>
              </a:r>
              <a:r>
                <a:rPr lang="en-US" sz="1120" b="1" dirty="0">
                  <a:solidFill>
                    <a:schemeClr val="accent3"/>
                  </a:solidFill>
                  <a:latin typeface="Segoe UI"/>
                  <a:ea typeface="Microsoft JhengHei"/>
                  <a:cs typeface="Segoe UI"/>
                </a:rPr>
                <a:t> · AI </a:t>
              </a:r>
              <a:r>
                <a:rPr lang="zh-TW" sz="1120" b="1" dirty="0">
                  <a:solidFill>
                    <a:schemeClr val="accent3"/>
                  </a:solidFill>
                  <a:latin typeface="Segoe UI"/>
                  <a:ea typeface="Microsoft JhengHei"/>
                  <a:cs typeface="Segoe UI"/>
                </a:rPr>
                <a:t>不看真實標籤</a:t>
              </a:r>
            </a:p>
          </p:txBody>
        </p:sp>
        <p:sp>
          <p:nvSpPr>
            <p:cNvPr id="34" name="TextBox 34"/>
            <p:cNvSpPr txBox="1"/>
            <p:nvPr>
              <p:custDataLst>
                <p:tags r:id="rId9"/>
              </p:custDataLst>
            </p:nvPr>
          </p:nvSpPr>
          <p:spPr>
            <a:xfrm>
              <a:off x="10151775" y="2178050"/>
              <a:ext cx="30219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0</a:t>
              </a:r>
            </a:p>
          </p:txBody>
        </p:sp>
        <p:sp>
          <p:nvSpPr>
            <p:cNvPr id="35" name="TextBox 35"/>
            <p:cNvSpPr txBox="1"/>
            <p:nvPr>
              <p:custDataLst>
                <p:tags r:id="rId10"/>
              </p:custDataLst>
            </p:nvPr>
          </p:nvSpPr>
          <p:spPr>
            <a:xfrm>
              <a:off x="9771063" y="2819400"/>
              <a:ext cx="1143000"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訓練／查詢重疊</a:t>
              </a:r>
            </a:p>
          </p:txBody>
        </p:sp>
        <p:sp>
          <p:nvSpPr>
            <p:cNvPr id="36" name="Rectangle 36"/>
            <p:cNvSpPr/>
            <p:nvPr/>
          </p:nvSpPr>
          <p:spPr>
            <a:xfrm>
              <a:off x="609600" y="3867150"/>
              <a:ext cx="10972800" cy="2247900"/>
            </a:xfrm>
            <a:prstGeom prst="roundRect">
              <a:avLst>
                <a:gd name="adj" fmla="val 6780"/>
              </a:avLst>
            </a:prstGeom>
            <a:solidFill>
              <a:schemeClr val="lt2"/>
            </a:solidFill>
            <a:ln>
              <a:noFill/>
            </a:ln>
          </p:spPr>
        </p:sp>
        <p:sp>
          <p:nvSpPr>
            <p:cNvPr id="37" name="Rectangle 37"/>
            <p:cNvSpPr/>
            <p:nvPr/>
          </p:nvSpPr>
          <p:spPr>
            <a:xfrm>
              <a:off x="9144000" y="3867150"/>
              <a:ext cx="2438400" cy="2247900"/>
            </a:xfrm>
            <a:prstGeom prst="roundRect">
              <a:avLst>
                <a:gd name="adj" fmla="val 6780"/>
              </a:avLst>
            </a:prstGeom>
            <a:solidFill>
              <a:srgbClr val="E2F3F0"/>
            </a:solidFill>
            <a:ln>
              <a:noFill/>
            </a:ln>
          </p:spPr>
        </p:sp>
        <p:sp>
          <p:nvSpPr>
            <p:cNvPr id="38" name="Rectangle 38"/>
            <p:cNvSpPr/>
            <p:nvPr/>
          </p:nvSpPr>
          <p:spPr>
            <a:xfrm>
              <a:off x="838200" y="4076700"/>
              <a:ext cx="514350" cy="285750"/>
            </a:xfrm>
            <a:prstGeom prst="roundRect">
              <a:avLst>
                <a:gd name="adj" fmla="val 50000"/>
              </a:avLst>
            </a:prstGeom>
            <a:solidFill>
              <a:schemeClr val="accent5"/>
            </a:solidFill>
            <a:ln>
              <a:noFill/>
            </a:ln>
          </p:spPr>
        </p:sp>
        <p:sp>
          <p:nvSpPr>
            <p:cNvPr id="39" name="TextBox 39"/>
            <p:cNvSpPr txBox="1"/>
            <p:nvPr>
              <p:custDataLst>
                <p:tags r:id="rId11"/>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Q4</a:t>
              </a:r>
            </a:p>
          </p:txBody>
        </p:sp>
        <p:sp>
          <p:nvSpPr>
            <p:cNvPr id="40" name="TextBox 40"/>
            <p:cNvSpPr txBox="1"/>
            <p:nvPr>
              <p:custDataLst>
                <p:tags r:id="rId12"/>
              </p:custDataLst>
            </p:nvPr>
          </p:nvSpPr>
          <p:spPr>
            <a:xfrm>
              <a:off x="1496568" y="4083050"/>
              <a:ext cx="4096998"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AI </a:t>
              </a:r>
              <a:r>
                <a:rPr lang="zh-TW" sz="1650" b="1" dirty="0">
                  <a:solidFill>
                    <a:schemeClr val="dk1"/>
                  </a:solidFill>
                  <a:latin typeface="Segoe UI"/>
                  <a:ea typeface="Microsoft JhengHei"/>
                  <a:cs typeface="Segoe UI"/>
                </a:rPr>
                <a:t>若支持錯誤判斷，如何避免直接誤封？</a:t>
              </a:r>
            </a:p>
          </p:txBody>
        </p:sp>
        <p:sp>
          <p:nvSpPr>
            <p:cNvPr id="41" name="Rectangle 41"/>
            <p:cNvSpPr/>
            <p:nvPr/>
          </p:nvSpPr>
          <p:spPr>
            <a:xfrm>
              <a:off x="838200" y="4933950"/>
              <a:ext cx="1428750" cy="438150"/>
            </a:xfrm>
            <a:prstGeom prst="roundRect">
              <a:avLst>
                <a:gd name="adj" fmla="val 21739"/>
              </a:avLst>
            </a:prstGeom>
            <a:solidFill>
              <a:schemeClr val="lt1"/>
            </a:solidFill>
            <a:ln w="9525">
              <a:solidFill>
                <a:srgbClr val="DCE3EC"/>
              </a:solidFill>
            </a:ln>
          </p:spPr>
        </p:sp>
        <p:sp>
          <p:nvSpPr>
            <p:cNvPr id="42" name="TextBox 42"/>
            <p:cNvSpPr txBox="1"/>
            <p:nvPr>
              <p:custDataLst>
                <p:tags r:id="rId13"/>
              </p:custDataLst>
            </p:nvPr>
          </p:nvSpPr>
          <p:spPr>
            <a:xfrm>
              <a:off x="1097663" y="5041900"/>
              <a:ext cx="860611"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30 筆誤判</a:t>
              </a:r>
            </a:p>
          </p:txBody>
        </p:sp>
        <p:sp>
          <p:nvSpPr>
            <p:cNvPr id="43" name="Freeform 43"/>
            <p:cNvSpPr/>
            <p:nvPr/>
          </p:nvSpPr>
          <p:spPr>
            <a:xfrm>
              <a:off x="2266950" y="4791075"/>
              <a:ext cx="647700" cy="361950"/>
            </a:xfrm>
            <a:custGeom>
              <a:avLst/>
              <a:gdLst/>
              <a:ahLst/>
              <a:cxnLst/>
              <a:rect l="l" t="t" r="r" b="b"/>
              <a:pathLst>
                <a:path w="647700" h="361950">
                  <a:moveTo>
                    <a:pt x="0" y="361950"/>
                  </a:moveTo>
                  <a:lnTo>
                    <a:pt x="323850" y="361950"/>
                  </a:lnTo>
                  <a:lnTo>
                    <a:pt x="323850" y="0"/>
                  </a:lnTo>
                  <a:lnTo>
                    <a:pt x="647700" y="0"/>
                  </a:lnTo>
                </a:path>
              </a:pathLst>
            </a:custGeom>
            <a:noFill/>
            <a:ln w="23812">
              <a:solidFill>
                <a:srgbClr val="9AAAC0"/>
              </a:solidFill>
              <a:round/>
            </a:ln>
          </p:spPr>
        </p:sp>
        <p:sp>
          <p:nvSpPr>
            <p:cNvPr id="44" name="Freeform 44"/>
            <p:cNvSpPr/>
            <p:nvPr/>
          </p:nvSpPr>
          <p:spPr>
            <a:xfrm>
              <a:off x="2838450" y="47339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45" name="Freeform 45"/>
            <p:cNvSpPr/>
            <p:nvPr/>
          </p:nvSpPr>
          <p:spPr>
            <a:xfrm>
              <a:off x="2590800" y="5153025"/>
              <a:ext cx="323850" cy="228600"/>
            </a:xfrm>
            <a:custGeom>
              <a:avLst/>
              <a:gdLst/>
              <a:ahLst/>
              <a:cxnLst/>
              <a:rect l="l" t="t" r="r" b="b"/>
              <a:pathLst>
                <a:path w="323850" h="228600">
                  <a:moveTo>
                    <a:pt x="0" y="0"/>
                  </a:moveTo>
                  <a:lnTo>
                    <a:pt x="0" y="228600"/>
                  </a:lnTo>
                  <a:lnTo>
                    <a:pt x="323850" y="228600"/>
                  </a:lnTo>
                </a:path>
              </a:pathLst>
            </a:custGeom>
            <a:noFill/>
            <a:ln w="23812">
              <a:solidFill>
                <a:srgbClr val="9AAAC0"/>
              </a:solidFill>
              <a:round/>
            </a:ln>
          </p:spPr>
        </p:sp>
        <p:sp>
          <p:nvSpPr>
            <p:cNvPr id="46" name="Freeform 46"/>
            <p:cNvSpPr/>
            <p:nvPr/>
          </p:nvSpPr>
          <p:spPr>
            <a:xfrm>
              <a:off x="2838450" y="532447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47" name="Rectangle 47"/>
            <p:cNvSpPr/>
            <p:nvPr/>
          </p:nvSpPr>
          <p:spPr>
            <a:xfrm>
              <a:off x="2914650" y="4572000"/>
              <a:ext cx="2286000" cy="438150"/>
            </a:xfrm>
            <a:prstGeom prst="roundRect">
              <a:avLst>
                <a:gd name="adj" fmla="val 21739"/>
              </a:avLst>
            </a:prstGeom>
            <a:solidFill>
              <a:schemeClr val="lt1"/>
            </a:solidFill>
            <a:ln w="9525">
              <a:solidFill>
                <a:srgbClr val="DCE3EC"/>
              </a:solidFill>
            </a:ln>
          </p:spPr>
        </p:sp>
        <p:sp>
          <p:nvSpPr>
            <p:cNvPr id="48" name="TextBox 48"/>
            <p:cNvSpPr txBox="1"/>
            <p:nvPr>
              <p:custDataLst>
                <p:tags r:id="rId14"/>
              </p:custDataLst>
            </p:nvPr>
          </p:nvSpPr>
          <p:spPr>
            <a:xfrm>
              <a:off x="3315997" y="4679950"/>
              <a:ext cx="1434092"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18 複核／不確定</a:t>
              </a:r>
            </a:p>
          </p:txBody>
        </p:sp>
        <p:sp>
          <p:nvSpPr>
            <p:cNvPr id="49" name="Rectangle 49"/>
            <p:cNvSpPr/>
            <p:nvPr/>
          </p:nvSpPr>
          <p:spPr>
            <a:xfrm>
              <a:off x="2914650" y="5162550"/>
              <a:ext cx="2286000" cy="438150"/>
            </a:xfrm>
            <a:prstGeom prst="roundRect">
              <a:avLst>
                <a:gd name="adj" fmla="val 21739"/>
              </a:avLst>
            </a:prstGeom>
            <a:solidFill>
              <a:schemeClr val="lt1"/>
            </a:solidFill>
            <a:ln w="9525">
              <a:solidFill>
                <a:srgbClr val="DCE3EC"/>
              </a:solidFill>
            </a:ln>
          </p:spPr>
        </p:sp>
        <p:sp>
          <p:nvSpPr>
            <p:cNvPr id="50" name="TextBox 50"/>
            <p:cNvSpPr txBox="1"/>
            <p:nvPr>
              <p:custDataLst>
                <p:tags r:id="rId15"/>
              </p:custDataLst>
            </p:nvPr>
          </p:nvSpPr>
          <p:spPr>
            <a:xfrm>
              <a:off x="3602738" y="5270500"/>
              <a:ext cx="860611"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12 仍支持</a:t>
              </a:r>
            </a:p>
          </p:txBody>
        </p:sp>
        <p:sp>
          <p:nvSpPr>
            <p:cNvPr id="51" name="Freeform 51"/>
            <p:cNvSpPr/>
            <p:nvPr/>
          </p:nvSpPr>
          <p:spPr>
            <a:xfrm>
              <a:off x="5200650" y="4791075"/>
              <a:ext cx="514350" cy="9525"/>
            </a:xfrm>
            <a:custGeom>
              <a:avLst/>
              <a:gdLst/>
              <a:ahLst/>
              <a:cxnLst/>
              <a:rect l="l" t="t" r="r" b="b"/>
              <a:pathLst>
                <a:path w="514350" h="9525">
                  <a:moveTo>
                    <a:pt x="0" y="0"/>
                  </a:moveTo>
                  <a:lnTo>
                    <a:pt x="514350" y="0"/>
                  </a:lnTo>
                </a:path>
              </a:pathLst>
            </a:custGeom>
            <a:noFill/>
            <a:ln w="23812">
              <a:solidFill>
                <a:srgbClr val="9AAAC0"/>
              </a:solidFill>
              <a:round/>
            </a:ln>
          </p:spPr>
        </p:sp>
        <p:sp>
          <p:nvSpPr>
            <p:cNvPr id="52" name="Freeform 52"/>
            <p:cNvSpPr/>
            <p:nvPr/>
          </p:nvSpPr>
          <p:spPr>
            <a:xfrm>
              <a:off x="5638800" y="47339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3" name="Freeform 53"/>
            <p:cNvSpPr/>
            <p:nvPr/>
          </p:nvSpPr>
          <p:spPr>
            <a:xfrm>
              <a:off x="5200650" y="5381625"/>
              <a:ext cx="514350" cy="9525"/>
            </a:xfrm>
            <a:custGeom>
              <a:avLst/>
              <a:gdLst/>
              <a:ahLst/>
              <a:cxnLst/>
              <a:rect l="l" t="t" r="r" b="b"/>
              <a:pathLst>
                <a:path w="514350" h="9525">
                  <a:moveTo>
                    <a:pt x="0" y="0"/>
                  </a:moveTo>
                  <a:lnTo>
                    <a:pt x="514350" y="0"/>
                  </a:lnTo>
                </a:path>
              </a:pathLst>
            </a:custGeom>
            <a:noFill/>
            <a:ln w="23812">
              <a:solidFill>
                <a:srgbClr val="9AAAC0"/>
              </a:solidFill>
              <a:round/>
            </a:ln>
          </p:spPr>
        </p:sp>
        <p:sp>
          <p:nvSpPr>
            <p:cNvPr id="54" name="Freeform 54"/>
            <p:cNvSpPr/>
            <p:nvPr/>
          </p:nvSpPr>
          <p:spPr>
            <a:xfrm>
              <a:off x="5638800" y="532447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5" name="Rectangle 55"/>
            <p:cNvSpPr/>
            <p:nvPr/>
          </p:nvSpPr>
          <p:spPr>
            <a:xfrm>
              <a:off x="5715000" y="4572000"/>
              <a:ext cx="2743200" cy="438150"/>
            </a:xfrm>
            <a:prstGeom prst="roundRect">
              <a:avLst>
                <a:gd name="adj" fmla="val 21739"/>
              </a:avLst>
            </a:prstGeom>
            <a:solidFill>
              <a:srgbClr val="EAF1FE"/>
            </a:solidFill>
            <a:ln>
              <a:noFill/>
            </a:ln>
          </p:spPr>
        </p:sp>
        <p:sp>
          <p:nvSpPr>
            <p:cNvPr id="56" name="TextBox 56"/>
            <p:cNvSpPr txBox="1"/>
            <p:nvPr>
              <p:custDataLst>
                <p:tags r:id="rId16"/>
              </p:custDataLst>
            </p:nvPr>
          </p:nvSpPr>
          <p:spPr>
            <a:xfrm>
              <a:off x="6576853" y="4679950"/>
              <a:ext cx="97028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監測／蒐證</a:t>
              </a:r>
            </a:p>
          </p:txBody>
        </p:sp>
        <p:sp>
          <p:nvSpPr>
            <p:cNvPr id="57" name="Rectangle 57"/>
            <p:cNvSpPr/>
            <p:nvPr/>
          </p:nvSpPr>
          <p:spPr>
            <a:xfrm>
              <a:off x="5715000" y="5162550"/>
              <a:ext cx="2743200" cy="438150"/>
            </a:xfrm>
            <a:prstGeom prst="roundRect">
              <a:avLst>
                <a:gd name="adj" fmla="val 21739"/>
              </a:avLst>
            </a:prstGeom>
            <a:solidFill>
              <a:srgbClr val="EAF1FE"/>
            </a:solidFill>
            <a:ln>
              <a:noFill/>
            </a:ln>
          </p:spPr>
        </p:sp>
        <p:sp>
          <p:nvSpPr>
            <p:cNvPr id="58" name="TextBox 58"/>
            <p:cNvSpPr txBox="1"/>
            <p:nvPr>
              <p:custDataLst>
                <p:tags r:id="rId17"/>
              </p:custDataLst>
            </p:nvPr>
          </p:nvSpPr>
          <p:spPr>
            <a:xfrm>
              <a:off x="6317233" y="5283200"/>
              <a:ext cx="1491111"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若觸發 → 策略檢查</a:t>
              </a:r>
            </a:p>
          </p:txBody>
        </p:sp>
        <p:sp>
          <p:nvSpPr>
            <p:cNvPr id="59" name="TextBox 59"/>
            <p:cNvSpPr txBox="1"/>
            <p:nvPr>
              <p:custDataLst>
                <p:tags r:id="rId18"/>
              </p:custDataLst>
            </p:nvPr>
          </p:nvSpPr>
          <p:spPr>
            <a:xfrm>
              <a:off x="832485" y="5842000"/>
              <a:ext cx="324196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12 筆為支持統計；處置與回復另以隔離情境驗證</a:t>
              </a:r>
            </a:p>
          </p:txBody>
        </p:sp>
        <p:sp>
          <p:nvSpPr>
            <p:cNvPr id="60" name="TextBox 60"/>
            <p:cNvSpPr txBox="1"/>
            <p:nvPr>
              <p:custDataLst>
                <p:tags r:id="rId19"/>
              </p:custDataLst>
            </p:nvPr>
          </p:nvSpPr>
          <p:spPr>
            <a:xfrm>
              <a:off x="9519953" y="4616450"/>
              <a:ext cx="1565843"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18 / 30</a:t>
              </a:r>
            </a:p>
          </p:txBody>
        </p:sp>
        <p:sp>
          <p:nvSpPr>
            <p:cNvPr id="61" name="TextBox 61"/>
            <p:cNvSpPr txBox="1"/>
            <p:nvPr>
              <p:custDataLst>
                <p:tags r:id="rId20"/>
              </p:custDataLst>
            </p:nvPr>
          </p:nvSpPr>
          <p:spPr>
            <a:xfrm>
              <a:off x="9851834" y="5257800"/>
              <a:ext cx="981456"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偵測誤判分流</a:t>
              </a:r>
            </a:p>
          </p:txBody>
        </p:sp>
      </p:grpSp>
      <p:grpSp>
        <p:nvGrpSpPr>
          <p:cNvPr id="69" name="footer"/>
          <p:cNvGrpSpPr/>
          <p:nvPr/>
        </p:nvGrpSpPr>
        <p:grpSpPr>
          <a:xfrm>
            <a:off x="604266" y="6400800"/>
            <a:ext cx="10978134" cy="316484"/>
            <a:chOff x="604266" y="6400800"/>
            <a:chExt cx="10978134" cy="316484"/>
          </a:xfrm>
        </p:grpSpPr>
        <p:sp>
          <p:nvSpPr>
            <p:cNvPr id="63" name="Line 6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4" name="TextBox 6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65" name="Rectangle 65"/>
            <p:cNvSpPr/>
            <p:nvPr/>
          </p:nvSpPr>
          <p:spPr>
            <a:xfrm>
              <a:off x="8724900" y="6553200"/>
              <a:ext cx="133350" cy="38100"/>
            </a:xfrm>
            <a:prstGeom prst="roundRect">
              <a:avLst>
                <a:gd name="adj" fmla="val 50000"/>
              </a:avLst>
            </a:prstGeom>
            <a:solidFill>
              <a:srgbClr val="DCE3EC"/>
            </a:solidFill>
            <a:ln>
              <a:noFill/>
            </a:ln>
          </p:spPr>
        </p:sp>
        <p:sp>
          <p:nvSpPr>
            <p:cNvPr id="66" name="Rectangle 66"/>
            <p:cNvSpPr/>
            <p:nvPr/>
          </p:nvSpPr>
          <p:spPr>
            <a:xfrm>
              <a:off x="8915400" y="6553200"/>
              <a:ext cx="133350" cy="38100"/>
            </a:xfrm>
            <a:prstGeom prst="roundRect">
              <a:avLst>
                <a:gd name="adj" fmla="val 50000"/>
              </a:avLst>
            </a:prstGeom>
            <a:solidFill>
              <a:schemeClr val="accent2"/>
            </a:solidFill>
            <a:ln>
              <a:noFill/>
            </a:ln>
          </p:spPr>
        </p:sp>
        <p:sp>
          <p:nvSpPr>
            <p:cNvPr id="67" name="Rectangle 67"/>
            <p:cNvSpPr/>
            <p:nvPr/>
          </p:nvSpPr>
          <p:spPr>
            <a:xfrm>
              <a:off x="9105900" y="6553200"/>
              <a:ext cx="133350" cy="38100"/>
            </a:xfrm>
            <a:prstGeom prst="roundRect">
              <a:avLst>
                <a:gd name="adj" fmla="val 50000"/>
              </a:avLst>
            </a:prstGeom>
            <a:solidFill>
              <a:srgbClr val="DCE3EC"/>
            </a:solidFill>
            <a:ln>
              <a:noFill/>
            </a:ln>
          </p:spPr>
        </p:sp>
        <p:sp>
          <p:nvSpPr>
            <p:cNvPr id="68" name="TextBox 68"/>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2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3"/>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答詢圖解｜效果與部署</a:t>
              </a:r>
            </a:p>
          </p:txBody>
        </p:sp>
      </p:grpSp>
      <p:grpSp>
        <p:nvGrpSpPr>
          <p:cNvPr id="100"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Q5</a:t>
              </a:r>
            </a:p>
          </p:txBody>
        </p:sp>
        <p:sp>
          <p:nvSpPr>
            <p:cNvPr id="10" name="TextBox 10"/>
            <p:cNvSpPr txBox="1"/>
            <p:nvPr>
              <p:custDataLst>
                <p:tags r:id="rId4"/>
              </p:custDataLst>
            </p:nvPr>
          </p:nvSpPr>
          <p:spPr>
            <a:xfrm>
              <a:off x="1496568" y="1644650"/>
              <a:ext cx="4208158"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6/6 是否代表各種真實攻擊都能完全防住？</a:t>
              </a:r>
            </a:p>
          </p:txBody>
        </p:sp>
        <p:sp>
          <p:nvSpPr>
            <p:cNvPr id="11" name="Rectangle 11"/>
            <p:cNvSpPr/>
            <p:nvPr/>
          </p:nvSpPr>
          <p:spPr>
            <a:xfrm>
              <a:off x="838200" y="2114550"/>
              <a:ext cx="3143250" cy="1143000"/>
            </a:xfrm>
            <a:prstGeom prst="roundRect">
              <a:avLst>
                <a:gd name="adj" fmla="val 10000"/>
              </a:avLst>
            </a:prstGeom>
            <a:solidFill>
              <a:schemeClr val="lt1"/>
            </a:solidFill>
            <a:ln w="9525">
              <a:solidFill>
                <a:srgbClr val="DCE3EC"/>
              </a:solidFill>
            </a:ln>
          </p:spPr>
        </p:sp>
        <p:sp>
          <p:nvSpPr>
            <p:cNvPr id="12" name="TextBox 12"/>
            <p:cNvSpPr txBox="1"/>
            <p:nvPr>
              <p:custDataLst>
                <p:tags r:id="rId5"/>
              </p:custDataLst>
            </p:nvPr>
          </p:nvSpPr>
          <p:spPr>
            <a:xfrm>
              <a:off x="1696688" y="2216150"/>
              <a:ext cx="1378650"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隔離</a:t>
              </a:r>
              <a:r>
                <a:rPr lang="en-US" sz="1350" b="1" dirty="0">
                  <a:solidFill>
                    <a:schemeClr val="dk1"/>
                  </a:solidFill>
                  <a:latin typeface="Segoe UI"/>
                  <a:ea typeface="Microsoft JhengHei"/>
                  <a:cs typeface="Segoe UI"/>
                </a:rPr>
                <a:t> TCP </a:t>
              </a:r>
              <a:r>
                <a:rPr lang="zh-TW" sz="1350" b="1" dirty="0">
                  <a:solidFill>
                    <a:schemeClr val="dk1"/>
                  </a:solidFill>
                  <a:latin typeface="Segoe UI"/>
                  <a:ea typeface="Microsoft JhengHei"/>
                  <a:cs typeface="Segoe UI"/>
                </a:rPr>
                <a:t>測試床</a:t>
              </a:r>
            </a:p>
          </p:txBody>
        </p:sp>
        <p:grpSp>
          <p:nvGrpSpPr>
            <p:cNvPr id="22" name="Group 22"/>
            <p:cNvGrpSpPr/>
            <p:nvPr/>
          </p:nvGrpSpPr>
          <p:grpSpPr>
            <a:xfrm>
              <a:off x="1234678" y="2537222"/>
              <a:ext cx="273844" cy="297656"/>
              <a:chOff x="1234678" y="2537222"/>
              <a:chExt cx="273844" cy="297656"/>
            </a:xfrm>
          </p:grpSpPr>
          <p:sp>
            <p:nvSpPr>
              <p:cNvPr id="13" name="Rectangle 13"/>
              <p:cNvSpPr/>
              <p:nvPr/>
            </p:nvSpPr>
            <p:spPr>
              <a:xfrm>
                <a:off x="1234678" y="2537222"/>
                <a:ext cx="273844" cy="83344"/>
              </a:xfrm>
              <a:prstGeom prst="roundRect">
                <a:avLst>
                  <a:gd name="adj" fmla="val 21429"/>
                </a:avLst>
              </a:prstGeom>
              <a:solidFill>
                <a:schemeClr val="lt1"/>
              </a:solidFill>
              <a:ln w="14883">
                <a:solidFill>
                  <a:schemeClr val="accent1"/>
                </a:solidFill>
              </a:ln>
            </p:spPr>
          </p:sp>
          <p:sp>
            <p:nvSpPr>
              <p:cNvPr id="14" name="Ellipse 14"/>
              <p:cNvSpPr/>
              <p:nvPr/>
            </p:nvSpPr>
            <p:spPr>
              <a:xfrm>
                <a:off x="1448991" y="2566988"/>
                <a:ext cx="23812" cy="23812"/>
              </a:xfrm>
              <a:prstGeom prst="ellipse">
                <a:avLst/>
              </a:prstGeom>
              <a:solidFill>
                <a:schemeClr val="accent1"/>
              </a:solidFill>
              <a:ln w="5953">
                <a:solidFill>
                  <a:schemeClr val="accent1"/>
                </a:solidFill>
              </a:ln>
            </p:spPr>
          </p:sp>
          <p:sp>
            <p:nvSpPr>
              <p:cNvPr id="15" name="Line 15"/>
              <p:cNvSpPr/>
              <p:nvPr/>
            </p:nvSpPr>
            <p:spPr>
              <a:xfrm>
                <a:off x="1270397" y="2578894"/>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16" name="Rectangle 16"/>
              <p:cNvSpPr/>
              <p:nvPr/>
            </p:nvSpPr>
            <p:spPr>
              <a:xfrm>
                <a:off x="1234678" y="2644378"/>
                <a:ext cx="273844" cy="83344"/>
              </a:xfrm>
              <a:prstGeom prst="roundRect">
                <a:avLst>
                  <a:gd name="adj" fmla="val 21429"/>
                </a:avLst>
              </a:prstGeom>
              <a:solidFill>
                <a:schemeClr val="lt1"/>
              </a:solidFill>
              <a:ln w="14883">
                <a:solidFill>
                  <a:schemeClr val="accent1"/>
                </a:solidFill>
              </a:ln>
            </p:spPr>
          </p:sp>
          <p:sp>
            <p:nvSpPr>
              <p:cNvPr id="17" name="Ellipse 17"/>
              <p:cNvSpPr/>
              <p:nvPr/>
            </p:nvSpPr>
            <p:spPr>
              <a:xfrm>
                <a:off x="1448991" y="2674144"/>
                <a:ext cx="23812" cy="23812"/>
              </a:xfrm>
              <a:prstGeom prst="ellipse">
                <a:avLst/>
              </a:prstGeom>
              <a:solidFill>
                <a:schemeClr val="accent1"/>
              </a:solidFill>
              <a:ln w="5953">
                <a:solidFill>
                  <a:schemeClr val="accent1"/>
                </a:solidFill>
              </a:ln>
            </p:spPr>
          </p:sp>
          <p:sp>
            <p:nvSpPr>
              <p:cNvPr id="18" name="Line 18"/>
              <p:cNvSpPr/>
              <p:nvPr/>
            </p:nvSpPr>
            <p:spPr>
              <a:xfrm>
                <a:off x="1270397" y="2686050"/>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19" name="Rectangle 19"/>
              <p:cNvSpPr/>
              <p:nvPr/>
            </p:nvSpPr>
            <p:spPr>
              <a:xfrm>
                <a:off x="1234678" y="2751534"/>
                <a:ext cx="273844" cy="83344"/>
              </a:xfrm>
              <a:prstGeom prst="roundRect">
                <a:avLst>
                  <a:gd name="adj" fmla="val 21429"/>
                </a:avLst>
              </a:prstGeom>
              <a:solidFill>
                <a:schemeClr val="lt1"/>
              </a:solidFill>
              <a:ln w="14883">
                <a:solidFill>
                  <a:schemeClr val="accent1"/>
                </a:solidFill>
              </a:ln>
            </p:spPr>
          </p:sp>
          <p:sp>
            <p:nvSpPr>
              <p:cNvPr id="20" name="Ellipse 20"/>
              <p:cNvSpPr/>
              <p:nvPr/>
            </p:nvSpPr>
            <p:spPr>
              <a:xfrm>
                <a:off x="1448991" y="2781300"/>
                <a:ext cx="23812" cy="23812"/>
              </a:xfrm>
              <a:prstGeom prst="ellipse">
                <a:avLst/>
              </a:prstGeom>
              <a:solidFill>
                <a:schemeClr val="accent1"/>
              </a:solidFill>
              <a:ln w="5953">
                <a:solidFill>
                  <a:schemeClr val="accent1"/>
                </a:solidFill>
              </a:ln>
            </p:spPr>
          </p:sp>
          <p:sp>
            <p:nvSpPr>
              <p:cNvPr id="21" name="Line 21"/>
              <p:cNvSpPr/>
              <p:nvPr/>
            </p:nvSpPr>
            <p:spPr>
              <a:xfrm>
                <a:off x="1270397" y="2793206"/>
                <a:ext cx="119062" cy="9525"/>
              </a:xfrm>
              <a:custGeom>
                <a:avLst/>
                <a:gdLst/>
                <a:ahLst/>
                <a:cxnLst/>
                <a:rect l="l" t="t" r="r" b="b"/>
                <a:pathLst>
                  <a:path w="119062" h="9525">
                    <a:moveTo>
                      <a:pt x="0" y="0"/>
                    </a:moveTo>
                    <a:lnTo>
                      <a:pt x="119062" y="0"/>
                    </a:lnTo>
                  </a:path>
                </a:pathLst>
              </a:custGeom>
              <a:noFill/>
              <a:ln w="11906" cap="rnd">
                <a:solidFill>
                  <a:srgbClr val="9AAAC0"/>
                </a:solidFill>
              </a:ln>
            </p:spPr>
          </p:sp>
        </p:grpSp>
        <p:grpSp>
          <p:nvGrpSpPr>
            <p:cNvPr id="32" name="Group 32"/>
            <p:cNvGrpSpPr/>
            <p:nvPr/>
          </p:nvGrpSpPr>
          <p:grpSpPr>
            <a:xfrm>
              <a:off x="2249091" y="2543175"/>
              <a:ext cx="321469" cy="285750"/>
              <a:chOff x="2249091" y="2543175"/>
              <a:chExt cx="321469" cy="285750"/>
            </a:xfrm>
          </p:grpSpPr>
          <p:sp>
            <p:nvSpPr>
              <p:cNvPr id="23" name="Rectangle 23"/>
              <p:cNvSpPr/>
              <p:nvPr/>
            </p:nvSpPr>
            <p:spPr>
              <a:xfrm>
                <a:off x="2249091" y="2543175"/>
                <a:ext cx="321469" cy="285750"/>
              </a:xfrm>
              <a:prstGeom prst="roundRect">
                <a:avLst>
                  <a:gd name="adj" fmla="val 8333"/>
                </a:avLst>
              </a:prstGeom>
              <a:solidFill>
                <a:schemeClr val="lt1"/>
              </a:solidFill>
              <a:ln w="14883">
                <a:solidFill>
                  <a:schemeClr val="accent1"/>
                </a:solidFill>
              </a:ln>
            </p:spPr>
          </p:sp>
          <p:sp>
            <p:nvSpPr>
              <p:cNvPr id="24" name="Line 24"/>
              <p:cNvSpPr/>
              <p:nvPr/>
            </p:nvSpPr>
            <p:spPr>
              <a:xfrm>
                <a:off x="2249091" y="2638425"/>
                <a:ext cx="321469" cy="9525"/>
              </a:xfrm>
              <a:custGeom>
                <a:avLst/>
                <a:gdLst/>
                <a:ahLst/>
                <a:cxnLst/>
                <a:rect l="l" t="t" r="r" b="b"/>
                <a:pathLst>
                  <a:path w="321469" h="9525">
                    <a:moveTo>
                      <a:pt x="0" y="0"/>
                    </a:moveTo>
                    <a:lnTo>
                      <a:pt x="321469" y="0"/>
                    </a:lnTo>
                  </a:path>
                </a:pathLst>
              </a:custGeom>
              <a:noFill/>
              <a:ln w="11906" cap="rnd">
                <a:solidFill>
                  <a:srgbClr val="9AAAC0"/>
                </a:solidFill>
              </a:ln>
            </p:spPr>
          </p:sp>
          <p:sp>
            <p:nvSpPr>
              <p:cNvPr id="25" name="Line 25"/>
              <p:cNvSpPr/>
              <p:nvPr/>
            </p:nvSpPr>
            <p:spPr>
              <a:xfrm>
                <a:off x="2249091" y="2733675"/>
                <a:ext cx="321469" cy="9525"/>
              </a:xfrm>
              <a:custGeom>
                <a:avLst/>
                <a:gdLst/>
                <a:ahLst/>
                <a:cxnLst/>
                <a:rect l="l" t="t" r="r" b="b"/>
                <a:pathLst>
                  <a:path w="321469" h="9525">
                    <a:moveTo>
                      <a:pt x="0" y="0"/>
                    </a:moveTo>
                    <a:lnTo>
                      <a:pt x="321469" y="0"/>
                    </a:lnTo>
                  </a:path>
                </a:pathLst>
              </a:custGeom>
              <a:noFill/>
              <a:ln w="11906" cap="rnd">
                <a:solidFill>
                  <a:srgbClr val="9AAAC0"/>
                </a:solidFill>
              </a:ln>
            </p:spPr>
          </p:sp>
          <p:sp>
            <p:nvSpPr>
              <p:cNvPr id="26" name="Line 26"/>
              <p:cNvSpPr/>
              <p:nvPr/>
            </p:nvSpPr>
            <p:spPr>
              <a:xfrm>
                <a:off x="2356247" y="25431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7" name="Line 27"/>
              <p:cNvSpPr/>
              <p:nvPr/>
            </p:nvSpPr>
            <p:spPr>
              <a:xfrm>
                <a:off x="2475309" y="25431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8" name="Line 28"/>
              <p:cNvSpPr/>
              <p:nvPr/>
            </p:nvSpPr>
            <p:spPr>
              <a:xfrm>
                <a:off x="2308622" y="263842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9" name="Line 29"/>
              <p:cNvSpPr/>
              <p:nvPr/>
            </p:nvSpPr>
            <p:spPr>
              <a:xfrm>
                <a:off x="2439591" y="263842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30" name="Line 30"/>
              <p:cNvSpPr/>
              <p:nvPr/>
            </p:nvSpPr>
            <p:spPr>
              <a:xfrm>
                <a:off x="2356247" y="27336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31" name="Line 31"/>
              <p:cNvSpPr/>
              <p:nvPr/>
            </p:nvSpPr>
            <p:spPr>
              <a:xfrm>
                <a:off x="2475309" y="2733675"/>
                <a:ext cx="9525" cy="95250"/>
              </a:xfrm>
              <a:custGeom>
                <a:avLst/>
                <a:gdLst/>
                <a:ahLst/>
                <a:cxnLst/>
                <a:rect l="l" t="t" r="r" b="b"/>
                <a:pathLst>
                  <a:path w="9525" h="95250">
                    <a:moveTo>
                      <a:pt x="0" y="0"/>
                    </a:moveTo>
                    <a:lnTo>
                      <a:pt x="0" y="95250"/>
                    </a:lnTo>
                  </a:path>
                </a:pathLst>
              </a:custGeom>
              <a:noFill/>
              <a:ln w="11906" cap="rnd">
                <a:solidFill>
                  <a:srgbClr val="9AAAC0"/>
                </a:solidFill>
              </a:ln>
            </p:spPr>
          </p:sp>
        </p:grpSp>
        <p:grpSp>
          <p:nvGrpSpPr>
            <p:cNvPr id="42" name="Group 42"/>
            <p:cNvGrpSpPr/>
            <p:nvPr/>
          </p:nvGrpSpPr>
          <p:grpSpPr>
            <a:xfrm>
              <a:off x="3311128" y="2537222"/>
              <a:ext cx="273844" cy="297656"/>
              <a:chOff x="3311128" y="2537222"/>
              <a:chExt cx="273844" cy="297656"/>
            </a:xfrm>
          </p:grpSpPr>
          <p:sp>
            <p:nvSpPr>
              <p:cNvPr id="33" name="Rectangle 33"/>
              <p:cNvSpPr/>
              <p:nvPr/>
            </p:nvSpPr>
            <p:spPr>
              <a:xfrm>
                <a:off x="3311128" y="2537222"/>
                <a:ext cx="273844" cy="83344"/>
              </a:xfrm>
              <a:prstGeom prst="roundRect">
                <a:avLst>
                  <a:gd name="adj" fmla="val 21429"/>
                </a:avLst>
              </a:prstGeom>
              <a:solidFill>
                <a:schemeClr val="lt1"/>
              </a:solidFill>
              <a:ln w="14883">
                <a:solidFill>
                  <a:schemeClr val="accent1"/>
                </a:solidFill>
              </a:ln>
            </p:spPr>
          </p:sp>
          <p:sp>
            <p:nvSpPr>
              <p:cNvPr id="34" name="Ellipse 34"/>
              <p:cNvSpPr/>
              <p:nvPr/>
            </p:nvSpPr>
            <p:spPr>
              <a:xfrm>
                <a:off x="3525441" y="2566988"/>
                <a:ext cx="23812" cy="23812"/>
              </a:xfrm>
              <a:prstGeom prst="ellipse">
                <a:avLst/>
              </a:prstGeom>
              <a:solidFill>
                <a:schemeClr val="accent1"/>
              </a:solidFill>
              <a:ln w="5953">
                <a:solidFill>
                  <a:schemeClr val="accent1"/>
                </a:solidFill>
              </a:ln>
            </p:spPr>
          </p:sp>
          <p:sp>
            <p:nvSpPr>
              <p:cNvPr id="35" name="Line 35"/>
              <p:cNvSpPr/>
              <p:nvPr/>
            </p:nvSpPr>
            <p:spPr>
              <a:xfrm>
                <a:off x="3346847" y="2578894"/>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36" name="Rectangle 36"/>
              <p:cNvSpPr/>
              <p:nvPr/>
            </p:nvSpPr>
            <p:spPr>
              <a:xfrm>
                <a:off x="3311128" y="2644378"/>
                <a:ext cx="273844" cy="83344"/>
              </a:xfrm>
              <a:prstGeom prst="roundRect">
                <a:avLst>
                  <a:gd name="adj" fmla="val 21429"/>
                </a:avLst>
              </a:prstGeom>
              <a:solidFill>
                <a:schemeClr val="lt1"/>
              </a:solidFill>
              <a:ln w="14883">
                <a:solidFill>
                  <a:schemeClr val="accent1"/>
                </a:solidFill>
              </a:ln>
            </p:spPr>
          </p:sp>
          <p:sp>
            <p:nvSpPr>
              <p:cNvPr id="37" name="Ellipse 37"/>
              <p:cNvSpPr/>
              <p:nvPr/>
            </p:nvSpPr>
            <p:spPr>
              <a:xfrm>
                <a:off x="3525441" y="2674144"/>
                <a:ext cx="23812" cy="23812"/>
              </a:xfrm>
              <a:prstGeom prst="ellipse">
                <a:avLst/>
              </a:prstGeom>
              <a:solidFill>
                <a:schemeClr val="accent1"/>
              </a:solidFill>
              <a:ln w="5953">
                <a:solidFill>
                  <a:schemeClr val="accent1"/>
                </a:solidFill>
              </a:ln>
            </p:spPr>
          </p:sp>
          <p:sp>
            <p:nvSpPr>
              <p:cNvPr id="38" name="Line 38"/>
              <p:cNvSpPr/>
              <p:nvPr/>
            </p:nvSpPr>
            <p:spPr>
              <a:xfrm>
                <a:off x="3346847" y="2686050"/>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39" name="Rectangle 39"/>
              <p:cNvSpPr/>
              <p:nvPr/>
            </p:nvSpPr>
            <p:spPr>
              <a:xfrm>
                <a:off x="3311128" y="2751534"/>
                <a:ext cx="273844" cy="83344"/>
              </a:xfrm>
              <a:prstGeom prst="roundRect">
                <a:avLst>
                  <a:gd name="adj" fmla="val 21429"/>
                </a:avLst>
              </a:prstGeom>
              <a:solidFill>
                <a:schemeClr val="lt1"/>
              </a:solidFill>
              <a:ln w="14883">
                <a:solidFill>
                  <a:schemeClr val="accent1"/>
                </a:solidFill>
              </a:ln>
            </p:spPr>
          </p:sp>
          <p:sp>
            <p:nvSpPr>
              <p:cNvPr id="40" name="Ellipse 40"/>
              <p:cNvSpPr/>
              <p:nvPr/>
            </p:nvSpPr>
            <p:spPr>
              <a:xfrm>
                <a:off x="3525441" y="2781300"/>
                <a:ext cx="23812" cy="23812"/>
              </a:xfrm>
              <a:prstGeom prst="ellipse">
                <a:avLst/>
              </a:prstGeom>
              <a:solidFill>
                <a:schemeClr val="accent1"/>
              </a:solidFill>
              <a:ln w="5953">
                <a:solidFill>
                  <a:schemeClr val="accent1"/>
                </a:solidFill>
              </a:ln>
            </p:spPr>
          </p:sp>
          <p:sp>
            <p:nvSpPr>
              <p:cNvPr id="41" name="Line 41"/>
              <p:cNvSpPr/>
              <p:nvPr/>
            </p:nvSpPr>
            <p:spPr>
              <a:xfrm>
                <a:off x="3346847" y="2793206"/>
                <a:ext cx="119062" cy="9525"/>
              </a:xfrm>
              <a:custGeom>
                <a:avLst/>
                <a:gdLst/>
                <a:ahLst/>
                <a:cxnLst/>
                <a:rect l="l" t="t" r="r" b="b"/>
                <a:pathLst>
                  <a:path w="119062" h="9525">
                    <a:moveTo>
                      <a:pt x="0" y="0"/>
                    </a:moveTo>
                    <a:lnTo>
                      <a:pt x="119062" y="0"/>
                    </a:lnTo>
                  </a:path>
                </a:pathLst>
              </a:custGeom>
              <a:noFill/>
              <a:ln w="11906" cap="rnd">
                <a:solidFill>
                  <a:srgbClr val="9AAAC0"/>
                </a:solidFill>
              </a:ln>
            </p:spPr>
          </p:sp>
        </p:grpSp>
        <p:sp>
          <p:nvSpPr>
            <p:cNvPr id="43" name="Freeform 43"/>
            <p:cNvSpPr/>
            <p:nvPr/>
          </p:nvSpPr>
          <p:spPr>
            <a:xfrm>
              <a:off x="1581150" y="2686050"/>
              <a:ext cx="619125" cy="9525"/>
            </a:xfrm>
            <a:custGeom>
              <a:avLst/>
              <a:gdLst/>
              <a:ahLst/>
              <a:cxnLst/>
              <a:rect l="l" t="t" r="r" b="b"/>
              <a:pathLst>
                <a:path w="619125" h="9525">
                  <a:moveTo>
                    <a:pt x="0" y="0"/>
                  </a:moveTo>
                  <a:lnTo>
                    <a:pt x="619125" y="0"/>
                  </a:lnTo>
                </a:path>
              </a:pathLst>
            </a:custGeom>
            <a:noFill/>
            <a:ln w="23812">
              <a:solidFill>
                <a:schemeClr val="accent1"/>
              </a:solidFill>
              <a:round/>
            </a:ln>
          </p:spPr>
        </p:sp>
        <p:sp>
          <p:nvSpPr>
            <p:cNvPr id="44" name="Freeform 44"/>
            <p:cNvSpPr/>
            <p:nvPr/>
          </p:nvSpPr>
          <p:spPr>
            <a:xfrm>
              <a:off x="2124075" y="26289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45" name="Freeform 45"/>
            <p:cNvSpPr/>
            <p:nvPr/>
          </p:nvSpPr>
          <p:spPr>
            <a:xfrm>
              <a:off x="2619375" y="2686050"/>
              <a:ext cx="619125" cy="9525"/>
            </a:xfrm>
            <a:custGeom>
              <a:avLst/>
              <a:gdLst/>
              <a:ahLst/>
              <a:cxnLst/>
              <a:rect l="l" t="t" r="r" b="b"/>
              <a:pathLst>
                <a:path w="619125" h="9525">
                  <a:moveTo>
                    <a:pt x="0" y="0"/>
                  </a:moveTo>
                  <a:lnTo>
                    <a:pt x="619125" y="0"/>
                  </a:lnTo>
                </a:path>
              </a:pathLst>
            </a:custGeom>
            <a:noFill/>
            <a:ln w="23812">
              <a:solidFill>
                <a:schemeClr val="accent1"/>
              </a:solidFill>
              <a:round/>
            </a:ln>
          </p:spPr>
        </p:sp>
        <p:sp>
          <p:nvSpPr>
            <p:cNvPr id="46" name="Freeform 46"/>
            <p:cNvSpPr/>
            <p:nvPr/>
          </p:nvSpPr>
          <p:spPr>
            <a:xfrm>
              <a:off x="3162300" y="26289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47" name="TextBox 47"/>
            <p:cNvSpPr txBox="1"/>
            <p:nvPr>
              <p:custDataLst>
                <p:tags r:id="rId6"/>
              </p:custDataLst>
            </p:nvPr>
          </p:nvSpPr>
          <p:spPr>
            <a:xfrm>
              <a:off x="1841741" y="2971800"/>
              <a:ext cx="1094892" cy="234696"/>
            </a:xfrm>
            <a:prstGeom prst="rect">
              <a:avLst/>
            </a:prstGeom>
            <a:noFill/>
            <a:ln>
              <a:noFill/>
            </a:ln>
          </p:spPr>
          <p:txBody>
            <a:bodyPr wrap="none" lIns="0" tIns="0" rIns="0" bIns="0" anchor="t" anchorCtr="0">
              <a:spAutoFit/>
            </a:bodyPr>
            <a:lstStyle/>
            <a:p>
              <a:pPr algn="ctr"/>
              <a:r>
                <a:rPr lang="zh-TW" sz="1200" b="1" dirty="0">
                  <a:solidFill>
                    <a:schemeClr val="accent1"/>
                  </a:solidFill>
                  <a:latin typeface="Segoe UI"/>
                  <a:ea typeface="Microsoft JhengHei"/>
                  <a:cs typeface="Segoe UI"/>
                </a:rPr>
                <a:t>4 規則＋2 監測</a:t>
              </a:r>
            </a:p>
          </p:txBody>
        </p:sp>
        <p:sp>
          <p:nvSpPr>
            <p:cNvPr id="48" name="Freeform 48"/>
            <p:cNvSpPr/>
            <p:nvPr/>
          </p:nvSpPr>
          <p:spPr>
            <a:xfrm>
              <a:off x="3981450" y="2390775"/>
              <a:ext cx="590550" cy="295275"/>
            </a:xfrm>
            <a:custGeom>
              <a:avLst/>
              <a:gdLst/>
              <a:ahLst/>
              <a:cxnLst/>
              <a:rect l="l" t="t" r="r" b="b"/>
              <a:pathLst>
                <a:path w="590550" h="295275">
                  <a:moveTo>
                    <a:pt x="0" y="295275"/>
                  </a:moveTo>
                  <a:lnTo>
                    <a:pt x="304800" y="295275"/>
                  </a:lnTo>
                  <a:lnTo>
                    <a:pt x="304800" y="0"/>
                  </a:lnTo>
                  <a:lnTo>
                    <a:pt x="590550" y="0"/>
                  </a:lnTo>
                </a:path>
              </a:pathLst>
            </a:custGeom>
            <a:noFill/>
            <a:ln w="23812">
              <a:solidFill>
                <a:srgbClr val="9AAAC0"/>
              </a:solidFill>
              <a:round/>
            </a:ln>
          </p:spPr>
        </p:sp>
        <p:sp>
          <p:nvSpPr>
            <p:cNvPr id="49" name="Freeform 49"/>
            <p:cNvSpPr/>
            <p:nvPr/>
          </p:nvSpPr>
          <p:spPr>
            <a:xfrm>
              <a:off x="4495800" y="23336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0" name="Freeform 50"/>
            <p:cNvSpPr/>
            <p:nvPr/>
          </p:nvSpPr>
          <p:spPr>
            <a:xfrm>
              <a:off x="4286250" y="2686050"/>
              <a:ext cx="285750" cy="276225"/>
            </a:xfrm>
            <a:custGeom>
              <a:avLst/>
              <a:gdLst/>
              <a:ahLst/>
              <a:cxnLst/>
              <a:rect l="l" t="t" r="r" b="b"/>
              <a:pathLst>
                <a:path w="285750" h="276225">
                  <a:moveTo>
                    <a:pt x="0" y="0"/>
                  </a:moveTo>
                  <a:lnTo>
                    <a:pt x="0" y="276225"/>
                  </a:lnTo>
                  <a:lnTo>
                    <a:pt x="285750" y="276225"/>
                  </a:lnTo>
                </a:path>
              </a:pathLst>
            </a:custGeom>
            <a:noFill/>
            <a:ln w="23812">
              <a:solidFill>
                <a:srgbClr val="9AAAC0"/>
              </a:solidFill>
              <a:round/>
            </a:ln>
          </p:spPr>
        </p:sp>
        <p:sp>
          <p:nvSpPr>
            <p:cNvPr id="51" name="Freeform 51"/>
            <p:cNvSpPr/>
            <p:nvPr/>
          </p:nvSpPr>
          <p:spPr>
            <a:xfrm>
              <a:off x="4495800" y="29051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2" name="Rectangle 52"/>
            <p:cNvSpPr/>
            <p:nvPr/>
          </p:nvSpPr>
          <p:spPr>
            <a:xfrm>
              <a:off x="4572000" y="2171700"/>
              <a:ext cx="3886200" cy="438150"/>
            </a:xfrm>
            <a:prstGeom prst="roundRect">
              <a:avLst>
                <a:gd name="adj" fmla="val 21739"/>
              </a:avLst>
            </a:prstGeom>
            <a:solidFill>
              <a:srgbClr val="EAF1FE"/>
            </a:solidFill>
            <a:ln>
              <a:noFill/>
            </a:ln>
          </p:spPr>
        </p:sp>
        <p:sp>
          <p:nvSpPr>
            <p:cNvPr id="53" name="TextBox 53"/>
            <p:cNvSpPr txBox="1"/>
            <p:nvPr>
              <p:custDataLst>
                <p:tags r:id="rId7"/>
              </p:custDataLst>
            </p:nvPr>
          </p:nvSpPr>
          <p:spPr>
            <a:xfrm>
              <a:off x="5678326" y="2279650"/>
              <a:ext cx="1624335"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背景服務保留 6 / 6</a:t>
              </a:r>
            </a:p>
          </p:txBody>
        </p:sp>
        <p:sp>
          <p:nvSpPr>
            <p:cNvPr id="54" name="Rectangle 54"/>
            <p:cNvSpPr/>
            <p:nvPr/>
          </p:nvSpPr>
          <p:spPr>
            <a:xfrm>
              <a:off x="4572000" y="2743200"/>
              <a:ext cx="3886200" cy="438150"/>
            </a:xfrm>
            <a:prstGeom prst="roundRect">
              <a:avLst>
                <a:gd name="adj" fmla="val 21739"/>
              </a:avLst>
            </a:prstGeom>
            <a:solidFill>
              <a:srgbClr val="EAF1FE"/>
            </a:solidFill>
            <a:ln>
              <a:noFill/>
            </a:ln>
          </p:spPr>
        </p:sp>
        <p:sp>
          <p:nvSpPr>
            <p:cNvPr id="55" name="TextBox 55"/>
            <p:cNvSpPr txBox="1"/>
            <p:nvPr>
              <p:custDataLst>
                <p:tags r:id="rId8"/>
              </p:custDataLst>
            </p:nvPr>
          </p:nvSpPr>
          <p:spPr>
            <a:xfrm>
              <a:off x="5773907" y="2851150"/>
              <a:ext cx="1433175"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回復完整性 6 / 6</a:t>
              </a:r>
            </a:p>
          </p:txBody>
        </p:sp>
        <p:sp>
          <p:nvSpPr>
            <p:cNvPr id="56" name="TextBox 56"/>
            <p:cNvSpPr txBox="1"/>
            <p:nvPr>
              <p:custDataLst>
                <p:tags r:id="rId9"/>
              </p:custDataLst>
            </p:nvPr>
          </p:nvSpPr>
          <p:spPr>
            <a:xfrm>
              <a:off x="832485" y="3403600"/>
              <a:ext cx="3308821"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6/6 驗證服務保留與回復；不等同真實攻擊防禦率</a:t>
              </a:r>
            </a:p>
          </p:txBody>
        </p:sp>
        <p:sp>
          <p:nvSpPr>
            <p:cNvPr id="57" name="TextBox 57"/>
            <p:cNvSpPr txBox="1"/>
            <p:nvPr>
              <p:custDataLst>
                <p:tags r:id="rId10"/>
              </p:custDataLst>
            </p:nvPr>
          </p:nvSpPr>
          <p:spPr>
            <a:xfrm>
              <a:off x="9787099" y="2178050"/>
              <a:ext cx="1031552"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6 / 6</a:t>
              </a:r>
            </a:p>
          </p:txBody>
        </p:sp>
        <p:sp>
          <p:nvSpPr>
            <p:cNvPr id="58" name="TextBox 58"/>
            <p:cNvSpPr txBox="1"/>
            <p:nvPr>
              <p:custDataLst>
                <p:tags r:id="rId11"/>
              </p:custDataLst>
            </p:nvPr>
          </p:nvSpPr>
          <p:spPr>
            <a:xfrm>
              <a:off x="9771063" y="2819400"/>
              <a:ext cx="1143000"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背景保留與回復</a:t>
              </a:r>
            </a:p>
          </p:txBody>
        </p:sp>
        <p:sp>
          <p:nvSpPr>
            <p:cNvPr id="59" name="Rectangle 59"/>
            <p:cNvSpPr/>
            <p:nvPr/>
          </p:nvSpPr>
          <p:spPr>
            <a:xfrm>
              <a:off x="609600" y="3867150"/>
              <a:ext cx="10972800" cy="2247900"/>
            </a:xfrm>
            <a:prstGeom prst="roundRect">
              <a:avLst>
                <a:gd name="adj" fmla="val 6780"/>
              </a:avLst>
            </a:prstGeom>
            <a:solidFill>
              <a:schemeClr val="lt2"/>
            </a:solidFill>
            <a:ln>
              <a:noFill/>
            </a:ln>
          </p:spPr>
        </p:sp>
        <p:sp>
          <p:nvSpPr>
            <p:cNvPr id="60" name="Rectangle 60"/>
            <p:cNvSpPr/>
            <p:nvPr/>
          </p:nvSpPr>
          <p:spPr>
            <a:xfrm>
              <a:off x="9144000" y="3867150"/>
              <a:ext cx="2438400" cy="2247900"/>
            </a:xfrm>
            <a:prstGeom prst="roundRect">
              <a:avLst>
                <a:gd name="adj" fmla="val 6780"/>
              </a:avLst>
            </a:prstGeom>
            <a:solidFill>
              <a:srgbClr val="E2F3F0"/>
            </a:solidFill>
            <a:ln>
              <a:noFill/>
            </a:ln>
          </p:spPr>
        </p:sp>
        <p:sp>
          <p:nvSpPr>
            <p:cNvPr id="61" name="Rectangle 61"/>
            <p:cNvSpPr/>
            <p:nvPr/>
          </p:nvSpPr>
          <p:spPr>
            <a:xfrm>
              <a:off x="838200" y="4076700"/>
              <a:ext cx="514350" cy="285750"/>
            </a:xfrm>
            <a:prstGeom prst="roundRect">
              <a:avLst>
                <a:gd name="adj" fmla="val 50000"/>
              </a:avLst>
            </a:prstGeom>
            <a:solidFill>
              <a:schemeClr val="accent5"/>
            </a:solidFill>
            <a:ln>
              <a:noFill/>
            </a:ln>
          </p:spPr>
        </p:sp>
        <p:sp>
          <p:nvSpPr>
            <p:cNvPr id="62" name="TextBox 62"/>
            <p:cNvSpPr txBox="1"/>
            <p:nvPr>
              <p:custDataLst>
                <p:tags r:id="rId12"/>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Q6</a:t>
              </a:r>
            </a:p>
          </p:txBody>
        </p:sp>
        <p:sp>
          <p:nvSpPr>
            <p:cNvPr id="63" name="TextBox 63"/>
            <p:cNvSpPr txBox="1"/>
            <p:nvPr>
              <p:custDataLst>
                <p:tags r:id="rId13"/>
              </p:custDataLst>
            </p:nvPr>
          </p:nvSpPr>
          <p:spPr>
            <a:xfrm>
              <a:off x="1496568" y="4083050"/>
              <a:ext cx="4014978"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如何部署、保護資料，並接到既有環境？</a:t>
              </a:r>
            </a:p>
          </p:txBody>
        </p:sp>
        <p:sp>
          <p:nvSpPr>
            <p:cNvPr id="64" name="Rectangle 64"/>
            <p:cNvSpPr/>
            <p:nvPr/>
          </p:nvSpPr>
          <p:spPr>
            <a:xfrm>
              <a:off x="838200" y="4533900"/>
              <a:ext cx="7620000" cy="1123950"/>
            </a:xfrm>
            <a:prstGeom prst="roundRect">
              <a:avLst>
                <a:gd name="adj" fmla="val 10169"/>
              </a:avLst>
            </a:prstGeom>
            <a:solidFill>
              <a:schemeClr val="lt1"/>
            </a:solidFill>
            <a:ln w="9525">
              <a:solidFill>
                <a:srgbClr val="DCE3EC"/>
              </a:solidFill>
            </a:ln>
          </p:spPr>
        </p:sp>
        <p:sp>
          <p:nvSpPr>
            <p:cNvPr id="65" name="TextBox 65"/>
            <p:cNvSpPr txBox="1"/>
            <p:nvPr>
              <p:custDataLst>
                <p:tags r:id="rId14"/>
              </p:custDataLst>
            </p:nvPr>
          </p:nvSpPr>
          <p:spPr>
            <a:xfrm>
              <a:off x="1041273" y="4648200"/>
              <a:ext cx="2481369" cy="250317"/>
            </a:xfrm>
            <a:prstGeom prst="rect">
              <a:avLst/>
            </a:prstGeom>
            <a:noFill/>
            <a:ln>
              <a:noFill/>
            </a:ln>
          </p:spPr>
          <p:txBody>
            <a:bodyPr wrap="none" lIns="0" tIns="0" rIns="0" bIns="0" anchor="t" anchorCtr="0">
              <a:spAutoFit/>
            </a:bodyPr>
            <a:lstStyle/>
            <a:p>
              <a:pPr algn="l"/>
              <a:r>
                <a:rPr lang="zh-TW" sz="1280" b="1" dirty="0">
                  <a:solidFill>
                    <a:schemeClr val="accent1"/>
                  </a:solidFill>
                  <a:latin typeface="Segoe UI"/>
                  <a:ea typeface="Microsoft JhengHei"/>
                  <a:cs typeface="Segoe UI"/>
                </a:rPr>
                <a:t>本機工作站</a:t>
              </a:r>
              <a:r>
                <a:rPr lang="en-US" sz="1280" b="1" dirty="0">
                  <a:solidFill>
                    <a:schemeClr val="accent1"/>
                  </a:solidFill>
                  <a:latin typeface="Segoe UI"/>
                  <a:ea typeface="Microsoft JhengHei"/>
                  <a:cs typeface="Segoe UI"/>
                </a:rPr>
                <a:t> · GPU </a:t>
              </a:r>
              <a:r>
                <a:rPr lang="zh-TW" sz="1280" b="1" dirty="0">
                  <a:solidFill>
                    <a:schemeClr val="accent1"/>
                  </a:solidFill>
                  <a:latin typeface="Segoe UI"/>
                  <a:ea typeface="Microsoft JhengHei"/>
                  <a:cs typeface="Segoe UI"/>
                </a:rPr>
                <a:t>模型與案例庫</a:t>
              </a:r>
            </a:p>
          </p:txBody>
        </p:sp>
        <p:sp>
          <p:nvSpPr>
            <p:cNvPr id="66" name="Rectangle 66"/>
            <p:cNvSpPr/>
            <p:nvPr/>
          </p:nvSpPr>
          <p:spPr>
            <a:xfrm>
              <a:off x="990600" y="4972050"/>
              <a:ext cx="1619250" cy="495300"/>
            </a:xfrm>
            <a:prstGeom prst="roundRect">
              <a:avLst>
                <a:gd name="adj" fmla="val 19231"/>
              </a:avLst>
            </a:prstGeom>
            <a:solidFill>
              <a:schemeClr val="lt2"/>
            </a:solidFill>
            <a:ln>
              <a:noFill/>
            </a:ln>
          </p:spPr>
        </p:sp>
        <p:grpSp>
          <p:nvGrpSpPr>
            <p:cNvPr id="72" name="Group 72"/>
            <p:cNvGrpSpPr/>
            <p:nvPr/>
          </p:nvGrpSpPr>
          <p:grpSpPr>
            <a:xfrm>
              <a:off x="1138238" y="5058966"/>
              <a:ext cx="238124" cy="321468"/>
              <a:chOff x="1138238" y="5058966"/>
              <a:chExt cx="238124" cy="321468"/>
            </a:xfrm>
          </p:grpSpPr>
          <p:sp>
            <p:nvSpPr>
              <p:cNvPr id="67" name="Rectangle 67"/>
              <p:cNvSpPr/>
              <p:nvPr/>
            </p:nvSpPr>
            <p:spPr>
              <a:xfrm>
                <a:off x="1138238" y="5058966"/>
                <a:ext cx="238125" cy="321469"/>
              </a:xfrm>
              <a:prstGeom prst="roundRect">
                <a:avLst>
                  <a:gd name="adj" fmla="val 10000"/>
                </a:avLst>
              </a:prstGeom>
              <a:solidFill>
                <a:schemeClr val="lt1"/>
              </a:solidFill>
              <a:ln w="14883">
                <a:solidFill>
                  <a:schemeClr val="accent1"/>
                </a:solidFill>
              </a:ln>
            </p:spPr>
          </p:sp>
          <p:sp>
            <p:nvSpPr>
              <p:cNvPr id="68" name="Line 68"/>
              <p:cNvSpPr/>
              <p:nvPr/>
            </p:nvSpPr>
            <p:spPr>
              <a:xfrm>
                <a:off x="1191816" y="5136356"/>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69" name="Line 69"/>
              <p:cNvSpPr/>
              <p:nvPr/>
            </p:nvSpPr>
            <p:spPr>
              <a:xfrm>
                <a:off x="1191816" y="5201841"/>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70" name="Line 70"/>
              <p:cNvSpPr/>
              <p:nvPr/>
            </p:nvSpPr>
            <p:spPr>
              <a:xfrm>
                <a:off x="1191816" y="5267325"/>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71" name="Line 71"/>
              <p:cNvSpPr/>
              <p:nvPr/>
            </p:nvSpPr>
            <p:spPr>
              <a:xfrm>
                <a:off x="1191816" y="5332809"/>
                <a:ext cx="136922" cy="9525"/>
              </a:xfrm>
              <a:custGeom>
                <a:avLst/>
                <a:gdLst/>
                <a:ahLst/>
                <a:cxnLst/>
                <a:rect l="l" t="t" r="r" b="b"/>
                <a:pathLst>
                  <a:path w="136922" h="9525">
                    <a:moveTo>
                      <a:pt x="0" y="0"/>
                    </a:moveTo>
                    <a:lnTo>
                      <a:pt x="136922" y="0"/>
                    </a:lnTo>
                  </a:path>
                </a:pathLst>
              </a:custGeom>
              <a:noFill/>
              <a:ln w="11906" cap="rnd">
                <a:solidFill>
                  <a:srgbClr val="9AAAC0"/>
                </a:solidFill>
              </a:ln>
            </p:spPr>
          </p:sp>
        </p:grpSp>
        <p:sp>
          <p:nvSpPr>
            <p:cNvPr id="73" name="TextBox 73"/>
            <p:cNvSpPr txBox="1"/>
            <p:nvPr>
              <p:custDataLst>
                <p:tags r:id="rId15"/>
              </p:custDataLst>
            </p:nvPr>
          </p:nvSpPr>
          <p:spPr>
            <a:xfrm>
              <a:off x="1626921" y="5133975"/>
              <a:ext cx="702208"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欄位遮罩</a:t>
              </a:r>
            </a:p>
          </p:txBody>
        </p:sp>
        <p:sp>
          <p:nvSpPr>
            <p:cNvPr id="74" name="Freeform 74"/>
            <p:cNvSpPr/>
            <p:nvPr/>
          </p:nvSpPr>
          <p:spPr>
            <a:xfrm>
              <a:off x="26955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75" name="Rectangle 75"/>
            <p:cNvSpPr/>
            <p:nvPr/>
          </p:nvSpPr>
          <p:spPr>
            <a:xfrm>
              <a:off x="2857500" y="4972050"/>
              <a:ext cx="1619250" cy="495300"/>
            </a:xfrm>
            <a:prstGeom prst="roundRect">
              <a:avLst>
                <a:gd name="adj" fmla="val 19231"/>
              </a:avLst>
            </a:prstGeom>
            <a:solidFill>
              <a:schemeClr val="lt2"/>
            </a:solidFill>
            <a:ln>
              <a:noFill/>
            </a:ln>
          </p:spPr>
        </p:sp>
        <p:grpSp>
          <p:nvGrpSpPr>
            <p:cNvPr id="79" name="Group 79"/>
            <p:cNvGrpSpPr/>
            <p:nvPr/>
          </p:nvGrpSpPr>
          <p:grpSpPr>
            <a:xfrm>
              <a:off x="2957512" y="5053012"/>
              <a:ext cx="333375" cy="333375"/>
              <a:chOff x="2957512" y="5053012"/>
              <a:chExt cx="333375" cy="333375"/>
            </a:xfrm>
          </p:grpSpPr>
          <p:sp>
            <p:nvSpPr>
              <p:cNvPr id="76" name="Rectangle 76"/>
              <p:cNvSpPr/>
              <p:nvPr/>
            </p:nvSpPr>
            <p:spPr>
              <a:xfrm>
                <a:off x="3005138" y="5100638"/>
                <a:ext cx="238125" cy="238125"/>
              </a:xfrm>
              <a:prstGeom prst="roundRect">
                <a:avLst>
                  <a:gd name="adj" fmla="val 12500"/>
                </a:avLst>
              </a:prstGeom>
              <a:solidFill>
                <a:schemeClr val="lt1"/>
              </a:solidFill>
              <a:ln w="17859" cap="rnd">
                <a:solidFill>
                  <a:schemeClr val="accent1"/>
                </a:solidFill>
                <a:round/>
              </a:ln>
            </p:spPr>
          </p:sp>
          <p:sp>
            <p:nvSpPr>
              <p:cNvPr id="77" name="Rectangle 77"/>
              <p:cNvSpPr/>
              <p:nvPr/>
            </p:nvSpPr>
            <p:spPr>
              <a:xfrm>
                <a:off x="3070622" y="5166122"/>
                <a:ext cx="107156" cy="107156"/>
              </a:xfrm>
              <a:prstGeom prst="roundRect">
                <a:avLst>
                  <a:gd name="adj" fmla="val 16667"/>
                </a:avLst>
              </a:prstGeom>
              <a:solidFill>
                <a:schemeClr val="lt2"/>
              </a:solidFill>
              <a:ln w="17859" cap="rnd">
                <a:solidFill>
                  <a:schemeClr val="accent1"/>
                </a:solidFill>
                <a:round/>
              </a:ln>
            </p:spPr>
          </p:sp>
          <p:sp>
            <p:nvSpPr>
              <p:cNvPr id="78" name="Freeform 78"/>
              <p:cNvSpPr/>
              <p:nvPr/>
            </p:nvSpPr>
            <p:spPr>
              <a:xfrm>
                <a:off x="2957512" y="5053012"/>
                <a:ext cx="333375" cy="333375"/>
              </a:xfrm>
              <a:custGeom>
                <a:avLst/>
                <a:gdLst/>
                <a:ahLst/>
                <a:cxnLst/>
                <a:rect l="l" t="t" r="r" b="b"/>
                <a:pathLst>
                  <a:path w="333375" h="333375">
                    <a:moveTo>
                      <a:pt x="101203" y="0"/>
                    </a:moveTo>
                    <a:lnTo>
                      <a:pt x="101203" y="47625"/>
                    </a:lnTo>
                    <a:moveTo>
                      <a:pt x="166688" y="0"/>
                    </a:moveTo>
                    <a:lnTo>
                      <a:pt x="166688" y="47625"/>
                    </a:lnTo>
                    <a:moveTo>
                      <a:pt x="232172" y="0"/>
                    </a:moveTo>
                    <a:lnTo>
                      <a:pt x="232172" y="47625"/>
                    </a:lnTo>
                    <a:moveTo>
                      <a:pt x="101203" y="285750"/>
                    </a:moveTo>
                    <a:lnTo>
                      <a:pt x="101203" y="333375"/>
                    </a:lnTo>
                    <a:moveTo>
                      <a:pt x="166688" y="285750"/>
                    </a:moveTo>
                    <a:lnTo>
                      <a:pt x="166688" y="333375"/>
                    </a:lnTo>
                    <a:moveTo>
                      <a:pt x="232172" y="285750"/>
                    </a:moveTo>
                    <a:lnTo>
                      <a:pt x="232172" y="333375"/>
                    </a:lnTo>
                    <a:moveTo>
                      <a:pt x="0" y="101203"/>
                    </a:moveTo>
                    <a:lnTo>
                      <a:pt x="47625" y="101203"/>
                    </a:lnTo>
                    <a:moveTo>
                      <a:pt x="0" y="166688"/>
                    </a:moveTo>
                    <a:lnTo>
                      <a:pt x="47625" y="166688"/>
                    </a:lnTo>
                    <a:moveTo>
                      <a:pt x="0" y="232172"/>
                    </a:moveTo>
                    <a:lnTo>
                      <a:pt x="47625" y="232172"/>
                    </a:lnTo>
                    <a:moveTo>
                      <a:pt x="285750" y="101203"/>
                    </a:moveTo>
                    <a:lnTo>
                      <a:pt x="333375" y="101203"/>
                    </a:lnTo>
                    <a:moveTo>
                      <a:pt x="285750" y="166688"/>
                    </a:moveTo>
                    <a:lnTo>
                      <a:pt x="333375" y="166688"/>
                    </a:lnTo>
                    <a:moveTo>
                      <a:pt x="285750" y="232172"/>
                    </a:moveTo>
                    <a:lnTo>
                      <a:pt x="333375" y="232172"/>
                    </a:lnTo>
                  </a:path>
                </a:pathLst>
              </a:custGeom>
              <a:noFill/>
              <a:ln w="17859" cap="rnd">
                <a:solidFill>
                  <a:schemeClr val="accent1"/>
                </a:solidFill>
                <a:round/>
              </a:ln>
            </p:spPr>
          </p:sp>
        </p:grpSp>
        <p:sp>
          <p:nvSpPr>
            <p:cNvPr id="80" name="TextBox 80"/>
            <p:cNvSpPr txBox="1"/>
            <p:nvPr>
              <p:custDataLst>
                <p:tags r:id="rId16"/>
              </p:custDataLst>
            </p:nvPr>
          </p:nvSpPr>
          <p:spPr>
            <a:xfrm>
              <a:off x="3457092" y="5133975"/>
              <a:ext cx="775666"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17 類推論</a:t>
              </a:r>
            </a:p>
          </p:txBody>
        </p:sp>
        <p:sp>
          <p:nvSpPr>
            <p:cNvPr id="81" name="Freeform 81"/>
            <p:cNvSpPr/>
            <p:nvPr/>
          </p:nvSpPr>
          <p:spPr>
            <a:xfrm>
              <a:off x="45624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82" name="Rectangle 82"/>
            <p:cNvSpPr/>
            <p:nvPr/>
          </p:nvSpPr>
          <p:spPr>
            <a:xfrm>
              <a:off x="4724400" y="4972050"/>
              <a:ext cx="1619250" cy="495300"/>
            </a:xfrm>
            <a:prstGeom prst="roundRect">
              <a:avLst>
                <a:gd name="adj" fmla="val 19231"/>
              </a:avLst>
            </a:prstGeom>
            <a:solidFill>
              <a:schemeClr val="lt2"/>
            </a:solidFill>
            <a:ln>
              <a:noFill/>
            </a:ln>
          </p:spPr>
        </p:sp>
        <p:grpSp>
          <p:nvGrpSpPr>
            <p:cNvPr id="88" name="Group 88"/>
            <p:cNvGrpSpPr/>
            <p:nvPr/>
          </p:nvGrpSpPr>
          <p:grpSpPr>
            <a:xfrm>
              <a:off x="4842272" y="5064919"/>
              <a:ext cx="315515" cy="309562"/>
              <a:chOff x="4842272" y="5064919"/>
              <a:chExt cx="315515" cy="309562"/>
            </a:xfrm>
          </p:grpSpPr>
          <p:sp>
            <p:nvSpPr>
              <p:cNvPr id="83" name="Freeform 83"/>
              <p:cNvSpPr/>
              <p:nvPr/>
            </p:nvSpPr>
            <p:spPr>
              <a:xfrm>
                <a:off x="4842272" y="5106591"/>
                <a:ext cx="226219" cy="238125"/>
              </a:xfrm>
              <a:custGeom>
                <a:avLst/>
                <a:gdLst/>
                <a:ahLst/>
                <a:cxnLst/>
                <a:rect l="l" t="t" r="r" b="b"/>
                <a:pathLst>
                  <a:path w="226219" h="238125">
                    <a:moveTo>
                      <a:pt x="0" y="0"/>
                    </a:moveTo>
                    <a:lnTo>
                      <a:pt x="0" y="184547"/>
                    </a:lnTo>
                    <a:cubicBezTo>
                      <a:pt x="0" y="238125"/>
                      <a:pt x="226219" y="238125"/>
                      <a:pt x="226219" y="184547"/>
                    </a:cubicBezTo>
                    <a:lnTo>
                      <a:pt x="226219" y="0"/>
                    </a:lnTo>
                  </a:path>
                </a:pathLst>
              </a:custGeom>
              <a:solidFill>
                <a:schemeClr val="lt1"/>
              </a:solidFill>
              <a:ln w="17859" cap="rnd">
                <a:solidFill>
                  <a:schemeClr val="accent1"/>
                </a:solidFill>
                <a:round/>
              </a:ln>
            </p:spPr>
          </p:sp>
          <p:sp>
            <p:nvSpPr>
              <p:cNvPr id="84" name="Ellipse 84"/>
              <p:cNvSpPr/>
              <p:nvPr/>
            </p:nvSpPr>
            <p:spPr>
              <a:xfrm>
                <a:off x="4842272" y="5064919"/>
                <a:ext cx="226219" cy="83344"/>
              </a:xfrm>
              <a:prstGeom prst="ellipse">
                <a:avLst/>
              </a:prstGeom>
              <a:solidFill>
                <a:schemeClr val="lt1"/>
              </a:solidFill>
              <a:ln w="17859" cap="rnd">
                <a:solidFill>
                  <a:schemeClr val="accent1"/>
                </a:solidFill>
                <a:round/>
              </a:ln>
            </p:spPr>
          </p:sp>
          <p:sp>
            <p:nvSpPr>
              <p:cNvPr id="85" name="Freeform 85"/>
              <p:cNvSpPr/>
              <p:nvPr/>
            </p:nvSpPr>
            <p:spPr>
              <a:xfrm>
                <a:off x="4842272" y="5189934"/>
                <a:ext cx="226219" cy="53578"/>
              </a:xfrm>
              <a:custGeom>
                <a:avLst/>
                <a:gdLst/>
                <a:ahLst/>
                <a:cxnLst/>
                <a:rect l="l" t="t" r="r" b="b"/>
                <a:pathLst>
                  <a:path w="226219" h="53578">
                    <a:moveTo>
                      <a:pt x="0" y="0"/>
                    </a:moveTo>
                    <a:cubicBezTo>
                      <a:pt x="0" y="53578"/>
                      <a:pt x="226219" y="53578"/>
                      <a:pt x="226219" y="0"/>
                    </a:cubicBezTo>
                  </a:path>
                </a:pathLst>
              </a:custGeom>
              <a:noFill/>
              <a:ln w="17859" cap="rnd">
                <a:solidFill>
                  <a:schemeClr val="accent1"/>
                </a:solidFill>
                <a:round/>
              </a:ln>
            </p:spPr>
          </p:sp>
          <p:sp>
            <p:nvSpPr>
              <p:cNvPr id="86" name="Ellipse 86"/>
              <p:cNvSpPr/>
              <p:nvPr/>
            </p:nvSpPr>
            <p:spPr>
              <a:xfrm>
                <a:off x="4991100" y="5201841"/>
                <a:ext cx="130969" cy="130969"/>
              </a:xfrm>
              <a:prstGeom prst="ellipse">
                <a:avLst/>
              </a:prstGeom>
              <a:solidFill>
                <a:schemeClr val="lt2"/>
              </a:solidFill>
              <a:ln w="17859" cap="rnd">
                <a:solidFill>
                  <a:schemeClr val="accent1"/>
                </a:solidFill>
                <a:round/>
              </a:ln>
            </p:spPr>
          </p:sp>
          <p:sp>
            <p:nvSpPr>
              <p:cNvPr id="87" name="Freeform 87"/>
              <p:cNvSpPr/>
              <p:nvPr/>
            </p:nvSpPr>
            <p:spPr>
              <a:xfrm>
                <a:off x="5104209" y="5314950"/>
                <a:ext cx="53578" cy="59531"/>
              </a:xfrm>
              <a:custGeom>
                <a:avLst/>
                <a:gdLst/>
                <a:ahLst/>
                <a:cxnLst/>
                <a:rect l="l" t="t" r="r" b="b"/>
                <a:pathLst>
                  <a:path w="53578" h="59531">
                    <a:moveTo>
                      <a:pt x="0" y="0"/>
                    </a:moveTo>
                    <a:lnTo>
                      <a:pt x="53578" y="59531"/>
                    </a:lnTo>
                  </a:path>
                </a:pathLst>
              </a:custGeom>
              <a:solidFill>
                <a:schemeClr val="lt1"/>
              </a:solidFill>
              <a:ln w="23812" cap="rnd">
                <a:solidFill>
                  <a:schemeClr val="accent1"/>
                </a:solidFill>
                <a:round/>
              </a:ln>
            </p:spPr>
          </p:sp>
        </p:grpSp>
        <p:sp>
          <p:nvSpPr>
            <p:cNvPr id="89" name="TextBox 89"/>
            <p:cNvSpPr txBox="1"/>
            <p:nvPr>
              <p:custDataLst>
                <p:tags r:id="rId17"/>
              </p:custDataLst>
            </p:nvPr>
          </p:nvSpPr>
          <p:spPr>
            <a:xfrm>
              <a:off x="5354022" y="5133975"/>
              <a:ext cx="715603"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檢索＋</a:t>
              </a:r>
              <a:r>
                <a:rPr lang="en-US" sz="1280" b="1" dirty="0">
                  <a:solidFill>
                    <a:schemeClr val="dk1"/>
                  </a:solidFill>
                  <a:latin typeface="Segoe UI"/>
                  <a:ea typeface="Microsoft JhengHei"/>
                  <a:cs typeface="Segoe UI"/>
                </a:rPr>
                <a:t>AI</a:t>
              </a:r>
            </a:p>
          </p:txBody>
        </p:sp>
        <p:sp>
          <p:nvSpPr>
            <p:cNvPr id="90" name="Freeform 90"/>
            <p:cNvSpPr/>
            <p:nvPr/>
          </p:nvSpPr>
          <p:spPr>
            <a:xfrm>
              <a:off x="64293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91" name="Rectangle 91"/>
            <p:cNvSpPr/>
            <p:nvPr/>
          </p:nvSpPr>
          <p:spPr>
            <a:xfrm>
              <a:off x="6591300" y="4972050"/>
              <a:ext cx="1619250" cy="495300"/>
            </a:xfrm>
            <a:prstGeom prst="roundRect">
              <a:avLst>
                <a:gd name="adj" fmla="val 19231"/>
              </a:avLst>
            </a:prstGeom>
            <a:solidFill>
              <a:schemeClr val="lt2"/>
            </a:solidFill>
            <a:ln>
              <a:noFill/>
            </a:ln>
          </p:spPr>
        </p:sp>
        <p:grpSp>
          <p:nvGrpSpPr>
            <p:cNvPr id="95" name="Group 95"/>
            <p:cNvGrpSpPr/>
            <p:nvPr/>
          </p:nvGrpSpPr>
          <p:grpSpPr>
            <a:xfrm>
              <a:off x="6732984" y="5058966"/>
              <a:ext cx="279798" cy="327421"/>
              <a:chOff x="6732984" y="5058966"/>
              <a:chExt cx="279798" cy="327421"/>
            </a:xfrm>
          </p:grpSpPr>
          <p:sp>
            <p:nvSpPr>
              <p:cNvPr id="92" name="Freeform 92"/>
              <p:cNvSpPr/>
              <p:nvPr/>
            </p:nvSpPr>
            <p:spPr>
              <a:xfrm>
                <a:off x="6732984" y="5058966"/>
                <a:ext cx="250031" cy="321469"/>
              </a:xfrm>
              <a:custGeom>
                <a:avLst/>
                <a:gdLst/>
                <a:ahLst/>
                <a:cxnLst/>
                <a:rect l="l" t="t" r="r" b="b"/>
                <a:pathLst>
                  <a:path w="250031" h="321469">
                    <a:moveTo>
                      <a:pt x="125016" y="0"/>
                    </a:moveTo>
                    <a:lnTo>
                      <a:pt x="250031" y="53578"/>
                    </a:lnTo>
                    <a:lnTo>
                      <a:pt x="250031" y="148828"/>
                    </a:lnTo>
                    <a:cubicBezTo>
                      <a:pt x="250031" y="226219"/>
                      <a:pt x="190500" y="279797"/>
                      <a:pt x="125016" y="321469"/>
                    </a:cubicBezTo>
                    <a:cubicBezTo>
                      <a:pt x="59531" y="279797"/>
                      <a:pt x="0" y="226219"/>
                      <a:pt x="0" y="148828"/>
                    </a:cubicBezTo>
                    <a:lnTo>
                      <a:pt x="0" y="53578"/>
                    </a:lnTo>
                    <a:close/>
                  </a:path>
                </a:pathLst>
              </a:custGeom>
              <a:solidFill>
                <a:schemeClr val="lt1"/>
              </a:solidFill>
              <a:ln w="17859" cap="rnd">
                <a:solidFill>
                  <a:schemeClr val="accent1"/>
                </a:solidFill>
                <a:round/>
              </a:ln>
            </p:spPr>
          </p:sp>
          <p:sp>
            <p:nvSpPr>
              <p:cNvPr id="93" name="Freeform 93"/>
              <p:cNvSpPr/>
              <p:nvPr/>
            </p:nvSpPr>
            <p:spPr>
              <a:xfrm>
                <a:off x="6792516" y="5160169"/>
                <a:ext cx="136922" cy="95250"/>
              </a:xfrm>
              <a:custGeom>
                <a:avLst/>
                <a:gdLst/>
                <a:ahLst/>
                <a:cxnLst/>
                <a:rect l="l" t="t" r="r" b="b"/>
                <a:pathLst>
                  <a:path w="136922" h="95250">
                    <a:moveTo>
                      <a:pt x="0" y="47625"/>
                    </a:moveTo>
                    <a:lnTo>
                      <a:pt x="47625" y="95250"/>
                    </a:lnTo>
                    <a:lnTo>
                      <a:pt x="136922" y="0"/>
                    </a:lnTo>
                  </a:path>
                </a:pathLst>
              </a:custGeom>
              <a:noFill/>
              <a:ln w="23812" cap="rnd">
                <a:solidFill>
                  <a:schemeClr val="accent1"/>
                </a:solidFill>
                <a:round/>
              </a:ln>
            </p:spPr>
          </p:sp>
          <p:sp>
            <p:nvSpPr>
              <p:cNvPr id="94" name="Freeform 94"/>
              <p:cNvSpPr/>
              <p:nvPr/>
            </p:nvSpPr>
            <p:spPr>
              <a:xfrm>
                <a:off x="6935391" y="5285184"/>
                <a:ext cx="77391" cy="101203"/>
              </a:xfrm>
              <a:custGeom>
                <a:avLst/>
                <a:gdLst/>
                <a:ahLst/>
                <a:cxnLst/>
                <a:rect l="l" t="t" r="r" b="b"/>
                <a:pathLst>
                  <a:path w="77391" h="101203">
                    <a:moveTo>
                      <a:pt x="17859" y="0"/>
                    </a:moveTo>
                    <a:lnTo>
                      <a:pt x="77391" y="0"/>
                    </a:lnTo>
                    <a:lnTo>
                      <a:pt x="77391" y="71438"/>
                    </a:lnTo>
                    <a:lnTo>
                      <a:pt x="0" y="71438"/>
                    </a:lnTo>
                    <a:moveTo>
                      <a:pt x="29766" y="41672"/>
                    </a:moveTo>
                    <a:lnTo>
                      <a:pt x="0" y="71438"/>
                    </a:lnTo>
                    <a:lnTo>
                      <a:pt x="29766" y="101203"/>
                    </a:lnTo>
                  </a:path>
                </a:pathLst>
              </a:custGeom>
              <a:noFill/>
              <a:ln w="17859" cap="rnd">
                <a:solidFill>
                  <a:schemeClr val="accent1"/>
                </a:solidFill>
                <a:round/>
              </a:ln>
            </p:spPr>
          </p:sp>
        </p:grpSp>
        <p:sp>
          <p:nvSpPr>
            <p:cNvPr id="96" name="TextBox 96"/>
            <p:cNvSpPr txBox="1"/>
            <p:nvPr>
              <p:custDataLst>
                <p:tags r:id="rId18"/>
              </p:custDataLst>
            </p:nvPr>
          </p:nvSpPr>
          <p:spPr>
            <a:xfrm>
              <a:off x="7227621" y="5133975"/>
              <a:ext cx="702208"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策略回條</a:t>
              </a:r>
            </a:p>
          </p:txBody>
        </p:sp>
        <p:sp>
          <p:nvSpPr>
            <p:cNvPr id="97" name="TextBox 97"/>
            <p:cNvSpPr txBox="1"/>
            <p:nvPr>
              <p:custDataLst>
                <p:tags r:id="rId19"/>
              </p:custDataLst>
            </p:nvPr>
          </p:nvSpPr>
          <p:spPr>
            <a:xfrm>
              <a:off x="832485" y="5842000"/>
              <a:ext cx="3277320"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本機</a:t>
              </a:r>
              <a:r>
                <a:rPr lang="en-US" sz="1120" b="1" dirty="0">
                  <a:solidFill>
                    <a:schemeClr val="accent3"/>
                  </a:solidFill>
                  <a:latin typeface="Segoe UI"/>
                  <a:ea typeface="Microsoft JhengHei"/>
                  <a:cs typeface="Segoe UI"/>
                </a:rPr>
                <a:t> AI </a:t>
              </a:r>
              <a:r>
                <a:rPr lang="zh-TW" sz="1120" b="1" dirty="0">
                  <a:solidFill>
                    <a:schemeClr val="accent3"/>
                  </a:solidFill>
                  <a:latin typeface="Segoe UI"/>
                  <a:ea typeface="Microsoft JhengHei"/>
                  <a:cs typeface="Segoe UI"/>
                </a:rPr>
                <a:t>稽核；私有權重、輸入及逐筆回覆不公開</a:t>
              </a:r>
            </a:p>
          </p:txBody>
        </p:sp>
        <p:sp>
          <p:nvSpPr>
            <p:cNvPr id="98" name="TextBox 98"/>
            <p:cNvSpPr txBox="1"/>
            <p:nvPr>
              <p:custDataLst>
                <p:tags r:id="rId20"/>
              </p:custDataLst>
            </p:nvPr>
          </p:nvSpPr>
          <p:spPr>
            <a:xfrm>
              <a:off x="10151775" y="4616450"/>
              <a:ext cx="30219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0</a:t>
              </a:r>
            </a:p>
          </p:txBody>
        </p:sp>
        <p:sp>
          <p:nvSpPr>
            <p:cNvPr id="99" name="TextBox 99"/>
            <p:cNvSpPr txBox="1"/>
            <p:nvPr>
              <p:custDataLst>
                <p:tags r:id="rId21"/>
              </p:custDataLst>
            </p:nvPr>
          </p:nvSpPr>
          <p:spPr>
            <a:xfrm>
              <a:off x="9841068" y="5257800"/>
              <a:ext cx="1002987"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外部</a:t>
              </a:r>
              <a:r>
                <a:rPr lang="en-US" sz="1200" dirty="0">
                  <a:solidFill>
                    <a:srgbClr val="52637A"/>
                  </a:solidFill>
                  <a:latin typeface="Segoe UI"/>
                  <a:ea typeface="Microsoft JhengHei"/>
                  <a:cs typeface="Segoe UI"/>
                </a:rPr>
                <a:t> API </a:t>
              </a:r>
              <a:r>
                <a:rPr lang="zh-TW" sz="1200" dirty="0">
                  <a:solidFill>
                    <a:srgbClr val="52637A"/>
                  </a:solidFill>
                  <a:latin typeface="Segoe UI"/>
                  <a:ea typeface="Microsoft JhengHei"/>
                  <a:cs typeface="Segoe UI"/>
                </a:rPr>
                <a:t>呼叫</a:t>
              </a:r>
            </a:p>
          </p:txBody>
        </p:sp>
      </p:grpSp>
      <p:grpSp>
        <p:nvGrpSpPr>
          <p:cNvPr id="107" name="footer"/>
          <p:cNvGrpSpPr/>
          <p:nvPr/>
        </p:nvGrpSpPr>
        <p:grpSpPr>
          <a:xfrm>
            <a:off x="604266" y="6400800"/>
            <a:ext cx="10978134" cy="316484"/>
            <a:chOff x="604266" y="6400800"/>
            <a:chExt cx="10978134" cy="316484"/>
          </a:xfrm>
        </p:grpSpPr>
        <p:sp>
          <p:nvSpPr>
            <p:cNvPr id="101" name="Line 101"/>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02" name="TextBox 102"/>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03" name="Rectangle 103"/>
            <p:cNvSpPr/>
            <p:nvPr/>
          </p:nvSpPr>
          <p:spPr>
            <a:xfrm>
              <a:off x="8724900" y="6553200"/>
              <a:ext cx="133350" cy="38100"/>
            </a:xfrm>
            <a:prstGeom prst="roundRect">
              <a:avLst>
                <a:gd name="adj" fmla="val 50000"/>
              </a:avLst>
            </a:prstGeom>
            <a:solidFill>
              <a:srgbClr val="DCE3EC"/>
            </a:solidFill>
            <a:ln>
              <a:noFill/>
            </a:ln>
          </p:spPr>
        </p:sp>
        <p:sp>
          <p:nvSpPr>
            <p:cNvPr id="104" name="Rectangle 104"/>
            <p:cNvSpPr/>
            <p:nvPr/>
          </p:nvSpPr>
          <p:spPr>
            <a:xfrm>
              <a:off x="8915400" y="6553200"/>
              <a:ext cx="133350" cy="38100"/>
            </a:xfrm>
            <a:prstGeom prst="roundRect">
              <a:avLst>
                <a:gd name="adj" fmla="val 50000"/>
              </a:avLst>
            </a:prstGeom>
            <a:solidFill>
              <a:srgbClr val="DCE3EC"/>
            </a:solidFill>
            <a:ln>
              <a:noFill/>
            </a:ln>
          </p:spPr>
        </p:sp>
        <p:sp>
          <p:nvSpPr>
            <p:cNvPr id="105" name="Rectangle 105"/>
            <p:cNvSpPr/>
            <p:nvPr/>
          </p:nvSpPr>
          <p:spPr>
            <a:xfrm>
              <a:off x="9105900" y="6553200"/>
              <a:ext cx="133350" cy="38100"/>
            </a:xfrm>
            <a:prstGeom prst="roundRect">
              <a:avLst>
                <a:gd name="adj" fmla="val 50000"/>
              </a:avLst>
            </a:prstGeom>
            <a:solidFill>
              <a:schemeClr val="accent2"/>
            </a:solidFill>
            <a:ln>
              <a:noFill/>
            </a:ln>
          </p:spPr>
        </p:sp>
        <p:sp>
          <p:nvSpPr>
            <p:cNvPr id="106" name="TextBox 106"/>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3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3.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4.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5.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6.xml><?xml version="1.0" encoding="utf-8"?>
<p:tagLst xmlns:a="http://schemas.openxmlformats.org/drawingml/2006/main" xmlns:r="http://schemas.openxmlformats.org/officeDocument/2006/relationships" xmlns:p="http://schemas.openxmlformats.org/presentationml/2006/main">
  <p:tag name="ALIGNMENT_TARGET_X" val="47.279998779296875"/>
</p:tagLst>
</file>

<file path=ppt/tags/tag7.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8.xml><?xml version="1.0" encoding="utf-8"?>
<p:tagLst xmlns:a="http://schemas.openxmlformats.org/drawingml/2006/main" xmlns:r="http://schemas.openxmlformats.org/officeDocument/2006/relationships" xmlns:p="http://schemas.openxmlformats.org/presentationml/2006/main">
  <p:tag name="ALIGNMENT_TARGET_X" val="73.499998092651367"/>
</p:tagLst>
</file>

<file path=ppt/tags/tag9.xml><?xml version="1.0" encoding="utf-8"?>
<p:tagLst xmlns:a="http://schemas.openxmlformats.org/drawingml/2006/main" xmlns:r="http://schemas.openxmlformats.org/officeDocument/2006/relationships" xmlns:p="http://schemas.openxmlformats.org/presentationml/2006/main">
  <p:tag name="ALIGNMENT_TARGET_X" val="73.5"/>
</p:tagLst>
</file>

<file path=ppt/tags/tag10.xml><?xml version="1.0" encoding="utf-8"?>
<p:tagLst xmlns:a="http://schemas.openxmlformats.org/drawingml/2006/main" xmlns:r="http://schemas.openxmlformats.org/officeDocument/2006/relationships" xmlns:p="http://schemas.openxmlformats.org/presentationml/2006/main">
  <p:tag name="ALIGNMENT_TARGET_X" val="231.0000057220459"/>
</p:tagLst>
</file>

<file path=ppt/tags/tag11.xml><?xml version="1.0" encoding="utf-8"?>
<p:tagLst xmlns:a="http://schemas.openxmlformats.org/drawingml/2006/main" xmlns:r="http://schemas.openxmlformats.org/officeDocument/2006/relationships" xmlns:p="http://schemas.openxmlformats.org/presentationml/2006/main">
  <p:tag name="ALIGNMENT_TARGET_X" val="231.00000381469727"/>
</p:tagLst>
</file>

<file path=ppt/tags/tag12.xml><?xml version="1.0" encoding="utf-8"?>
<p:tagLst xmlns:a="http://schemas.openxmlformats.org/drawingml/2006/main" xmlns:r="http://schemas.openxmlformats.org/officeDocument/2006/relationships" xmlns:p="http://schemas.openxmlformats.org/presentationml/2006/main">
  <p:tag name="ALIGNMENT_TARGET_X" val="388.5000057220459"/>
</p:tagLst>
</file>

<file path=ppt/tags/tag13.xml><?xml version="1.0" encoding="utf-8"?>
<p:tagLst xmlns:a="http://schemas.openxmlformats.org/drawingml/2006/main" xmlns:r="http://schemas.openxmlformats.org/officeDocument/2006/relationships" xmlns:p="http://schemas.openxmlformats.org/presentationml/2006/main">
  <p:tag name="ALIGNMENT_TARGET_X" val="388.49997329711914"/>
</p:tagLst>
</file>

<file path=ppt/tags/tag14.xml><?xml version="1.0" encoding="utf-8"?>
<p:tagLst xmlns:a="http://schemas.openxmlformats.org/drawingml/2006/main" xmlns:r="http://schemas.openxmlformats.org/officeDocument/2006/relationships" xmlns:p="http://schemas.openxmlformats.org/presentationml/2006/main">
  <p:tag name="ALIGNMENT_TARGET_X" val="545.99997520446777"/>
</p:tagLst>
</file>

<file path=ppt/tags/tag15.xml><?xml version="1.0" encoding="utf-8"?>
<p:tagLst xmlns:a="http://schemas.openxmlformats.org/drawingml/2006/main" xmlns:r="http://schemas.openxmlformats.org/officeDocument/2006/relationships" xmlns:p="http://schemas.openxmlformats.org/presentationml/2006/main">
  <p:tag name="ALIGNMENT_TARGET_X" val="546.00002288818359"/>
</p:tagLst>
</file>

<file path=ppt/tags/tag16.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4.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25.xml><?xml version="1.0" encoding="utf-8"?>
<p:tagLst xmlns:a="http://schemas.openxmlformats.org/drawingml/2006/main" xmlns:r="http://schemas.openxmlformats.org/officeDocument/2006/relationships" xmlns:p="http://schemas.openxmlformats.org/presentationml/2006/main">
  <p:tag name="ALIGNMENT_TARGET_X" val="89.610000610351563"/>
</p:tagLst>
</file>

<file path=ppt/tags/tag26.xml><?xml version="1.0" encoding="utf-8"?>
<p:tagLst xmlns:a="http://schemas.openxmlformats.org/drawingml/2006/main" xmlns:r="http://schemas.openxmlformats.org/officeDocument/2006/relationships" xmlns:p="http://schemas.openxmlformats.org/presentationml/2006/main">
  <p:tag name="ALIGNMENT_TARGET_X" val="109.11000061035156"/>
</p:tagLst>
</file>

<file path=ppt/tags/tag27.xml><?xml version="1.0" encoding="utf-8"?>
<p:tagLst xmlns:a="http://schemas.openxmlformats.org/drawingml/2006/main" xmlns:r="http://schemas.openxmlformats.org/officeDocument/2006/relationships" xmlns:p="http://schemas.openxmlformats.org/presentationml/2006/main">
  <p:tag name="ALIGNMENT_TARGET_X" val="89.370002746582031"/>
</p:tagLst>
</file>

<file path=ppt/tags/tag28.xml><?xml version="1.0" encoding="utf-8"?>
<p:tagLst xmlns:a="http://schemas.openxmlformats.org/drawingml/2006/main" xmlns:r="http://schemas.openxmlformats.org/officeDocument/2006/relationships" xmlns:p="http://schemas.openxmlformats.org/presentationml/2006/main">
  <p:tag name="ALIGNMENT_TARGET_X" val="310.1099853515625"/>
</p:tagLst>
</file>

<file path=ppt/tags/tag29.xml><?xml version="1.0" encoding="utf-8"?>
<p:tagLst xmlns:a="http://schemas.openxmlformats.org/drawingml/2006/main" xmlns:r="http://schemas.openxmlformats.org/officeDocument/2006/relationships" xmlns:p="http://schemas.openxmlformats.org/presentationml/2006/main">
  <p:tag name="ALIGNMENT_TARGET_X" val="329.6099853515625"/>
</p:tagLst>
</file>

<file path=ppt/tags/tag30.xml><?xml version="1.0" encoding="utf-8"?>
<p:tagLst xmlns:a="http://schemas.openxmlformats.org/drawingml/2006/main" xmlns:r="http://schemas.openxmlformats.org/officeDocument/2006/relationships" xmlns:p="http://schemas.openxmlformats.org/presentationml/2006/main">
  <p:tag name="ALIGNMENT_TARGET_X" val="309.8699951171875"/>
</p:tagLst>
</file>

<file path=ppt/tags/tag31.xml><?xml version="1.0" encoding="utf-8"?>
<p:tagLst xmlns:a="http://schemas.openxmlformats.org/drawingml/2006/main" xmlns:r="http://schemas.openxmlformats.org/officeDocument/2006/relationships" xmlns:p="http://schemas.openxmlformats.org/presentationml/2006/main">
  <p:tag name="ALIGNMENT_TARGET_X" val="530.6099853515625"/>
</p:tagLst>
</file>

<file path=ppt/tags/tag32.xml><?xml version="1.0" encoding="utf-8"?>
<p:tagLst xmlns:a="http://schemas.openxmlformats.org/drawingml/2006/main" xmlns:r="http://schemas.openxmlformats.org/officeDocument/2006/relationships" xmlns:p="http://schemas.openxmlformats.org/presentationml/2006/main">
  <p:tag name="ALIGNMENT_TARGET_X" val="550.1099853515625"/>
</p:tagLst>
</file>

<file path=ppt/tags/tag33.xml><?xml version="1.0" encoding="utf-8"?>
<p:tagLst xmlns:a="http://schemas.openxmlformats.org/drawingml/2006/main" xmlns:r="http://schemas.openxmlformats.org/officeDocument/2006/relationships" xmlns:p="http://schemas.openxmlformats.org/presentationml/2006/main">
  <p:tag name="ALIGNMENT_TARGET_X" val="530.3699951171875"/>
</p:tagLst>
</file>

<file path=ppt/tags/tag34.xml><?xml version="1.0" encoding="utf-8"?>
<p:tagLst xmlns:a="http://schemas.openxmlformats.org/drawingml/2006/main" xmlns:r="http://schemas.openxmlformats.org/officeDocument/2006/relationships" xmlns:p="http://schemas.openxmlformats.org/presentationml/2006/main">
  <p:tag name="ALIGNMENT_TARGET_X" val="751.1099853515625"/>
</p:tagLst>
</file>

<file path=ppt/tags/tag35.xml><?xml version="1.0" encoding="utf-8"?>
<p:tagLst xmlns:a="http://schemas.openxmlformats.org/drawingml/2006/main" xmlns:r="http://schemas.openxmlformats.org/officeDocument/2006/relationships" xmlns:p="http://schemas.openxmlformats.org/presentationml/2006/main">
  <p:tag name="ALIGNMENT_TARGET_X" val="770.6099853515625"/>
</p:tagLst>
</file>

<file path=ppt/tags/tag36.xml><?xml version="1.0" encoding="utf-8"?>
<p:tagLst xmlns:a="http://schemas.openxmlformats.org/drawingml/2006/main" xmlns:r="http://schemas.openxmlformats.org/officeDocument/2006/relationships" xmlns:p="http://schemas.openxmlformats.org/presentationml/2006/main">
  <p:tag name="ALIGNMENT_TARGET_X" val="750.8699951171875"/>
</p:tagLst>
</file>

<file path=ppt/tags/tag37.xml><?xml version="1.0" encoding="utf-8"?>
<p:tagLst xmlns:a="http://schemas.openxmlformats.org/drawingml/2006/main" xmlns:r="http://schemas.openxmlformats.org/officeDocument/2006/relationships" xmlns:p="http://schemas.openxmlformats.org/presentationml/2006/main">
  <p:tag name="ALIGNMENT_TARGET_X" val="71.430000305175781"/>
</p:tagLst>
</file>

<file path=ppt/tags/tag38.xml><?xml version="1.0" encoding="utf-8"?>
<p:tagLst xmlns:a="http://schemas.openxmlformats.org/drawingml/2006/main" xmlns:r="http://schemas.openxmlformats.org/officeDocument/2006/relationships" xmlns:p="http://schemas.openxmlformats.org/presentationml/2006/main">
  <p:tag name="ALIGNMENT_TARGET_X" val="71.580001831054688"/>
</p:tagLst>
</file>

<file path=ppt/tags/tag39.xml><?xml version="1.0" encoding="utf-8"?>
<p:tagLst xmlns:a="http://schemas.openxmlformats.org/drawingml/2006/main" xmlns:r="http://schemas.openxmlformats.org/officeDocument/2006/relationships" xmlns:p="http://schemas.openxmlformats.org/presentationml/2006/main">
  <p:tag name="ALIGNMENT_TARGET_X" val="59.580001831054688"/>
</p:tagLst>
</file>

<file path=ppt/tags/tag40.xml><?xml version="1.0" encoding="utf-8"?>
<p:tagLst xmlns:a="http://schemas.openxmlformats.org/drawingml/2006/main" xmlns:r="http://schemas.openxmlformats.org/officeDocument/2006/relationships" xmlns:p="http://schemas.openxmlformats.org/presentationml/2006/main">
  <p:tag name="ALIGNMENT_TARGET_X" val="87.750002861022949"/>
</p:tagLst>
</file>

<file path=ppt/tags/tag41.xml><?xml version="1.0" encoding="utf-8"?>
<p:tagLst xmlns:a="http://schemas.openxmlformats.org/drawingml/2006/main" xmlns:r="http://schemas.openxmlformats.org/officeDocument/2006/relationships" xmlns:p="http://schemas.openxmlformats.org/presentationml/2006/main">
  <p:tag name="ALIGNMENT_TARGET_X" val="149.25000190734863"/>
</p:tagLst>
</file>

<file path=ppt/tags/tag42.xml><?xml version="1.0" encoding="utf-8"?>
<p:tagLst xmlns:a="http://schemas.openxmlformats.org/drawingml/2006/main" xmlns:r="http://schemas.openxmlformats.org/officeDocument/2006/relationships" xmlns:p="http://schemas.openxmlformats.org/presentationml/2006/main">
  <p:tag name="ALIGNMENT_TARGET_X" val="210.75000286102295"/>
</p:tagLst>
</file>

<file path=ppt/tags/tag43.xml><?xml version="1.0" encoding="utf-8"?>
<p:tagLst xmlns:a="http://schemas.openxmlformats.org/drawingml/2006/main" xmlns:r="http://schemas.openxmlformats.org/officeDocument/2006/relationships" xmlns:p="http://schemas.openxmlformats.org/presentationml/2006/main">
  <p:tag name="ALIGNMENT_TARGET_X" val="71.430000305175781"/>
</p:tagLst>
</file>

<file path=ppt/tags/tag44.xml><?xml version="1.0" encoding="utf-8"?>
<p:tagLst xmlns:a="http://schemas.openxmlformats.org/drawingml/2006/main" xmlns:r="http://schemas.openxmlformats.org/officeDocument/2006/relationships" xmlns:p="http://schemas.openxmlformats.org/presentationml/2006/main">
  <p:tag name="ALIGNMENT_TARGET_X" val="71.580001831054688"/>
</p:tagLst>
</file>

<file path=ppt/tags/tag45.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6.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47.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8.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49.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50.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51.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52.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53.xml><?xml version="1.0" encoding="utf-8"?>
<p:tagLst xmlns:a="http://schemas.openxmlformats.org/drawingml/2006/main" xmlns:r="http://schemas.openxmlformats.org/officeDocument/2006/relationships" xmlns:p="http://schemas.openxmlformats.org/presentationml/2006/main">
  <p:tag name="ALIGNMENT_TARGET_X" val="512.42999267578125"/>
</p:tagLst>
</file>

<file path=ppt/tags/tag54.xml><?xml version="1.0" encoding="utf-8"?>
<p:tagLst xmlns:a="http://schemas.openxmlformats.org/drawingml/2006/main" xmlns:r="http://schemas.openxmlformats.org/officeDocument/2006/relationships" xmlns:p="http://schemas.openxmlformats.org/presentationml/2006/main">
  <p:tag name="ALIGNMENT_TARGET_X" val="512.58001708984375"/>
</p:tagLst>
</file>

<file path=ppt/tags/tag55.xml><?xml version="1.0" encoding="utf-8"?>
<p:tagLst xmlns:a="http://schemas.openxmlformats.org/drawingml/2006/main" xmlns:r="http://schemas.openxmlformats.org/officeDocument/2006/relationships" xmlns:p="http://schemas.openxmlformats.org/presentationml/2006/main">
  <p:tag name="ALIGNMENT_TARGET_X" val="512.42999267578125"/>
</p:tagLst>
</file>

<file path=ppt/tags/tag56.xml><?xml version="1.0" encoding="utf-8"?>
<p:tagLst xmlns:a="http://schemas.openxmlformats.org/drawingml/2006/main" xmlns:r="http://schemas.openxmlformats.org/officeDocument/2006/relationships" xmlns:p="http://schemas.openxmlformats.org/presentationml/2006/main">
  <p:tag name="ALIGNMENT_TARGET_X" val="522.00003504753113"/>
</p:tagLst>
</file>

<file path=ppt/tags/tag57.xml><?xml version="1.0" encoding="utf-8"?>
<p:tagLst xmlns:a="http://schemas.openxmlformats.org/drawingml/2006/main" xmlns:r="http://schemas.openxmlformats.org/officeDocument/2006/relationships" xmlns:p="http://schemas.openxmlformats.org/presentationml/2006/main">
  <p:tag name="ALIGNMENT_TARGET_X" val="544.50003504753113"/>
</p:tagLst>
</file>

<file path=ppt/tags/tag58.xml><?xml version="1.0" encoding="utf-8"?>
<p:tagLst xmlns:a="http://schemas.openxmlformats.org/drawingml/2006/main" xmlns:r="http://schemas.openxmlformats.org/officeDocument/2006/relationships" xmlns:p="http://schemas.openxmlformats.org/presentationml/2006/main">
  <p:tag name="ALIGNMENT_TARGET_X" val="567.00003504753113"/>
</p:tagLst>
</file>

<file path=ppt/tags/tag59.xml><?xml version="1.0" encoding="utf-8"?>
<p:tagLst xmlns:a="http://schemas.openxmlformats.org/drawingml/2006/main" xmlns:r="http://schemas.openxmlformats.org/officeDocument/2006/relationships" xmlns:p="http://schemas.openxmlformats.org/presentationml/2006/main">
  <p:tag name="ALIGNMENT_TARGET_X" val="589.50003504753113"/>
</p:tagLst>
</file>

<file path=ppt/tags/tag60.xml><?xml version="1.0" encoding="utf-8"?>
<p:tagLst xmlns:a="http://schemas.openxmlformats.org/drawingml/2006/main" xmlns:r="http://schemas.openxmlformats.org/officeDocument/2006/relationships" xmlns:p="http://schemas.openxmlformats.org/presentationml/2006/main">
  <p:tag name="ALIGNMENT_TARGET_X" val="612.00003504753113"/>
</p:tagLst>
</file>

<file path=ppt/tags/tag61.xml><?xml version="1.0" encoding="utf-8"?>
<p:tagLst xmlns:a="http://schemas.openxmlformats.org/drawingml/2006/main" xmlns:r="http://schemas.openxmlformats.org/officeDocument/2006/relationships" xmlns:p="http://schemas.openxmlformats.org/presentationml/2006/main">
  <p:tag name="ALIGNMENT_TARGET_X" val="629.6099853515625"/>
</p:tagLst>
</file>

<file path=ppt/tags/tag62.xml><?xml version="1.0" encoding="utf-8"?>
<p:tagLst xmlns:a="http://schemas.openxmlformats.org/drawingml/2006/main" xmlns:r="http://schemas.openxmlformats.org/officeDocument/2006/relationships" xmlns:p="http://schemas.openxmlformats.org/presentationml/2006/main">
  <p:tag name="ALIGNMENT_TARGET_X" val="590.24998092651367"/>
</p:tagLst>
</file>

<file path=ppt/tags/tag63.xml><?xml version="1.0" encoding="utf-8"?>
<p:tagLst xmlns:a="http://schemas.openxmlformats.org/drawingml/2006/main" xmlns:r="http://schemas.openxmlformats.org/officeDocument/2006/relationships" xmlns:p="http://schemas.openxmlformats.org/presentationml/2006/main">
  <p:tag name="ALIGNMENT_TARGET_X" val="528.74998760223389"/>
</p:tagLst>
</file>

<file path=ppt/tags/tag64.xml><?xml version="1.0" encoding="utf-8"?>
<p:tagLst xmlns:a="http://schemas.openxmlformats.org/drawingml/2006/main" xmlns:r="http://schemas.openxmlformats.org/officeDocument/2006/relationships" xmlns:p="http://schemas.openxmlformats.org/presentationml/2006/main">
  <p:tag name="ALIGNMENT_TARGET_X" val="590.24998760223389"/>
</p:tagLst>
</file>

<file path=ppt/tags/tag65.xml><?xml version="1.0" encoding="utf-8"?>
<p:tagLst xmlns:a="http://schemas.openxmlformats.org/drawingml/2006/main" xmlns:r="http://schemas.openxmlformats.org/officeDocument/2006/relationships" xmlns:p="http://schemas.openxmlformats.org/presentationml/2006/main">
  <p:tag name="ALIGNMENT_TARGET_X" val="651.75000190734863"/>
</p:tagLst>
</file>

<file path=ppt/tags/tag66.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7.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8.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9.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70.xml><?xml version="1.0" encoding="utf-8"?>
<p:tagLst xmlns:a="http://schemas.openxmlformats.org/drawingml/2006/main" xmlns:r="http://schemas.openxmlformats.org/officeDocument/2006/relationships" xmlns:p="http://schemas.openxmlformats.org/presentationml/2006/main">
  <p:tag name="ALIGNMENT_TARGET_X" val="810.74999237060547"/>
</p:tagLst>
</file>

<file path=ppt/tags/tag71.xml><?xml version="1.0" encoding="utf-8"?>
<p:tagLst xmlns:a="http://schemas.openxmlformats.org/drawingml/2006/main" xmlns:r="http://schemas.openxmlformats.org/officeDocument/2006/relationships" xmlns:p="http://schemas.openxmlformats.org/presentationml/2006/main">
  <p:tag name="ALIGNMENT_TARGET_X" val="479.99995422363281"/>
</p:tagLst>
</file>

<file path=ppt/tags/tag7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7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7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7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76.xml><?xml version="1.0" encoding="utf-8"?>
<p:tagLst xmlns:a="http://schemas.openxmlformats.org/drawingml/2006/main" xmlns:r="http://schemas.openxmlformats.org/officeDocument/2006/relationships" xmlns:p="http://schemas.openxmlformats.org/presentationml/2006/main">
  <p:tag name="ALIGNMENT_TARGET_X" val="65.459999084472656"/>
</p:tagLst>
</file>

<file path=ppt/tags/tag77.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8.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9.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80.xml><?xml version="1.0" encoding="utf-8"?>
<p:tagLst xmlns:a="http://schemas.openxmlformats.org/drawingml/2006/main" xmlns:r="http://schemas.openxmlformats.org/officeDocument/2006/relationships" xmlns:p="http://schemas.openxmlformats.org/presentationml/2006/main">
  <p:tag name="ALIGNMENT_TARGET_X" val="389.16000366210938"/>
</p:tagLst>
</file>

<file path=ppt/tags/tag81.xml><?xml version="1.0" encoding="utf-8"?>
<p:tagLst xmlns:a="http://schemas.openxmlformats.org/drawingml/2006/main" xmlns:r="http://schemas.openxmlformats.org/officeDocument/2006/relationships" xmlns:p="http://schemas.openxmlformats.org/presentationml/2006/main">
  <p:tag name="ALIGNMENT_TARGET_X" val="389.45999145507813"/>
</p:tagLst>
</file>

<file path=ppt/tags/tag82.xml><?xml version="1.0" encoding="utf-8"?>
<p:tagLst xmlns:a="http://schemas.openxmlformats.org/drawingml/2006/main" xmlns:r="http://schemas.openxmlformats.org/officeDocument/2006/relationships" xmlns:p="http://schemas.openxmlformats.org/presentationml/2006/main">
  <p:tag name="ALIGNMENT_TARGET_X" val="389.54998779296875"/>
</p:tagLst>
</file>

<file path=ppt/tags/tag83.xml><?xml version="1.0" encoding="utf-8"?>
<p:tagLst xmlns:a="http://schemas.openxmlformats.org/drawingml/2006/main" xmlns:r="http://schemas.openxmlformats.org/officeDocument/2006/relationships" xmlns:p="http://schemas.openxmlformats.org/presentationml/2006/main">
  <p:tag name="ALIGNMENT_TARGET_X" val="520.49997520446777"/>
</p:tagLst>
</file>

<file path=ppt/tags/tag84.xml><?xml version="1.0" encoding="utf-8"?>
<p:tagLst xmlns:a="http://schemas.openxmlformats.org/drawingml/2006/main" xmlns:r="http://schemas.openxmlformats.org/officeDocument/2006/relationships" xmlns:p="http://schemas.openxmlformats.org/presentationml/2006/main">
  <p:tag name="ALIGNMENT_TARGET_X" val="389.16000366210938"/>
</p:tagLst>
</file>

<file path=ppt/tags/tag85.xml><?xml version="1.0" encoding="utf-8"?>
<p:tagLst xmlns:a="http://schemas.openxmlformats.org/drawingml/2006/main" xmlns:r="http://schemas.openxmlformats.org/officeDocument/2006/relationships" xmlns:p="http://schemas.openxmlformats.org/presentationml/2006/main">
  <p:tag name="ALIGNMENT_TARGET_X" val="389.45999145507813"/>
</p:tagLst>
</file>

<file path=ppt/tags/tag86.xml><?xml version="1.0" encoding="utf-8"?>
<p:tagLst xmlns:a="http://schemas.openxmlformats.org/drawingml/2006/main" xmlns:r="http://schemas.openxmlformats.org/officeDocument/2006/relationships" xmlns:p="http://schemas.openxmlformats.org/presentationml/2006/main">
  <p:tag name="ALIGNMENT_TARGET_X" val="389.54998779296875"/>
</p:tagLst>
</file>

<file path=ppt/tags/tag87.xml><?xml version="1.0" encoding="utf-8"?>
<p:tagLst xmlns:a="http://schemas.openxmlformats.org/drawingml/2006/main" xmlns:r="http://schemas.openxmlformats.org/officeDocument/2006/relationships" xmlns:p="http://schemas.openxmlformats.org/presentationml/2006/main">
  <p:tag name="ALIGNMENT_TARGET_X" val="520.50000381469727"/>
</p:tagLst>
</file>

<file path=ppt/tags/tag88.xml><?xml version="1.0" encoding="utf-8"?>
<p:tagLst xmlns:a="http://schemas.openxmlformats.org/drawingml/2006/main" xmlns:r="http://schemas.openxmlformats.org/officeDocument/2006/relationships" xmlns:p="http://schemas.openxmlformats.org/presentationml/2006/main">
  <p:tag name="ALIGNMENT_TARGET_X" val="636.5999755859375"/>
</p:tagLst>
</file>

<file path=ppt/tags/tag89.xml><?xml version="1.0" encoding="utf-8"?>
<p:tagLst xmlns:a="http://schemas.openxmlformats.org/drawingml/2006/main" xmlns:r="http://schemas.openxmlformats.org/officeDocument/2006/relationships" xmlns:p="http://schemas.openxmlformats.org/presentationml/2006/main">
  <p:tag name="ALIGNMENT_TARGET_X" val="636.8699951171875"/>
</p:tagLst>
</file>

<file path=ppt/tags/tag90.xml><?xml version="1.0" encoding="utf-8"?>
<p:tagLst xmlns:a="http://schemas.openxmlformats.org/drawingml/2006/main" xmlns:r="http://schemas.openxmlformats.org/officeDocument/2006/relationships" xmlns:p="http://schemas.openxmlformats.org/presentationml/2006/main">
  <p:tag name="ALIGNMENT_TARGET_X" val="636.96002197265625"/>
</p:tagLst>
</file>

<file path=ppt/tags/tag91.xml><?xml version="1.0" encoding="utf-8"?>
<p:tagLst xmlns:a="http://schemas.openxmlformats.org/drawingml/2006/main" xmlns:r="http://schemas.openxmlformats.org/officeDocument/2006/relationships" xmlns:p="http://schemas.openxmlformats.org/presentationml/2006/main">
  <p:tag name="ALIGNMENT_TARGET_X" val="636.96002197265625"/>
</p:tagLst>
</file>

<file path=ppt/tags/tag92.xml><?xml version="1.0" encoding="utf-8"?>
<p:tagLst xmlns:a="http://schemas.openxmlformats.org/drawingml/2006/main" xmlns:r="http://schemas.openxmlformats.org/officeDocument/2006/relationships" xmlns:p="http://schemas.openxmlformats.org/presentationml/2006/main">
  <p:tag name="ALIGNMENT_TARGET_X" val="757.04998779296875"/>
</p:tagLst>
</file>

<file path=ppt/tags/tag93.xml><?xml version="1.0" encoding="utf-8"?>
<p:tagLst xmlns:a="http://schemas.openxmlformats.org/drawingml/2006/main" xmlns:r="http://schemas.openxmlformats.org/officeDocument/2006/relationships" xmlns:p="http://schemas.openxmlformats.org/presentationml/2006/main">
  <p:tag name="ALIGNMENT_TARGET_X" val="480"/>
</p:tagLst>
</file>

<file path=ppt/tags/tag94.xml><?xml version="1.0" encoding="utf-8"?>
<p:tagLst xmlns:a="http://schemas.openxmlformats.org/drawingml/2006/main" xmlns:r="http://schemas.openxmlformats.org/officeDocument/2006/relationships" xmlns:p="http://schemas.openxmlformats.org/presentationml/2006/main">
  <p:tag name="ALIGNMENT_TARGET_X" val="47.4900016784668"/>
</p:tagLst>
</file>

<file path=ppt/tags/tag95.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96.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97.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98.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99.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00.xml><?xml version="1.0" encoding="utf-8"?>
<p:tagLst xmlns:a="http://schemas.openxmlformats.org/drawingml/2006/main" xmlns:r="http://schemas.openxmlformats.org/officeDocument/2006/relationships" xmlns:p="http://schemas.openxmlformats.org/presentationml/2006/main">
  <p:tag name="ALIGNMENT_TARGET_X" val="47.279998779296875"/>
</p:tagLst>
</file>

<file path=ppt/tags/tag101.xml><?xml version="1.0" encoding="utf-8"?>
<p:tagLst xmlns:a="http://schemas.openxmlformats.org/drawingml/2006/main" xmlns:r="http://schemas.openxmlformats.org/officeDocument/2006/relationships" xmlns:p="http://schemas.openxmlformats.org/presentationml/2006/main">
  <p:tag name="ALIGNMENT_TARGET_X" val="349.82998657226563"/>
</p:tagLst>
</file>

<file path=ppt/tags/tag102.xml><?xml version="1.0" encoding="utf-8"?>
<p:tagLst xmlns:a="http://schemas.openxmlformats.org/drawingml/2006/main" xmlns:r="http://schemas.openxmlformats.org/officeDocument/2006/relationships" xmlns:p="http://schemas.openxmlformats.org/presentationml/2006/main">
  <p:tag name="ALIGNMENT_TARGET_X" val="349.52999877929688"/>
</p:tagLst>
</file>

<file path=ppt/tags/tag103.xml><?xml version="1.0" encoding="utf-8"?>
<p:tagLst xmlns:a="http://schemas.openxmlformats.org/drawingml/2006/main" xmlns:r="http://schemas.openxmlformats.org/officeDocument/2006/relationships" xmlns:p="http://schemas.openxmlformats.org/presentationml/2006/main">
  <p:tag name="ALIGNMENT_TARGET_X" val="652.08001708984375"/>
</p:tagLst>
</file>

<file path=ppt/tags/tag104.xml><?xml version="1.0" encoding="utf-8"?>
<p:tagLst xmlns:a="http://schemas.openxmlformats.org/drawingml/2006/main" xmlns:r="http://schemas.openxmlformats.org/officeDocument/2006/relationships" xmlns:p="http://schemas.openxmlformats.org/presentationml/2006/main">
  <p:tag name="ALIGNMENT_TARGET_X" val="651.780029296875"/>
</p:tagLst>
</file>

<file path=ppt/tags/tag105.xml><?xml version="1.0" encoding="utf-8"?>
<p:tagLst xmlns:a="http://schemas.openxmlformats.org/drawingml/2006/main" xmlns:r="http://schemas.openxmlformats.org/officeDocument/2006/relationships" xmlns:p="http://schemas.openxmlformats.org/presentationml/2006/main">
  <p:tag name="ALIGNMENT_TARGET_X" val="107.37000274658203"/>
</p:tagLst>
</file>

<file path=ppt/tags/tag106.xml><?xml version="1.0" encoding="utf-8"?>
<p:tagLst xmlns:a="http://schemas.openxmlformats.org/drawingml/2006/main" xmlns:r="http://schemas.openxmlformats.org/officeDocument/2006/relationships" xmlns:p="http://schemas.openxmlformats.org/presentationml/2006/main">
  <p:tag name="ALIGNMENT_TARGET_X" val="177.74996376037598"/>
</p:tagLst>
</file>

<file path=ppt/tags/tag107.xml><?xml version="1.0" encoding="utf-8"?>
<p:tagLst xmlns:a="http://schemas.openxmlformats.org/drawingml/2006/main" xmlns:r="http://schemas.openxmlformats.org/officeDocument/2006/relationships" xmlns:p="http://schemas.openxmlformats.org/presentationml/2006/main">
  <p:tag name="ALIGNMENT_TARGET_X" val="107.37000274658203"/>
</p:tagLst>
</file>

<file path=ppt/tags/tag108.xml><?xml version="1.0" encoding="utf-8"?>
<p:tagLst xmlns:a="http://schemas.openxmlformats.org/drawingml/2006/main" xmlns:r="http://schemas.openxmlformats.org/officeDocument/2006/relationships" xmlns:p="http://schemas.openxmlformats.org/presentationml/2006/main">
  <p:tag name="ALIGNMENT_TARGET_X" val="177.75004577636719"/>
</p:tagLst>
</file>

<file path=ppt/tags/tag109.xml><?xml version="1.0" encoding="utf-8"?>
<p:tagLst xmlns:a="http://schemas.openxmlformats.org/drawingml/2006/main" xmlns:r="http://schemas.openxmlformats.org/officeDocument/2006/relationships" xmlns:p="http://schemas.openxmlformats.org/presentationml/2006/main">
  <p:tag name="ALIGNMENT_TARGET_X" val="177.74996185302734"/>
</p:tagLst>
</file>

<file path=ppt/tags/tag110.xml><?xml version="1.0" encoding="utf-8"?>
<p:tagLst xmlns:a="http://schemas.openxmlformats.org/drawingml/2006/main" xmlns:r="http://schemas.openxmlformats.org/officeDocument/2006/relationships" xmlns:p="http://schemas.openxmlformats.org/presentationml/2006/main">
  <p:tag name="ALIGNMENT_TARGET_X" val="433.58999633789063"/>
</p:tagLst>
</file>

<file path=ppt/tags/tag111.xml><?xml version="1.0" encoding="utf-8"?>
<p:tagLst xmlns:a="http://schemas.openxmlformats.org/drawingml/2006/main" xmlns:r="http://schemas.openxmlformats.org/officeDocument/2006/relationships" xmlns:p="http://schemas.openxmlformats.org/presentationml/2006/main">
  <p:tag name="ALIGNMENT_TARGET_X" val="433.70999145507813"/>
</p:tagLst>
</file>

<file path=ppt/tags/tag112.xml><?xml version="1.0" encoding="utf-8"?>
<p:tagLst xmlns:a="http://schemas.openxmlformats.org/drawingml/2006/main" xmlns:r="http://schemas.openxmlformats.org/officeDocument/2006/relationships" xmlns:p="http://schemas.openxmlformats.org/presentationml/2006/main">
  <p:tag name="ALIGNMENT_TARGET_X" val="372.74995374679565"/>
</p:tagLst>
</file>

<file path=ppt/tags/tag113.xml><?xml version="1.0" encoding="utf-8"?>
<p:tagLst xmlns:a="http://schemas.openxmlformats.org/drawingml/2006/main" xmlns:r="http://schemas.openxmlformats.org/officeDocument/2006/relationships" xmlns:p="http://schemas.openxmlformats.org/presentationml/2006/main">
  <p:tag name="ALIGNMENT_TARGET_X" val="425.24995374679565"/>
</p:tagLst>
</file>

<file path=ppt/tags/tag114.xml><?xml version="1.0" encoding="utf-8"?>
<p:tagLst xmlns:a="http://schemas.openxmlformats.org/drawingml/2006/main" xmlns:r="http://schemas.openxmlformats.org/officeDocument/2006/relationships" xmlns:p="http://schemas.openxmlformats.org/presentationml/2006/main">
  <p:tag name="ALIGNMENT_TARGET_X" val="477.74995374679565"/>
</p:tagLst>
</file>

<file path=ppt/tags/tag115.xml><?xml version="1.0" encoding="utf-8"?>
<p:tagLst xmlns:a="http://schemas.openxmlformats.org/drawingml/2006/main" xmlns:r="http://schemas.openxmlformats.org/officeDocument/2006/relationships" xmlns:p="http://schemas.openxmlformats.org/presentationml/2006/main">
  <p:tag name="ALIGNMENT_TARGET_X" val="530.24995374679565"/>
</p:tagLst>
</file>

<file path=ppt/tags/tag116.xml><?xml version="1.0" encoding="utf-8"?>
<p:tagLst xmlns:a="http://schemas.openxmlformats.org/drawingml/2006/main" xmlns:r="http://schemas.openxmlformats.org/officeDocument/2006/relationships" xmlns:p="http://schemas.openxmlformats.org/presentationml/2006/main">
  <p:tag name="ALIGNMENT_TARGET_X" val="582.74995374679565"/>
</p:tagLst>
</file>

<file path=ppt/tags/tag117.xml><?xml version="1.0" encoding="utf-8"?>
<p:tagLst xmlns:a="http://schemas.openxmlformats.org/drawingml/2006/main" xmlns:r="http://schemas.openxmlformats.org/officeDocument/2006/relationships" xmlns:p="http://schemas.openxmlformats.org/presentationml/2006/main">
  <p:tag name="ALIGNMENT_TARGET_X" val="349.58999633789063"/>
</p:tagLst>
</file>

<file path=ppt/tags/tag118.xml><?xml version="1.0" encoding="utf-8"?>
<p:tagLst xmlns:a="http://schemas.openxmlformats.org/drawingml/2006/main" xmlns:r="http://schemas.openxmlformats.org/officeDocument/2006/relationships" xmlns:p="http://schemas.openxmlformats.org/presentationml/2006/main">
  <p:tag name="ALIGNMENT_TARGET_X" val="349.76998901367188"/>
</p:tagLst>
</file>

<file path=ppt/tags/tag119.xml><?xml version="1.0" encoding="utf-8"?>
<p:tagLst xmlns:a="http://schemas.openxmlformats.org/drawingml/2006/main" xmlns:r="http://schemas.openxmlformats.org/officeDocument/2006/relationships" xmlns:p="http://schemas.openxmlformats.org/presentationml/2006/main">
  <p:tag name="ALIGNMENT_TARGET_X" val="782.25"/>
</p:tagLst>
</file>

<file path=ppt/tags/tag120.xml><?xml version="1.0" encoding="utf-8"?>
<p:tagLst xmlns:a="http://schemas.openxmlformats.org/drawingml/2006/main" xmlns:r="http://schemas.openxmlformats.org/officeDocument/2006/relationships" xmlns:p="http://schemas.openxmlformats.org/presentationml/2006/main">
  <p:tag name="ALIGNMENT_TARGET_X" val="782.25002670288086"/>
</p:tagLst>
</file>

<file path=ppt/tags/tag121.xml><?xml version="1.0" encoding="utf-8"?>
<p:tagLst xmlns:a="http://schemas.openxmlformats.org/drawingml/2006/main" xmlns:r="http://schemas.openxmlformats.org/officeDocument/2006/relationships" xmlns:p="http://schemas.openxmlformats.org/presentationml/2006/main">
  <p:tag name="ALIGNMENT_TARGET_X" val="692.25006008148193"/>
</p:tagLst>
</file>

<file path=ppt/tags/tag122.xml><?xml version="1.0" encoding="utf-8"?>
<p:tagLst xmlns:a="http://schemas.openxmlformats.org/drawingml/2006/main" xmlns:r="http://schemas.openxmlformats.org/officeDocument/2006/relationships" xmlns:p="http://schemas.openxmlformats.org/presentationml/2006/main">
  <p:tag name="ALIGNMENT_TARGET_X" val="782.25006008148193"/>
</p:tagLst>
</file>

<file path=ppt/tags/tag123.xml><?xml version="1.0" encoding="utf-8"?>
<p:tagLst xmlns:a="http://schemas.openxmlformats.org/drawingml/2006/main" xmlns:r="http://schemas.openxmlformats.org/officeDocument/2006/relationships" xmlns:p="http://schemas.openxmlformats.org/presentationml/2006/main">
  <p:tag name="ALIGNMENT_TARGET_X" val="872.24998092651367"/>
</p:tagLst>
</file>

<file path=ppt/tags/tag124.xml><?xml version="1.0" encoding="utf-8"?>
<p:tagLst xmlns:a="http://schemas.openxmlformats.org/drawingml/2006/main" xmlns:r="http://schemas.openxmlformats.org/officeDocument/2006/relationships" xmlns:p="http://schemas.openxmlformats.org/presentationml/2006/main">
  <p:tag name="ALIGNMENT_TARGET_X" val="651.84002685546875"/>
</p:tagLst>
</file>

<file path=ppt/tags/tag125.xml><?xml version="1.0" encoding="utf-8"?>
<p:tagLst xmlns:a="http://schemas.openxmlformats.org/drawingml/2006/main" xmlns:r="http://schemas.openxmlformats.org/officeDocument/2006/relationships" xmlns:p="http://schemas.openxmlformats.org/presentationml/2006/main">
  <p:tag name="ALIGNMENT_TARGET_X" val="652.02001953125"/>
</p:tagLst>
</file>

<file path=ppt/tags/tag126.xml><?xml version="1.0" encoding="utf-8"?>
<p:tagLst xmlns:a="http://schemas.openxmlformats.org/drawingml/2006/main" xmlns:r="http://schemas.openxmlformats.org/officeDocument/2006/relationships" xmlns:p="http://schemas.openxmlformats.org/presentationml/2006/main">
  <p:tag name="ALIGNMENT_TARGET_X" val="83.4000015258789"/>
</p:tagLst>
</file>

<file path=ppt/tags/tag127.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28.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29.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30.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31.xml><?xml version="1.0" encoding="utf-8"?>
<p:tagLst xmlns:a="http://schemas.openxmlformats.org/drawingml/2006/main" xmlns:r="http://schemas.openxmlformats.org/officeDocument/2006/relationships" xmlns:p="http://schemas.openxmlformats.org/presentationml/2006/main">
  <p:tag name="ALIGNMENT_TARGET_X" val="65.5199966430664"/>
</p:tagLst>
</file>

<file path=ppt/tags/tag132.xml><?xml version="1.0" encoding="utf-8"?>
<p:tagLst xmlns:a="http://schemas.openxmlformats.org/drawingml/2006/main" xmlns:r="http://schemas.openxmlformats.org/officeDocument/2006/relationships" xmlns:p="http://schemas.openxmlformats.org/presentationml/2006/main">
  <p:tag name="ALIGNMENT_TARGET_X" val="149.24999618530273"/>
</p:tagLst>
</file>

<file path=ppt/tags/tag133.xml><?xml version="1.0" encoding="utf-8"?>
<p:tagLst xmlns:a="http://schemas.openxmlformats.org/drawingml/2006/main" xmlns:r="http://schemas.openxmlformats.org/officeDocument/2006/relationships" xmlns:p="http://schemas.openxmlformats.org/presentationml/2006/main">
  <p:tag name="ALIGNMENT_TARGET_X" val="149.24996185302734"/>
</p:tagLst>
</file>

<file path=ppt/tags/tag134.xml><?xml version="1.0" encoding="utf-8"?>
<p:tagLst xmlns:a="http://schemas.openxmlformats.org/drawingml/2006/main" xmlns:r="http://schemas.openxmlformats.org/officeDocument/2006/relationships" xmlns:p="http://schemas.openxmlformats.org/presentationml/2006/main">
  <p:tag name="ALIGNMENT_TARGET_X" val="286.01998901367188"/>
</p:tagLst>
</file>

<file path=ppt/tags/tag135.xml><?xml version="1.0" encoding="utf-8"?>
<p:tagLst xmlns:a="http://schemas.openxmlformats.org/drawingml/2006/main" xmlns:r="http://schemas.openxmlformats.org/officeDocument/2006/relationships" xmlns:p="http://schemas.openxmlformats.org/presentationml/2006/main">
  <p:tag name="ALIGNMENT_TARGET_X" val="369.75000381469727"/>
</p:tagLst>
</file>

<file path=ppt/tags/tag136.xml><?xml version="1.0" encoding="utf-8"?>
<p:tagLst xmlns:a="http://schemas.openxmlformats.org/drawingml/2006/main" xmlns:r="http://schemas.openxmlformats.org/officeDocument/2006/relationships" xmlns:p="http://schemas.openxmlformats.org/presentationml/2006/main">
  <p:tag name="ALIGNMENT_TARGET_X" val="369.75001525878906"/>
</p:tagLst>
</file>

<file path=ppt/tags/tag137.xml><?xml version="1.0" encoding="utf-8"?>
<p:tagLst xmlns:a="http://schemas.openxmlformats.org/drawingml/2006/main" xmlns:r="http://schemas.openxmlformats.org/officeDocument/2006/relationships" xmlns:p="http://schemas.openxmlformats.org/presentationml/2006/main">
  <p:tag name="ALIGNMENT_TARGET_X" val="506.51998901367188"/>
</p:tagLst>
</file>

<file path=ppt/tags/tag138.xml><?xml version="1.0" encoding="utf-8"?>
<p:tagLst xmlns:a="http://schemas.openxmlformats.org/drawingml/2006/main" xmlns:r="http://schemas.openxmlformats.org/officeDocument/2006/relationships" xmlns:p="http://schemas.openxmlformats.org/presentationml/2006/main">
  <p:tag name="ALIGNMENT_TARGET_X" val="590.25000381469727"/>
</p:tagLst>
</file>

<file path=ppt/tags/tag139.xml><?xml version="1.0" encoding="utf-8"?>
<p:tagLst xmlns:a="http://schemas.openxmlformats.org/drawingml/2006/main" xmlns:r="http://schemas.openxmlformats.org/officeDocument/2006/relationships" xmlns:p="http://schemas.openxmlformats.org/presentationml/2006/main">
  <p:tag name="ALIGNMENT_TARGET_X" val="590.25003051757813"/>
</p:tagLst>
</file>

<file path=ppt/tags/tag140.xml><?xml version="1.0" encoding="utf-8"?>
<p:tagLst xmlns:a="http://schemas.openxmlformats.org/drawingml/2006/main" xmlns:r="http://schemas.openxmlformats.org/officeDocument/2006/relationships" xmlns:p="http://schemas.openxmlformats.org/presentationml/2006/main">
  <p:tag name="ALIGNMENT_TARGET_X" val="727.02001953125"/>
</p:tagLst>
</file>

<file path=ppt/tags/tag141.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142.xml><?xml version="1.0" encoding="utf-8"?>
<p:tagLst xmlns:a="http://schemas.openxmlformats.org/drawingml/2006/main" xmlns:r="http://schemas.openxmlformats.org/officeDocument/2006/relationships" xmlns:p="http://schemas.openxmlformats.org/presentationml/2006/main">
  <p:tag name="ALIGNMENT_TARGET_X" val="810.75003051757813"/>
</p:tagLst>
</file>

<file path=ppt/tags/tag143.xml><?xml version="1.0" encoding="utf-8"?>
<p:tagLst xmlns:a="http://schemas.openxmlformats.org/drawingml/2006/main" xmlns:r="http://schemas.openxmlformats.org/officeDocument/2006/relationships" xmlns:p="http://schemas.openxmlformats.org/presentationml/2006/main">
  <p:tag name="ALIGNMENT_TARGET_X" val="371.42999267578125"/>
</p:tagLst>
</file>

<file path=ppt/tags/tag144.xml><?xml version="1.0" encoding="utf-8"?>
<p:tagLst xmlns:a="http://schemas.openxmlformats.org/drawingml/2006/main" xmlns:r="http://schemas.openxmlformats.org/officeDocument/2006/relationships" xmlns:p="http://schemas.openxmlformats.org/presentationml/2006/main">
  <p:tag name="ALIGNMENT_TARGET_X" val="47.220001220703125"/>
</p:tagLst>
</file>

<file path=ppt/tags/tag145.xml><?xml version="1.0" encoding="utf-8"?>
<p:tagLst xmlns:a="http://schemas.openxmlformats.org/drawingml/2006/main" xmlns:r="http://schemas.openxmlformats.org/officeDocument/2006/relationships" xmlns:p="http://schemas.openxmlformats.org/presentationml/2006/main">
  <p:tag name="ALIGNMENT_TARGET_X" val="47.459999084472656"/>
</p:tagLst>
</file>

<file path=ppt/tags/tag146.xml><?xml version="1.0" encoding="utf-8"?>
<p:tagLst xmlns:a="http://schemas.openxmlformats.org/drawingml/2006/main" xmlns:r="http://schemas.openxmlformats.org/officeDocument/2006/relationships" xmlns:p="http://schemas.openxmlformats.org/presentationml/2006/main">
  <p:tag name="ALIGNMENT_TARGET_X" val="47.549999237060547"/>
</p:tagLst>
</file>

<file path=ppt/tags/tag147.xml><?xml version="1.0" encoding="utf-8"?>
<p:tagLst xmlns:a="http://schemas.openxmlformats.org/drawingml/2006/main" xmlns:r="http://schemas.openxmlformats.org/officeDocument/2006/relationships" xmlns:p="http://schemas.openxmlformats.org/presentationml/2006/main">
  <p:tag name="ALIGNMENT_TARGET_X" val="568.5"/>
</p:tagLst>
</file>

<file path=ppt/tags/tag148.xml><?xml version="1.0" encoding="utf-8"?>
<p:tagLst xmlns:a="http://schemas.openxmlformats.org/drawingml/2006/main" xmlns:r="http://schemas.openxmlformats.org/officeDocument/2006/relationships" xmlns:p="http://schemas.openxmlformats.org/presentationml/2006/main">
  <p:tag name="ALIGNMENT_TARGET_X" val="569.52001953125"/>
</p:tagLst>
</file>

<file path=ppt/tags/tag149.xml><?xml version="1.0" encoding="utf-8"?>
<p:tagLst xmlns:a="http://schemas.openxmlformats.org/drawingml/2006/main" xmlns:r="http://schemas.openxmlformats.org/officeDocument/2006/relationships" xmlns:p="http://schemas.openxmlformats.org/presentationml/2006/main">
  <p:tag name="ALIGNMENT_TARGET_X" val="739.5"/>
</p:tagLst>
</file>

<file path=ppt/tags/tag150.xml><?xml version="1.0" encoding="utf-8"?>
<p:tagLst xmlns:a="http://schemas.openxmlformats.org/drawingml/2006/main" xmlns:r="http://schemas.openxmlformats.org/officeDocument/2006/relationships" xmlns:p="http://schemas.openxmlformats.org/presentationml/2006/main">
  <p:tag name="ALIGNMENT_TARGET_X" val="740.52001953125"/>
</p:tagLst>
</file>

<file path=ppt/tags/tag151.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52.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5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54.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55.xml><?xml version="1.0" encoding="utf-8"?>
<p:tagLst xmlns:a="http://schemas.openxmlformats.org/drawingml/2006/main" xmlns:r="http://schemas.openxmlformats.org/officeDocument/2006/relationships" xmlns:p="http://schemas.openxmlformats.org/presentationml/2006/main">
  <p:tag name="ALIGNMENT_TARGET_X" val="47.459999084472656"/>
</p:tagLst>
</file>

<file path=ppt/tags/tag156.xml><?xml version="1.0" encoding="utf-8"?>
<p:tagLst xmlns:a="http://schemas.openxmlformats.org/drawingml/2006/main" xmlns:r="http://schemas.openxmlformats.org/officeDocument/2006/relationships" xmlns:p="http://schemas.openxmlformats.org/presentationml/2006/main">
  <p:tag name="ALIGNMENT_TARGET_X" val="708.96002197265625"/>
</p:tagLst>
</file>

<file path=ppt/tags/tag157.xml><?xml version="1.0" encoding="utf-8"?>
<p:tagLst xmlns:a="http://schemas.openxmlformats.org/drawingml/2006/main" xmlns:r="http://schemas.openxmlformats.org/officeDocument/2006/relationships" xmlns:p="http://schemas.openxmlformats.org/presentationml/2006/main">
  <p:tag name="ALIGNMENT_TARGET_X" val="708"/>
</p:tagLst>
</file>

<file path=ppt/tags/tag158.xml><?xml version="1.0" encoding="utf-8"?>
<p:tagLst xmlns:a="http://schemas.openxmlformats.org/drawingml/2006/main" xmlns:r="http://schemas.openxmlformats.org/officeDocument/2006/relationships" xmlns:p="http://schemas.openxmlformats.org/presentationml/2006/main">
  <p:tag name="ALIGNMENT_TARGET_X" val="708.96002197265625"/>
</p:tagLst>
</file>

<file path=ppt/tags/tag159.xml><?xml version="1.0" encoding="utf-8"?>
<p:tagLst xmlns:a="http://schemas.openxmlformats.org/drawingml/2006/main" xmlns:r="http://schemas.openxmlformats.org/officeDocument/2006/relationships" xmlns:p="http://schemas.openxmlformats.org/presentationml/2006/main">
  <p:tag name="ALIGNMENT_TARGET_X" val="709.02001953125"/>
</p:tagLst>
</file>

<file path=ppt/tags/tag160.xml><?xml version="1.0" encoding="utf-8"?>
<p:tagLst xmlns:a="http://schemas.openxmlformats.org/drawingml/2006/main" xmlns:r="http://schemas.openxmlformats.org/officeDocument/2006/relationships" xmlns:p="http://schemas.openxmlformats.org/presentationml/2006/main">
  <p:tag name="ALIGNMENT_TARGET_X" val="709.02001953125"/>
</p:tagLst>
</file>

<file path=ppt/tags/tag161.xml><?xml version="1.0" encoding="utf-8"?>
<p:tagLst xmlns:a="http://schemas.openxmlformats.org/drawingml/2006/main" xmlns:r="http://schemas.openxmlformats.org/officeDocument/2006/relationships" xmlns:p="http://schemas.openxmlformats.org/presentationml/2006/main">
  <p:tag name="ALIGNMENT_TARGET_X" val="68.4000015258789"/>
</p:tagLst>
</file>

<file path=ppt/tags/tag162.xml><?xml version="1.0" encoding="utf-8"?>
<p:tagLst xmlns:a="http://schemas.openxmlformats.org/drawingml/2006/main" xmlns:r="http://schemas.openxmlformats.org/officeDocument/2006/relationships" xmlns:p="http://schemas.openxmlformats.org/presentationml/2006/main">
  <p:tag name="ALIGNMENT_TARGET_X" val="149.99999237060547"/>
</p:tagLst>
</file>

<file path=ppt/tags/tag163.xml><?xml version="1.0" encoding="utf-8"?>
<p:tagLst xmlns:a="http://schemas.openxmlformats.org/drawingml/2006/main" xmlns:r="http://schemas.openxmlformats.org/officeDocument/2006/relationships" xmlns:p="http://schemas.openxmlformats.org/presentationml/2006/main">
  <p:tag name="ALIGNMENT_TARGET_X" val="382.50003719329834"/>
</p:tagLst>
</file>

<file path=ppt/tags/tag164.xml><?xml version="1.0" encoding="utf-8"?>
<p:tagLst xmlns:a="http://schemas.openxmlformats.org/drawingml/2006/main" xmlns:r="http://schemas.openxmlformats.org/officeDocument/2006/relationships" xmlns:p="http://schemas.openxmlformats.org/presentationml/2006/main">
  <p:tag name="ALIGNMENT_TARGET_X" val="614.999981880188"/>
</p:tagLst>
</file>

<file path=ppt/tags/tag165.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6.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67.xml><?xml version="1.0" encoding="utf-8"?>
<p:tagLst xmlns:a="http://schemas.openxmlformats.org/drawingml/2006/main" xmlns:r="http://schemas.openxmlformats.org/officeDocument/2006/relationships" xmlns:p="http://schemas.openxmlformats.org/presentationml/2006/main">
  <p:tag name="ALIGNMENT_TARGET_X" val="530.6080322265625"/>
</p:tagLst>
</file>

<file path=ppt/tags/tag168.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9.xml><?xml version="1.0" encoding="utf-8"?>
<p:tagLst xmlns:a="http://schemas.openxmlformats.org/drawingml/2006/main" xmlns:r="http://schemas.openxmlformats.org/officeDocument/2006/relationships" xmlns:p="http://schemas.openxmlformats.org/presentationml/2006/main">
  <p:tag name="ALIGNMENT_TARGET_X" val="588.057861328125"/>
</p:tagLst>
</file>

<file path=ppt/tags/tag170.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71.xml><?xml version="1.0" encoding="utf-8"?>
<p:tagLst xmlns:a="http://schemas.openxmlformats.org/drawingml/2006/main" xmlns:r="http://schemas.openxmlformats.org/officeDocument/2006/relationships" xmlns:p="http://schemas.openxmlformats.org/presentationml/2006/main">
  <p:tag name="ALIGNMENT_TARGET_X" val="592.46417236328125"/>
</p:tagLst>
</file>

<file path=ppt/tags/tag17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7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7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7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76.xml><?xml version="1.0" encoding="utf-8"?>
<p:tagLst xmlns:a="http://schemas.openxmlformats.org/drawingml/2006/main" xmlns:r="http://schemas.openxmlformats.org/officeDocument/2006/relationships" xmlns:p="http://schemas.openxmlformats.org/presentationml/2006/main">
  <p:tag name="ALIGNMENT_TARGET_X" val="70.0199966430664"/>
</p:tagLst>
</file>

<file path=ppt/tags/tag177.xml><?xml version="1.0" encoding="utf-8"?>
<p:tagLst xmlns:a="http://schemas.openxmlformats.org/drawingml/2006/main" xmlns:r="http://schemas.openxmlformats.org/officeDocument/2006/relationships" xmlns:p="http://schemas.openxmlformats.org/presentationml/2006/main">
  <p:tag name="ALIGNMENT_TARGET_X" val="69"/>
</p:tagLst>
</file>

<file path=ppt/tags/tag178.xml><?xml version="1.0" encoding="utf-8"?>
<p:tagLst xmlns:a="http://schemas.openxmlformats.org/drawingml/2006/main" xmlns:r="http://schemas.openxmlformats.org/officeDocument/2006/relationships" xmlns:p="http://schemas.openxmlformats.org/presentationml/2006/main">
  <p:tag name="ALIGNMENT_TARGET_X" val="69.930000305175781"/>
</p:tagLst>
</file>

<file path=ppt/tags/tag179.xml><?xml version="1.0" encoding="utf-8"?>
<p:tagLst xmlns:a="http://schemas.openxmlformats.org/drawingml/2006/main" xmlns:r="http://schemas.openxmlformats.org/officeDocument/2006/relationships" xmlns:p="http://schemas.openxmlformats.org/presentationml/2006/main">
  <p:tag name="ALIGNMENT_TARGET_X" val="69.239997863769531"/>
</p:tagLst>
</file>

<file path=ppt/tags/tag180.xml><?xml version="1.0" encoding="utf-8"?>
<p:tagLst xmlns:a="http://schemas.openxmlformats.org/drawingml/2006/main" xmlns:r="http://schemas.openxmlformats.org/officeDocument/2006/relationships" xmlns:p="http://schemas.openxmlformats.org/presentationml/2006/main">
  <p:tag name="ALIGNMENT_TARGET_X" val="69.959999084472656"/>
</p:tagLst>
</file>

<file path=ppt/tags/tag181.xml><?xml version="1.0" encoding="utf-8"?>
<p:tagLst xmlns:a="http://schemas.openxmlformats.org/drawingml/2006/main" xmlns:r="http://schemas.openxmlformats.org/officeDocument/2006/relationships" xmlns:p="http://schemas.openxmlformats.org/presentationml/2006/main">
  <p:tag name="ALIGNMENT_TARGET_X" val="70.050003051757813"/>
</p:tagLst>
</file>

<file path=ppt/tags/tag182.xml><?xml version="1.0" encoding="utf-8"?>
<p:tagLst xmlns:a="http://schemas.openxmlformats.org/drawingml/2006/main" xmlns:r="http://schemas.openxmlformats.org/officeDocument/2006/relationships" xmlns:p="http://schemas.openxmlformats.org/presentationml/2006/main">
  <p:tag name="ALIGNMENT_TARGET_X" val="643.50006103515625"/>
</p:tagLst>
</file>

<file path=ppt/tags/tag183.xml><?xml version="1.0" encoding="utf-8"?>
<p:tagLst xmlns:a="http://schemas.openxmlformats.org/drawingml/2006/main" xmlns:r="http://schemas.openxmlformats.org/officeDocument/2006/relationships" xmlns:p="http://schemas.openxmlformats.org/presentationml/2006/main">
  <p:tag name="ALIGNMENT_TARGET_X" val="458.99996566772461"/>
</p:tagLst>
</file>

<file path=ppt/tags/tag184.xml><?xml version="1.0" encoding="utf-8"?>
<p:tagLst xmlns:a="http://schemas.openxmlformats.org/drawingml/2006/main" xmlns:r="http://schemas.openxmlformats.org/officeDocument/2006/relationships" xmlns:p="http://schemas.openxmlformats.org/presentationml/2006/main">
  <p:tag name="ALIGNMENT_TARGET_X" val="459.00002956390381"/>
</p:tagLst>
</file>

<file path=ppt/tags/tag185.xml><?xml version="1.0" encoding="utf-8"?>
<p:tagLst xmlns:a="http://schemas.openxmlformats.org/drawingml/2006/main" xmlns:r="http://schemas.openxmlformats.org/officeDocument/2006/relationships" xmlns:p="http://schemas.openxmlformats.org/presentationml/2006/main">
  <p:tag name="ALIGNMENT_TARGET_X" val="643.50003242492676"/>
</p:tagLst>
</file>

<file path=ppt/tags/tag186.xml><?xml version="1.0" encoding="utf-8"?>
<p:tagLst xmlns:a="http://schemas.openxmlformats.org/drawingml/2006/main" xmlns:r="http://schemas.openxmlformats.org/officeDocument/2006/relationships" xmlns:p="http://schemas.openxmlformats.org/presentationml/2006/main">
  <p:tag name="ALIGNMENT_TARGET_X" val="643.50006008148193"/>
</p:tagLst>
</file>

<file path=ppt/tags/tag187.xml><?xml version="1.0" encoding="utf-8"?>
<p:tagLst xmlns:a="http://schemas.openxmlformats.org/drawingml/2006/main" xmlns:r="http://schemas.openxmlformats.org/officeDocument/2006/relationships" xmlns:p="http://schemas.openxmlformats.org/presentationml/2006/main">
  <p:tag name="ALIGNMENT_TARGET_X" val="828.00003242492676"/>
</p:tagLst>
</file>

<file path=ppt/tags/tag188.xml><?xml version="1.0" encoding="utf-8"?>
<p:tagLst xmlns:a="http://schemas.openxmlformats.org/drawingml/2006/main" xmlns:r="http://schemas.openxmlformats.org/officeDocument/2006/relationships" xmlns:p="http://schemas.openxmlformats.org/presentationml/2006/main">
  <p:tag name="ALIGNMENT_TARGET_X" val="827.99998092651367"/>
</p:tagLst>
</file>

<file path=ppt/tags/tag189.xml><?xml version="1.0" encoding="utf-8"?>
<p:tagLst xmlns:a="http://schemas.openxmlformats.org/drawingml/2006/main" xmlns:r="http://schemas.openxmlformats.org/officeDocument/2006/relationships" xmlns:p="http://schemas.openxmlformats.org/presentationml/2006/main">
  <p:tag name="ALIGNMENT_TARGET_X" val="374.45999145507813"/>
</p:tagLst>
</file>

<file path=ppt/tags/tag190.xml><?xml version="1.0" encoding="utf-8"?>
<p:tagLst xmlns:a="http://schemas.openxmlformats.org/drawingml/2006/main" xmlns:r="http://schemas.openxmlformats.org/officeDocument/2006/relationships" xmlns:p="http://schemas.openxmlformats.org/presentationml/2006/main">
  <p:tag name="ALIGNMENT_TARGET_X" val="68.279998779296875"/>
</p:tagLst>
</file>

<file path=ppt/tags/tag191.xml><?xml version="1.0" encoding="utf-8"?>
<p:tagLst xmlns:a="http://schemas.openxmlformats.org/drawingml/2006/main" xmlns:r="http://schemas.openxmlformats.org/officeDocument/2006/relationships" xmlns:p="http://schemas.openxmlformats.org/presentationml/2006/main">
  <p:tag name="ALIGNMENT_TARGET_X" val="131.42999267578125"/>
</p:tagLst>
</file>

<file path=ppt/tags/tag19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9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9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9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96.xml><?xml version="1.0" encoding="utf-8"?>
<p:tagLst xmlns:a="http://schemas.openxmlformats.org/drawingml/2006/main" xmlns:r="http://schemas.openxmlformats.org/officeDocument/2006/relationships" xmlns:p="http://schemas.openxmlformats.org/presentationml/2006/main">
  <p:tag name="ALIGNMENT_TARGET_X" val="47.099998474121094"/>
</p:tagLst>
</file>

<file path=ppt/tags/tag197.xml><?xml version="1.0" encoding="utf-8"?>
<p:tagLst xmlns:a="http://schemas.openxmlformats.org/drawingml/2006/main" xmlns:r="http://schemas.openxmlformats.org/officeDocument/2006/relationships" xmlns:p="http://schemas.openxmlformats.org/presentationml/2006/main">
  <p:tag name="ALIGNMENT_TARGET_X" val="135"/>
</p:tagLst>
</file>

<file path=ppt/tags/tag198.xml><?xml version="1.0" encoding="utf-8"?>
<p:tagLst xmlns:a="http://schemas.openxmlformats.org/drawingml/2006/main" xmlns:r="http://schemas.openxmlformats.org/officeDocument/2006/relationships" xmlns:p="http://schemas.openxmlformats.org/presentationml/2006/main">
  <p:tag name="ALIGNMENT_TARGET_X" val="135"/>
</p:tagLst>
</file>

<file path=ppt/tags/tag199.xml><?xml version="1.0" encoding="utf-8"?>
<p:tagLst xmlns:a="http://schemas.openxmlformats.org/drawingml/2006/main" xmlns:r="http://schemas.openxmlformats.org/officeDocument/2006/relationships" xmlns:p="http://schemas.openxmlformats.org/presentationml/2006/main">
  <p:tag name="ALIGNMENT_TARGET_X" val="365.24998474121094"/>
</p:tagLst>
</file>

<file path=ppt/tags/tag200.xml><?xml version="1.0" encoding="utf-8"?>
<p:tagLst xmlns:a="http://schemas.openxmlformats.org/drawingml/2006/main" xmlns:r="http://schemas.openxmlformats.org/officeDocument/2006/relationships" xmlns:p="http://schemas.openxmlformats.org/presentationml/2006/main">
  <p:tag name="ALIGNMENT_TARGET_X" val="365.2499885559082"/>
</p:tagLst>
</file>

<file path=ppt/tags/tag201.xml><?xml version="1.0" encoding="utf-8"?>
<p:tagLst xmlns:a="http://schemas.openxmlformats.org/drawingml/2006/main" xmlns:r="http://schemas.openxmlformats.org/officeDocument/2006/relationships" xmlns:p="http://schemas.openxmlformats.org/presentationml/2006/main">
  <p:tag name="ALIGNMENT_TARGET_X" val="595.49998474121094"/>
</p:tagLst>
</file>

<file path=ppt/tags/tag202.xml><?xml version="1.0" encoding="utf-8"?>
<p:tagLst xmlns:a="http://schemas.openxmlformats.org/drawingml/2006/main" xmlns:r="http://schemas.openxmlformats.org/officeDocument/2006/relationships" xmlns:p="http://schemas.openxmlformats.org/presentationml/2006/main">
  <p:tag name="ALIGNMENT_TARGET_X" val="595.49999237060547"/>
</p:tagLst>
</file>

<file path=ppt/tags/tag203.xml><?xml version="1.0" encoding="utf-8"?>
<p:tagLst xmlns:a="http://schemas.openxmlformats.org/drawingml/2006/main" xmlns:r="http://schemas.openxmlformats.org/officeDocument/2006/relationships" xmlns:p="http://schemas.openxmlformats.org/presentationml/2006/main">
  <p:tag name="ALIGNMENT_TARGET_X" val="825.74998474121094"/>
</p:tagLst>
</file>

<file path=ppt/tags/tag204.xml><?xml version="1.0" encoding="utf-8"?>
<p:tagLst xmlns:a="http://schemas.openxmlformats.org/drawingml/2006/main" xmlns:r="http://schemas.openxmlformats.org/officeDocument/2006/relationships" xmlns:p="http://schemas.openxmlformats.org/presentationml/2006/main">
  <p:tag name="ALIGNMENT_TARGET_X" val="825.75005340576172"/>
</p:tagLst>
</file>

<file path=ppt/tags/tag205.xml><?xml version="1.0" encoding="utf-8"?>
<p:tagLst xmlns:a="http://schemas.openxmlformats.org/drawingml/2006/main" xmlns:r="http://schemas.openxmlformats.org/officeDocument/2006/relationships" xmlns:p="http://schemas.openxmlformats.org/presentationml/2006/main">
  <p:tag name="ALIGNMENT_TARGET_X" val="479.99996948242188"/>
</p:tagLst>
</file>

<file path=ppt/tags/tag206.xml><?xml version="1.0" encoding="utf-8"?>
<p:tagLst xmlns:a="http://schemas.openxmlformats.org/drawingml/2006/main" xmlns:r="http://schemas.openxmlformats.org/officeDocument/2006/relationships" xmlns:p="http://schemas.openxmlformats.org/presentationml/2006/main">
  <p:tag name="ALIGNMENT_TARGET_X" val="47.430000305175781"/>
</p:tagLst>
</file>

<file path=ppt/tags/tag207.xml><?xml version="1.0" encoding="utf-8"?>
<p:tagLst xmlns:a="http://schemas.openxmlformats.org/drawingml/2006/main" xmlns:r="http://schemas.openxmlformats.org/officeDocument/2006/relationships" xmlns:p="http://schemas.openxmlformats.org/presentationml/2006/main">
  <p:tag name="ALIGNMENT_TARGET_X" val="912.89997863769531"/>
</p:tagLst>
</file>

<file path=ppt/tags/tag208.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09.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10.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11.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12.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13.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14.xml><?xml version="1.0" encoding="utf-8"?>
<p:tagLst xmlns:a="http://schemas.openxmlformats.org/drawingml/2006/main" xmlns:r="http://schemas.openxmlformats.org/officeDocument/2006/relationships" xmlns:p="http://schemas.openxmlformats.org/presentationml/2006/main">
  <p:tag name="ALIGNMENT_TARGET_X" val="136.49999618530273"/>
</p:tagLst>
</file>

<file path=ppt/tags/tag215.xml><?xml version="1.0" encoding="utf-8"?>
<p:tagLst xmlns:a="http://schemas.openxmlformats.org/drawingml/2006/main" xmlns:r="http://schemas.openxmlformats.org/officeDocument/2006/relationships" xmlns:p="http://schemas.openxmlformats.org/presentationml/2006/main">
  <p:tag name="ALIGNMENT_TARGET_X" val="295.50000381469727"/>
</p:tagLst>
</file>

<file path=ppt/tags/tag216.xml><?xml version="1.0" encoding="utf-8"?>
<p:tagLst xmlns:a="http://schemas.openxmlformats.org/drawingml/2006/main" xmlns:r="http://schemas.openxmlformats.org/officeDocument/2006/relationships" xmlns:p="http://schemas.openxmlformats.org/presentationml/2006/main">
  <p:tag name="ALIGNMENT_TARGET_X" val="454.50000381469727"/>
</p:tagLst>
</file>

<file path=ppt/tags/tag217.xml><?xml version="1.0" encoding="utf-8"?>
<p:tagLst xmlns:a="http://schemas.openxmlformats.org/drawingml/2006/main" xmlns:r="http://schemas.openxmlformats.org/officeDocument/2006/relationships" xmlns:p="http://schemas.openxmlformats.org/presentationml/2006/main">
  <p:tag name="ALIGNMENT_TARGET_X" val="613.49993515014648"/>
</p:tagLst>
</file>

<file path=ppt/tags/tag218.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19.xml><?xml version="1.0" encoding="utf-8"?>
<p:tagLst xmlns:a="http://schemas.openxmlformats.org/drawingml/2006/main" xmlns:r="http://schemas.openxmlformats.org/officeDocument/2006/relationships" xmlns:p="http://schemas.openxmlformats.org/presentationml/2006/main">
  <p:tag name="ALIGNMENT_TARGET_X" val="815.9999885559082"/>
</p:tagLst>
</file>

<file path=ppt/tags/tag220.xml><?xml version="1.0" encoding="utf-8"?>
<p:tagLst xmlns:a="http://schemas.openxmlformats.org/drawingml/2006/main" xmlns:r="http://schemas.openxmlformats.org/officeDocument/2006/relationships" xmlns:p="http://schemas.openxmlformats.org/presentationml/2006/main">
  <p:tag name="ALIGNMENT_TARGET_X" val="816.00001525878906"/>
</p:tagLst>
</file>

<file path=ppt/tags/tag221.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22.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23.xml><?xml version="1.0" encoding="utf-8"?>
<p:tagLst xmlns:a="http://schemas.openxmlformats.org/drawingml/2006/main" xmlns:r="http://schemas.openxmlformats.org/officeDocument/2006/relationships" xmlns:p="http://schemas.openxmlformats.org/presentationml/2006/main">
  <p:tag name="ALIGNMENT_TARGET_X" val="136.49999618530273"/>
</p:tagLst>
</file>

<file path=ppt/tags/tag224.xml><?xml version="1.0" encoding="utf-8"?>
<p:tagLst xmlns:a="http://schemas.openxmlformats.org/drawingml/2006/main" xmlns:r="http://schemas.openxmlformats.org/officeDocument/2006/relationships" xmlns:p="http://schemas.openxmlformats.org/presentationml/2006/main">
  <p:tag name="ALIGNMENT_TARGET_X" val="295.5"/>
</p:tagLst>
</file>

<file path=ppt/tags/tag225.xml><?xml version="1.0" encoding="utf-8"?>
<p:tagLst xmlns:a="http://schemas.openxmlformats.org/drawingml/2006/main" xmlns:r="http://schemas.openxmlformats.org/officeDocument/2006/relationships" xmlns:p="http://schemas.openxmlformats.org/presentationml/2006/main">
  <p:tag name="ALIGNMENT_TARGET_X" val="454.49999618530273"/>
</p:tagLst>
</file>

<file path=ppt/tags/tag226.xml><?xml version="1.0" encoding="utf-8"?>
<p:tagLst xmlns:a="http://schemas.openxmlformats.org/drawingml/2006/main" xmlns:r="http://schemas.openxmlformats.org/officeDocument/2006/relationships" xmlns:p="http://schemas.openxmlformats.org/presentationml/2006/main">
  <p:tag name="ALIGNMENT_TARGET_X" val="613.50002670288086"/>
</p:tagLst>
</file>

<file path=ppt/tags/tag227.xml><?xml version="1.0" encoding="utf-8"?>
<p:tagLst xmlns:a="http://schemas.openxmlformats.org/drawingml/2006/main" xmlns:r="http://schemas.openxmlformats.org/officeDocument/2006/relationships" xmlns:p="http://schemas.openxmlformats.org/presentationml/2006/main">
  <p:tag name="ALIGNMENT_TARGET_X" val="365.99996185302734"/>
</p:tagLst>
</file>

<file path=ppt/tags/tag228.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29.xml><?xml version="1.0" encoding="utf-8"?>
<p:tagLst xmlns:a="http://schemas.openxmlformats.org/drawingml/2006/main" xmlns:r="http://schemas.openxmlformats.org/officeDocument/2006/relationships" xmlns:p="http://schemas.openxmlformats.org/presentationml/2006/main">
  <p:tag name="ALIGNMENT_TARGET_X" val="815.99993515014648"/>
</p:tagLst>
</file>

<file path=ppt/tags/tag230.xml><?xml version="1.0" encoding="utf-8"?>
<p:tagLst xmlns:a="http://schemas.openxmlformats.org/drawingml/2006/main" xmlns:r="http://schemas.openxmlformats.org/officeDocument/2006/relationships" xmlns:p="http://schemas.openxmlformats.org/presentationml/2006/main">
  <p:tag name="ALIGNMENT_TARGET_X" val="816.00001525878906"/>
</p:tagLst>
</file>

<file path=ppt/tags/tag231.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32.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3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34.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35.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36.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37.xml><?xml version="1.0" encoding="utf-8"?>
<p:tagLst xmlns:a="http://schemas.openxmlformats.org/drawingml/2006/main" xmlns:r="http://schemas.openxmlformats.org/officeDocument/2006/relationships" xmlns:p="http://schemas.openxmlformats.org/presentationml/2006/main">
  <p:tag name="ALIGNMENT_TARGET_X" val="158.24996185302734"/>
</p:tagLst>
</file>

<file path=ppt/tags/tag238.xml><?xml version="1.0" encoding="utf-8"?>
<p:tagLst xmlns:a="http://schemas.openxmlformats.org/drawingml/2006/main" xmlns:r="http://schemas.openxmlformats.org/officeDocument/2006/relationships" xmlns:p="http://schemas.openxmlformats.org/presentationml/2006/main">
  <p:tag name="ALIGNMENT_TARGET_X" val="370.49999237060547"/>
</p:tagLst>
</file>

<file path=ppt/tags/tag239.xml><?xml version="1.0" encoding="utf-8"?>
<p:tagLst xmlns:a="http://schemas.openxmlformats.org/drawingml/2006/main" xmlns:r="http://schemas.openxmlformats.org/officeDocument/2006/relationships" xmlns:p="http://schemas.openxmlformats.org/presentationml/2006/main">
  <p:tag name="ALIGNMENT_TARGET_X" val="592.49997711181641"/>
</p:tagLst>
</file>

<file path=ppt/tags/tag240.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41.xml><?xml version="1.0" encoding="utf-8"?>
<p:tagLst xmlns:a="http://schemas.openxmlformats.org/drawingml/2006/main" xmlns:r="http://schemas.openxmlformats.org/officeDocument/2006/relationships" xmlns:p="http://schemas.openxmlformats.org/presentationml/2006/main">
  <p:tag name="ALIGNMENT_TARGET_X" val="815.99993705749512"/>
</p:tagLst>
</file>

<file path=ppt/tags/tag242.xml><?xml version="1.0" encoding="utf-8"?>
<p:tagLst xmlns:a="http://schemas.openxmlformats.org/drawingml/2006/main" xmlns:r="http://schemas.openxmlformats.org/officeDocument/2006/relationships" xmlns:p="http://schemas.openxmlformats.org/presentationml/2006/main">
  <p:tag name="ALIGNMENT_TARGET_X" val="816"/>
</p:tagLst>
</file>

<file path=ppt/tags/tag243.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44.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45.xml><?xml version="1.0" encoding="utf-8"?>
<p:tagLst xmlns:a="http://schemas.openxmlformats.org/drawingml/2006/main" xmlns:r="http://schemas.openxmlformats.org/officeDocument/2006/relationships" xmlns:p="http://schemas.openxmlformats.org/presentationml/2006/main">
  <p:tag name="ALIGNMENT_TARGET_X" val="122.24996185302734"/>
</p:tagLst>
</file>

<file path=ppt/tags/tag246.xml><?xml version="1.0" encoding="utf-8"?>
<p:tagLst xmlns:a="http://schemas.openxmlformats.org/drawingml/2006/main" xmlns:r="http://schemas.openxmlformats.org/officeDocument/2006/relationships" xmlns:p="http://schemas.openxmlformats.org/presentationml/2006/main">
  <p:tag name="ALIGNMENT_TARGET_X" val="319.4999885559082"/>
</p:tagLst>
</file>

<file path=ppt/tags/tag247.xml><?xml version="1.0" encoding="utf-8"?>
<p:tagLst xmlns:a="http://schemas.openxmlformats.org/drawingml/2006/main" xmlns:r="http://schemas.openxmlformats.org/officeDocument/2006/relationships" xmlns:p="http://schemas.openxmlformats.org/presentationml/2006/main">
  <p:tag name="ALIGNMENT_TARGET_X" val="319.49996948242188"/>
</p:tagLst>
</file>

<file path=ppt/tags/tag248.xml><?xml version="1.0" encoding="utf-8"?>
<p:tagLst xmlns:a="http://schemas.openxmlformats.org/drawingml/2006/main" xmlns:r="http://schemas.openxmlformats.org/officeDocument/2006/relationships" xmlns:p="http://schemas.openxmlformats.org/presentationml/2006/main">
  <p:tag name="ALIGNMENT_TARGET_X" val="557.9999885559082"/>
</p:tagLst>
</file>

<file path=ppt/tags/tag249.xml><?xml version="1.0" encoding="utf-8"?>
<p:tagLst xmlns:a="http://schemas.openxmlformats.org/drawingml/2006/main" xmlns:r="http://schemas.openxmlformats.org/officeDocument/2006/relationships" xmlns:p="http://schemas.openxmlformats.org/presentationml/2006/main">
  <p:tag name="ALIGNMENT_TARGET_X" val="558.00004959106445"/>
</p:tagLst>
</file>

<file path=ppt/tags/tag250.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51.xml><?xml version="1.0" encoding="utf-8"?>
<p:tagLst xmlns:a="http://schemas.openxmlformats.org/drawingml/2006/main" xmlns:r="http://schemas.openxmlformats.org/officeDocument/2006/relationships" xmlns:p="http://schemas.openxmlformats.org/presentationml/2006/main">
  <p:tag name="ALIGNMENT_TARGET_X" val="816.00002288818359"/>
</p:tagLst>
</file>

<file path=ppt/tags/tag252.xml><?xml version="1.0" encoding="utf-8"?>
<p:tagLst xmlns:a="http://schemas.openxmlformats.org/drawingml/2006/main" xmlns:r="http://schemas.openxmlformats.org/officeDocument/2006/relationships" xmlns:p="http://schemas.openxmlformats.org/presentationml/2006/main">
  <p:tag name="ALIGNMENT_TARGET_X" val="815.99998474121094"/>
</p:tagLst>
</file>

<file path=ppt/tags/tag253.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54.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55.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56.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57.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58.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59.xml><?xml version="1.0" encoding="utf-8"?>
<p:tagLst xmlns:a="http://schemas.openxmlformats.org/drawingml/2006/main" xmlns:r="http://schemas.openxmlformats.org/officeDocument/2006/relationships" xmlns:p="http://schemas.openxmlformats.org/presentationml/2006/main">
  <p:tag name="ALIGNMENT_TARGET_X" val="189.75"/>
</p:tagLst>
</file>

<file path=ppt/tags/tag260.xml><?xml version="1.0" encoding="utf-8"?>
<p:tagLst xmlns:a="http://schemas.openxmlformats.org/drawingml/2006/main" xmlns:r="http://schemas.openxmlformats.org/officeDocument/2006/relationships" xmlns:p="http://schemas.openxmlformats.org/presentationml/2006/main">
  <p:tag name="ALIGNMENT_TARGET_X" val="189.74999618530273"/>
</p:tagLst>
</file>

<file path=ppt/tags/tag261.xml><?xml version="1.0" encoding="utf-8"?>
<p:tagLst xmlns:a="http://schemas.openxmlformats.org/drawingml/2006/main" xmlns:r="http://schemas.openxmlformats.org/officeDocument/2006/relationships" xmlns:p="http://schemas.openxmlformats.org/presentationml/2006/main">
  <p:tag name="ALIGNMENT_TARGET_X" val="512.99996948242188"/>
</p:tagLst>
</file>

<file path=ppt/tags/tag262.xml><?xml version="1.0" encoding="utf-8"?>
<p:tagLst xmlns:a="http://schemas.openxmlformats.org/drawingml/2006/main" xmlns:r="http://schemas.openxmlformats.org/officeDocument/2006/relationships" xmlns:p="http://schemas.openxmlformats.org/presentationml/2006/main">
  <p:tag name="ALIGNMENT_TARGET_X" val="513.00004959106445"/>
</p:tagLst>
</file>

<file path=ppt/tags/tag263.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64.xml><?xml version="1.0" encoding="utf-8"?>
<p:tagLst xmlns:a="http://schemas.openxmlformats.org/drawingml/2006/main" xmlns:r="http://schemas.openxmlformats.org/officeDocument/2006/relationships" xmlns:p="http://schemas.openxmlformats.org/presentationml/2006/main">
  <p:tag name="ALIGNMENT_TARGET_X" val="815.99997711181641"/>
</p:tagLst>
</file>

<file path=ppt/tags/tag265.xml><?xml version="1.0" encoding="utf-8"?>
<p:tagLst xmlns:a="http://schemas.openxmlformats.org/drawingml/2006/main" xmlns:r="http://schemas.openxmlformats.org/officeDocument/2006/relationships" xmlns:p="http://schemas.openxmlformats.org/presentationml/2006/main">
  <p:tag name="ALIGNMENT_TARGET_X" val="816"/>
</p:tagLst>
</file>

<file path=ppt/tags/tag266.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67.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68.xml><?xml version="1.0" encoding="utf-8"?>
<p:tagLst xmlns:a="http://schemas.openxmlformats.org/drawingml/2006/main" xmlns:r="http://schemas.openxmlformats.org/officeDocument/2006/relationships" xmlns:p="http://schemas.openxmlformats.org/presentationml/2006/main">
  <p:tag name="ALIGNMENT_TARGET_X" val="81.989997863769531"/>
</p:tagLst>
</file>

<file path=ppt/tags/tag269.xml><?xml version="1.0" encoding="utf-8"?>
<p:tagLst xmlns:a="http://schemas.openxmlformats.org/drawingml/2006/main" xmlns:r="http://schemas.openxmlformats.org/officeDocument/2006/relationships" xmlns:p="http://schemas.openxmlformats.org/presentationml/2006/main">
  <p:tag name="ALIGNMENT_TARGET_X" val="157.50000381469727"/>
</p:tagLst>
</file>

<file path=ppt/tags/tag270.xml><?xml version="1.0" encoding="utf-8"?>
<p:tagLst xmlns:a="http://schemas.openxmlformats.org/drawingml/2006/main" xmlns:r="http://schemas.openxmlformats.org/officeDocument/2006/relationships" xmlns:p="http://schemas.openxmlformats.org/presentationml/2006/main">
  <p:tag name="ALIGNMENT_TARGET_X" val="304.5000057220459"/>
</p:tagLst>
</file>

<file path=ppt/tags/tag271.xml><?xml version="1.0" encoding="utf-8"?>
<p:tagLst xmlns:a="http://schemas.openxmlformats.org/drawingml/2006/main" xmlns:r="http://schemas.openxmlformats.org/officeDocument/2006/relationships" xmlns:p="http://schemas.openxmlformats.org/presentationml/2006/main">
  <p:tag name="ALIGNMENT_TARGET_X" val="451.49994468688965"/>
</p:tagLst>
</file>

<file path=ppt/tags/tag272.xml><?xml version="1.0" encoding="utf-8"?>
<p:tagLst xmlns:a="http://schemas.openxmlformats.org/drawingml/2006/main" xmlns:r="http://schemas.openxmlformats.org/officeDocument/2006/relationships" xmlns:p="http://schemas.openxmlformats.org/presentationml/2006/main">
  <p:tag name="ALIGNMENT_TARGET_X" val="598.4999885559082"/>
</p:tagLst>
</file>

<file path=ppt/tags/tag273.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74.xml><?xml version="1.0" encoding="utf-8"?>
<p:tagLst xmlns:a="http://schemas.openxmlformats.org/drawingml/2006/main" xmlns:r="http://schemas.openxmlformats.org/officeDocument/2006/relationships" xmlns:p="http://schemas.openxmlformats.org/presentationml/2006/main">
  <p:tag name="ALIGNMENT_TARGET_X" val="815.99993705749512"/>
</p:tagLst>
</file>

<file path=ppt/tags/tag275.xml><?xml version="1.0" encoding="utf-8"?>
<p:tagLst xmlns:a="http://schemas.openxmlformats.org/drawingml/2006/main" xmlns:r="http://schemas.openxmlformats.org/officeDocument/2006/relationships" xmlns:p="http://schemas.openxmlformats.org/presentationml/2006/main">
  <p:tag name="ALIGNMENT_TARGET_X" val="815.99994659423828"/>
</p:tagLst>
</file>

<file path=ppt/tags/tag276.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77.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heme/theme1.xml><?xml version="1.0" encoding="utf-8"?>
<a:theme xmlns:a="http://schemas.openxmlformats.org/drawingml/2006/main" name="finals_editorial">
  <a:themeElements>
    <a:clrScheme name="AI Security White Navy Teal">
      <a:dk1>
        <a:srgbClr val="15233A"/>
      </a:dk1>
      <a:lt1>
        <a:srgbClr val="FFFFFF"/>
      </a:lt1>
      <a:dk2>
        <a:srgbClr val="0B1B2E"/>
      </a:dk2>
      <a:lt2>
        <a:srgbClr val="F3F6FA"/>
      </a:lt2>
      <a:accent1>
        <a:srgbClr val="1D4ED8"/>
      </a:accent1>
      <a:accent2>
        <a:srgbClr val="F59E0B"/>
      </a:accent2>
      <a:accent3>
        <a:srgbClr val="0F766E"/>
      </a:accent3>
      <a:accent4>
        <a:srgbClr val="1D4ED8"/>
      </a:accent4>
      <a:accent5>
        <a:srgbClr val="0B1B2E"/>
      </a:accent5>
      <a:accent6>
        <a:srgbClr val="52637A"/>
      </a:accent6>
      <a:hlink>
        <a:srgbClr val="1D4ED8"/>
      </a:hlink>
      <a:folHlink>
        <a:srgbClr val="0B1B2E"/>
      </a:folHlink>
    </a:clrScheme>
    <a:fontScheme name="finals_editorial">
      <a:maj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ajorFont>
      <a:min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inorFont>
    </a:fontScheme>
    <a:fmtScheme name="finals_editori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ls_editorial">
  <a:themeElements>
    <a:clrScheme name="AI Security White Navy Teal">
      <a:dk1>
        <a:srgbClr val="15233A"/>
      </a:dk1>
      <a:lt1>
        <a:srgbClr val="FFFFFF"/>
      </a:lt1>
      <a:dk2>
        <a:srgbClr val="0B1B2E"/>
      </a:dk2>
      <a:lt2>
        <a:srgbClr val="F3F6FA"/>
      </a:lt2>
      <a:accent1>
        <a:srgbClr val="1D4ED8"/>
      </a:accent1>
      <a:accent2>
        <a:srgbClr val="F59E0B"/>
      </a:accent2>
      <a:accent3>
        <a:srgbClr val="0F766E"/>
      </a:accent3>
      <a:accent4>
        <a:srgbClr val="1D4ED8"/>
      </a:accent4>
      <a:accent5>
        <a:srgbClr val="0B1B2E"/>
      </a:accent5>
      <a:accent6>
        <a:srgbClr val="52637A"/>
      </a:accent6>
      <a:hlink>
        <a:srgbClr val="1D4ED8"/>
      </a:hlink>
      <a:folHlink>
        <a:srgbClr val="0B1B2E"/>
      </a:folHlink>
    </a:clrScheme>
    <a:fontScheme name="finals_editorial">
      <a:maj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ajorFont>
      <a:min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inorFont>
    </a:fontScheme>
    <a:fmtScheme name="finals_editori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2444</Words>
  <Application>Microsoft Office PowerPoint</Application>
  <PresentationFormat>寬螢幕</PresentationFormat>
  <Paragraphs>313</Paragraphs>
  <Slides>12</Slides>
  <Notes>12</Notes>
  <HiddenSlides>0</HiddenSlides>
  <MMClips>0</MMClips>
  <ScaleCrop>false</ScaleCrop>
  <HeadingPairs>
    <vt:vector size="6" baseType="variant">
      <vt:variant>
        <vt:lpstr>使用字型</vt:lpstr>
      </vt:variant>
      <vt:variant>
        <vt:i4>1</vt:i4>
      </vt:variant>
      <vt:variant>
        <vt:lpstr>佈景主題</vt:lpstr>
      </vt:variant>
      <vt:variant>
        <vt:i4>1</vt:i4>
      </vt:variant>
      <vt:variant>
        <vt:lpstr>投影片標題</vt:lpstr>
      </vt:variant>
      <vt:variant>
        <vt:i4>12</vt:i4>
      </vt:variant>
    </vt:vector>
  </HeadingPairs>
  <TitlesOfParts>
    <vt:vector size="14" baseType="lpstr">
      <vt:lpstr>Segoe UI</vt:lpstr>
      <vt:lpstr>finals_editorial</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2</cp:revision>
  <dcterms:created xsi:type="dcterms:W3CDTF">2026-10-31T10:37:56Z</dcterms:created>
  <dcterms:modified xsi:type="dcterms:W3CDTF">2026-10-31T10:38:36Z</dcterms:modified>
  <cp:category/>
  <cp:contentStatus/>
  <dc:language>zh-TW</dc:language>
</cp:coreProperties>
</file>