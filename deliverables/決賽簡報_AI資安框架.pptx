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/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/>
              <a:t>10/28/2026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10/28/2026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37" name="page-content"/>
          <p:cNvGrpSpPr/>
          <p:nvPr/>
        </p:nvGrpSpPr>
        <p:grpSpPr>
          <a:xfrm>
            <a:off x="593217" y="1558925"/>
            <a:ext cx="10817733" cy="4498975"/>
            <a:chOff x="593217" y="1558925"/>
            <a:chExt cx="10817733" cy="4498975"/>
          </a:xfrm>
        </p:grpSpPr>
        <p:sp>
          <p:nvSpPr>
            <p:cNvPr id="5" name="TextBox 5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4848225"/>
              <a:ext cx="476250" cy="4762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4325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00350" y="4848225"/>
              <a:ext cx="476250" cy="47625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35471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995267" y="4881711"/>
              <a:ext cx="267891" cy="361653"/>
              <a:chOff x="4995267" y="4881711"/>
              <a:chExt cx="267891" cy="361653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995267" y="4881711"/>
                <a:ext cx="267891" cy="36165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697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055543" y="496877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055543" y="504244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055543" y="511611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055543" y="518978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</p:grpSp>
        <p:grpSp>
          <p:nvGrpSpPr>
            <p:cNvPr id="29" name="Group 29"/>
            <p:cNvGrpSpPr/>
            <p:nvPr/>
          </p:nvGrpSpPr>
          <p:grpSpPr>
            <a:xfrm>
              <a:off x="5202436" y="5135761"/>
              <a:ext cx="148828" cy="148828"/>
              <a:chOff x="5202436" y="5135761"/>
              <a:chExt cx="148828" cy="148828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5202436" y="5135761"/>
                <a:ext cx="148828" cy="148828"/>
              </a:xfrm>
              <a:prstGeom prst="ellipse">
                <a:avLst/>
              </a:prstGeom>
              <a:solidFill>
                <a:srgbClr val="EAF0F4"/>
              </a:solidFill>
              <a:ln w="7441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5235178" y="5210175"/>
                <a:ext cx="29766" cy="29766"/>
              </a:xfrm>
              <a:custGeom>
                <a:avLst/>
                <a:gdLst/>
                <a:ahLst/>
                <a:cxnLst/>
                <a:rect l="l" t="t" r="r" b="b"/>
                <a:pathLst>
                  <a:path w="29766" h="29766">
                    <a:moveTo>
                      <a:pt x="0" y="0"/>
                    </a:moveTo>
                    <a:lnTo>
                      <a:pt x="29766" y="29766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5264944" y="5177433"/>
                <a:ext cx="56555" cy="62508"/>
              </a:xfrm>
              <a:custGeom>
                <a:avLst/>
                <a:gdLst/>
                <a:ahLst/>
                <a:cxnLst/>
                <a:rect l="l" t="t" r="r" b="b"/>
                <a:pathLst>
                  <a:path w="56555" h="62508">
                    <a:moveTo>
                      <a:pt x="0" y="62508"/>
                    </a:moveTo>
                    <a:lnTo>
                      <a:pt x="56555" y="0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56616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9450" y="4848225"/>
              <a:ext cx="476250" cy="476250"/>
            </a:xfrm>
            <a:prstGeom prst="rect">
              <a:avLst/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7762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6400" y="3943350"/>
              <a:ext cx="2114550" cy="2114550"/>
            </a:xfrm>
            <a:prstGeom prst="rect">
              <a:avLst/>
            </a:prstGeom>
          </p:spPr>
        </p:pic>
      </p:grpSp>
      <p:grpSp>
        <p:nvGrpSpPr>
          <p:cNvPr id="41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8" name="Line 3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CBE9B365-B31D-49F3-801D-C762CAC826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696587" cy="1082802"/>
            <a:chOff x="593598" y="257175"/>
            <a:chExt cx="4696587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71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6" name="Rectangle 6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時間差・方向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6230" y="31178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遮罩欄位・流量切窗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5130" y="23177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內容・時間差・方向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40" name="TextBox 40"/>
            <p:cNvSpPr txBox="1"/>
            <p:nvPr/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正式類別・信心・模型表徵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107055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3666E"/>
              </a:solidFill>
              <a:custDash>
                <a:ds d="250000" sp="200000"/>
              </a:custDash>
            </a:ln>
          </p:spPr>
        </p:sp>
        <p:sp>
          <p:nvSpPr>
            <p:cNvPr id="59" name="Freeform 59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3666E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822546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72" name="Line 7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120640" cy="1082802"/>
            <a:chOff x="593598" y="257175"/>
            <a:chExt cx="5120640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4750" y="2009775"/>
              <a:ext cx="781050" cy="78105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467410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78299" y="245745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內容・時序・方向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44849" y="28860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804940" y="3947220"/>
              <a:ext cx="562570" cy="375046"/>
              <a:chOff x="3804940" y="3947220"/>
              <a:chExt cx="562570" cy="375046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3804940" y="3947220"/>
                <a:ext cx="562570" cy="375047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1041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804940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0"/>
                    </a:moveTo>
                    <a:lnTo>
                      <a:pt x="281285" y="208359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4086225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208359"/>
                    </a:moveTo>
                    <a:lnTo>
                      <a:pt x="281285" y="0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467410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78299" y="42386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44849" y="4648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80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6" name="TextBox 6"/>
            <p:cNvSpPr txBox="1"/>
            <p:nvPr/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69888" y="2317998"/>
              <a:ext cx="403324" cy="374154"/>
              <a:chOff x="769888" y="2317998"/>
              <a:chExt cx="403324" cy="374154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769888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9888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888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112639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63687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12639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64691" y="23617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91" y="24419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91" y="25221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91" y="26024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498854" y="2374900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69888" y="3575298"/>
              <a:ext cx="403324" cy="374154"/>
              <a:chOff x="769888" y="3575298"/>
              <a:chExt cx="403324" cy="374154"/>
            </a:xfrm>
          </p:grpSpPr>
          <p:sp>
            <p:nvSpPr>
              <p:cNvPr id="22" name="Line 22"/>
              <p:cNvSpPr/>
              <p:nvPr/>
            </p:nvSpPr>
            <p:spPr>
              <a:xfrm>
                <a:off x="769888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69888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888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1112639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63687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12639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64691" y="36190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91" y="36992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91" y="37794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91" y="38597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54963" y="3622675"/>
              <a:ext cx="148107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8974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3351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45" name="TextBox 45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2892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9179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5465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752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038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1" name="Line 8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6392799" cy="1082802"/>
            <a:chOff x="593598" y="257175"/>
            <a:chExt cx="6392799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63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6" name="Rectangle 6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15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43025" y="2276475"/>
              <a:ext cx="1104900" cy="11049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12974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8205" y="392747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範圍・允許動作・期限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118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4310062" y="2495550"/>
              <a:ext cx="771526" cy="685800"/>
              <a:chOff x="4310062" y="2495550"/>
              <a:chExt cx="771526" cy="68580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40978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80485" y="3927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210425" y="2452688"/>
              <a:ext cx="571500" cy="771524"/>
              <a:chOff x="7210425" y="2452688"/>
              <a:chExt cx="571500" cy="771524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8981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7987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125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48" name="Group 48"/>
            <p:cNvGrpSpPr/>
            <p:nvPr/>
          </p:nvGrpSpPr>
          <p:grpSpPr>
            <a:xfrm>
              <a:off x="9939338" y="2438400"/>
              <a:ext cx="714374" cy="800100"/>
              <a:chOff x="9939338" y="2438400"/>
              <a:chExt cx="714374" cy="800100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6985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8022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3666E"/>
              </a:solidFill>
              <a:custDash>
                <a:ds d="240000" sp="200000"/>
              </a:custDash>
            </a:ln>
          </p:spPr>
        </p:sp>
        <p:sp>
          <p:nvSpPr>
            <p:cNvPr id="52" name="Freeform 52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3666E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4285059" y="4698504"/>
              <a:ext cx="250032" cy="337542"/>
              <a:chOff x="4285059" y="4698504"/>
              <a:chExt cx="250032" cy="337542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4285059" y="4698504"/>
                <a:ext cx="250031" cy="33754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251">
                <a:solidFill>
                  <a:schemeClr val="accent1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4341316" y="4779764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4341316" y="4848523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4341316" y="4917281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4341316" y="4986040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4752594" y="4721225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29818" y="5664200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544693" cy="1082802"/>
            <a:chOff x="593598" y="257175"/>
            <a:chExt cx="5544693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6" name="TextBox 6"/>
            <p:cNvSpPr txBox="1"/>
            <p:nvPr/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755176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4797461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839746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270688" cy="1082802"/>
            <a:chOff x="593598" y="257175"/>
            <a:chExt cx="5270688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4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129018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5337572" y="3356372"/>
              <a:ext cx="297656" cy="297656"/>
              <a:chOff x="5337572" y="3356372"/>
              <a:chExt cx="297656" cy="297656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5337572" y="3356372"/>
                <a:ext cx="297656" cy="297656"/>
              </a:xfrm>
              <a:prstGeom prst="ellipse">
                <a:avLst/>
              </a:prstGeom>
              <a:solidFill>
                <a:srgbClr val="EAF0F4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62588" y="3439716"/>
                <a:ext cx="113109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25016">
                    <a:moveTo>
                      <a:pt x="0" y="125016"/>
                    </a:moveTo>
                    <a:lnTo>
                      <a:pt x="113109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5160035" y="3730625"/>
              <a:ext cx="65272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34940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702153" y="3368278"/>
              <a:ext cx="279797" cy="279797"/>
              <a:chOff x="7702153" y="3368278"/>
              <a:chExt cx="279797" cy="279797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702153" y="3368278"/>
                <a:ext cx="202406" cy="202406"/>
              </a:xfrm>
              <a:prstGeom prst="ellipse">
                <a:avLst/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880747" y="3546872"/>
                <a:ext cx="101203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101203" h="101203">
                    <a:moveTo>
                      <a:pt x="0" y="0"/>
                    </a:moveTo>
                    <a:lnTo>
                      <a:pt x="101203" y="101203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7616546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87615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0042922" y="3356372"/>
              <a:ext cx="297656" cy="297656"/>
            </a:xfrm>
            <a:prstGeom prst="ellipse">
              <a:avLst/>
            </a:prstGeom>
            <a:solidFill>
              <a:srgbClr val="EAF0F4"/>
            </a:solidFill>
            <a:ln w="14883">
              <a:solidFill>
                <a:schemeClr val="accent1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119817" y="3365500"/>
              <a:ext cx="143866" cy="3461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7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69221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19132" y="42418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3" name="Line 43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48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6" name="TextBox 6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710928" y="2951262"/>
              <a:ext cx="369094" cy="498276"/>
              <a:chOff x="1710928" y="2951262"/>
              <a:chExt cx="369094" cy="498276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710928" y="2951262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1793974" y="3071217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74" y="3172718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74" y="3274219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74" y="3375720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3413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0645" y="4041775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465141" y="2969716"/>
              <a:ext cx="479823" cy="479823"/>
              <a:chOff x="4465141" y="2969716"/>
              <a:chExt cx="479823" cy="479823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465141" y="2969716"/>
                <a:ext cx="350639" cy="350639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769644" y="3274219"/>
                <a:ext cx="17532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75320">
                    <a:moveTo>
                      <a:pt x="0" y="0"/>
                    </a:moveTo>
                    <a:lnTo>
                      <a:pt x="175320" y="175320"/>
                    </a:lnTo>
                  </a:path>
                </a:pathLst>
              </a:custGeom>
              <a:noFill/>
              <a:ln w="46137" cap="rnd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41416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76444" y="4041775"/>
              <a:ext cx="1438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5491" y="2969716"/>
              <a:ext cx="461368" cy="461368"/>
              <a:chOff x="7265491" y="2969716"/>
              <a:chExt cx="461368" cy="461368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7265491" y="2969716"/>
                <a:ext cx="461367" cy="461367"/>
              </a:xfrm>
              <a:prstGeom prst="ellipse">
                <a:avLst/>
              </a:prstGeom>
              <a:solidFill>
                <a:srgbClr val="EAF0F4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7366992" y="3200400"/>
                <a:ext cx="92273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92273" h="92273">
                    <a:moveTo>
                      <a:pt x="0" y="0"/>
                    </a:moveTo>
                    <a:lnTo>
                      <a:pt x="92273" y="92273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459266" y="3098899"/>
                <a:ext cx="175320" cy="193774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93774">
                    <a:moveTo>
                      <a:pt x="0" y="193774"/>
                    </a:moveTo>
                    <a:lnTo>
                      <a:pt x="175320" y="0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9420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79870" y="40417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10065841" y="2942034"/>
              <a:ext cx="461368" cy="516732"/>
              <a:chOff x="10065841" y="2942034"/>
              <a:chExt cx="461368" cy="516732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065841" y="2969716"/>
                <a:ext cx="461367" cy="461367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296525" y="3034308"/>
                <a:ext cx="9525" cy="16609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092">
                    <a:moveTo>
                      <a:pt x="0" y="166092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200400"/>
                <a:ext cx="129183" cy="64591"/>
              </a:xfrm>
              <a:custGeom>
                <a:avLst/>
                <a:gdLst/>
                <a:ahLst/>
                <a:cxnLst/>
                <a:rect l="l" t="t" r="r" b="b"/>
                <a:pathLst>
                  <a:path w="129183" h="64591">
                    <a:moveTo>
                      <a:pt x="0" y="0"/>
                    </a:moveTo>
                    <a:lnTo>
                      <a:pt x="129183" y="64591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2942034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3412629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97423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82150" y="404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FFF4DD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109951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9" name="Line 4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3500" y="2200275"/>
              <a:ext cx="800100" cy="80010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80922" y="30543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33750" y="2200275"/>
              <a:ext cx="800100" cy="8001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86874" y="30543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5469017" y="2256532"/>
              <a:ext cx="450056" cy="607576"/>
              <a:chOff x="5469017" y="2256532"/>
              <a:chExt cx="450056" cy="607576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5469017" y="2256532"/>
                <a:ext cx="450056" cy="607576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1251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570280" y="2402800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570280" y="2526566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570280" y="2650331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570280" y="2774097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5817060" y="2683335"/>
              <a:ext cx="250032" cy="250032"/>
              <a:chOff x="5817060" y="2683335"/>
              <a:chExt cx="250032" cy="250032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5817060" y="2683335"/>
                <a:ext cx="250031" cy="250031"/>
              </a:xfrm>
              <a:prstGeom prst="ellipse">
                <a:avLst/>
              </a:prstGeom>
              <a:solidFill>
                <a:srgbClr val="EAF0F4"/>
              </a:solidFill>
              <a:ln w="12502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5922074" y="2753344"/>
                <a:ext cx="95012" cy="105013"/>
              </a:xfrm>
              <a:custGeom>
                <a:avLst/>
                <a:gdLst/>
                <a:ahLst/>
                <a:cxnLst/>
                <a:rect l="l" t="t" r="r" b="b"/>
                <a:pathLst>
                  <a:path w="95012" h="105013">
                    <a:moveTo>
                      <a:pt x="0" y="105013"/>
                    </a:moveTo>
                    <a:lnTo>
                      <a:pt x="95012" y="0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5317562" y="30543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34250" y="2200275"/>
              <a:ext cx="800100" cy="80010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7170611" y="30543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0580" y="3336925"/>
              <a:ext cx="4005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68852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710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1586508" y="4571851"/>
              <a:ext cx="303609" cy="409873"/>
              <a:chOff x="1586508" y="4571851"/>
              <a:chExt cx="303609" cy="409873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15865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6548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16548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16548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6548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3001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586758" y="4571851"/>
              <a:ext cx="303609" cy="409873"/>
              <a:chOff x="3586758" y="4571851"/>
              <a:chExt cx="303609" cy="409873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35867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36550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36550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2" name="Line 52"/>
              <p:cNvSpPr/>
              <p:nvPr/>
            </p:nvSpPr>
            <p:spPr>
              <a:xfrm>
                <a:off x="36550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36550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3188777" y="5038725"/>
              <a:ext cx="1090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5587008" y="4571851"/>
              <a:ext cx="303609" cy="409873"/>
              <a:chOff x="5587008" y="4571851"/>
              <a:chExt cx="303609" cy="409873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55870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56553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56553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56553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56553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3006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587258" y="4571851"/>
              <a:ext cx="303609" cy="409873"/>
              <a:chOff x="7587258" y="4571851"/>
              <a:chExt cx="303609" cy="409873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75872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76555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76555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76555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76555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30090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042756" y="534987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10486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5710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8300" y="2257425"/>
              <a:ext cx="704850" cy="7048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13053" y="2889250"/>
              <a:ext cx="15553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4595217" y="2318742"/>
              <a:ext cx="526257" cy="526256"/>
              <a:chOff x="4595217" y="2318742"/>
              <a:chExt cx="526257" cy="526256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595217" y="2318742"/>
                <a:ext cx="384572" cy="384572"/>
              </a:xfrm>
              <a:prstGeom prst="ellipse">
                <a:avLst/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4929188" y="2652712"/>
                <a:ext cx="192286" cy="192286"/>
              </a:xfrm>
              <a:custGeom>
                <a:avLst/>
                <a:gdLst/>
                <a:ahLst/>
                <a:cxnLst/>
                <a:rect l="l" t="t" r="r" b="b"/>
                <a:pathLst>
                  <a:path w="192286" h="192286">
                    <a:moveTo>
                      <a:pt x="0" y="0"/>
                    </a:moveTo>
                    <a:lnTo>
                      <a:pt x="192286" y="192286"/>
                    </a:lnTo>
                  </a:path>
                </a:pathLst>
              </a:custGeom>
              <a:noFill/>
              <a:ln w="50602" cap="rnd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4226280" y="2889250"/>
              <a:ext cx="118673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7540228" y="2332137"/>
              <a:ext cx="369094" cy="498276"/>
              <a:chOff x="7540228" y="2332137"/>
              <a:chExt cx="369094" cy="49827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540228" y="2332137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7623274" y="2452092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7623274" y="2553593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7623274" y="2655094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7623274" y="2756595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038848" y="2889250"/>
              <a:ext cx="13718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0580" y="3336925"/>
              <a:ext cx="3977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4051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64324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293364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26548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75311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79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2359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837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</p:grpSp>
      <p:grpSp>
        <p:nvGrpSpPr>
          <p:cNvPr id="9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13555" y="2282825"/>
              <a:ext cx="17925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1234678" y="2632472"/>
              <a:ext cx="273844" cy="297656"/>
              <a:chOff x="1234678" y="2632472"/>
              <a:chExt cx="273844" cy="29765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23467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44899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27039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123467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144899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127039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123467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144899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27039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2249091" y="2638425"/>
              <a:ext cx="321469" cy="285750"/>
              <a:chOff x="2249091" y="2638425"/>
              <a:chExt cx="321469" cy="285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249091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356247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475309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08622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39591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56247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75309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3311128" y="2632472"/>
              <a:ext cx="273844" cy="297656"/>
              <a:chOff x="3311128" y="2632472"/>
              <a:chExt cx="273844" cy="297656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331112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352544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334684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331112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6" name="Ellipse 36"/>
              <p:cNvSpPr/>
              <p:nvPr/>
            </p:nvSpPr>
            <p:spPr>
              <a:xfrm>
                <a:off x="352544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34684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331112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352544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334684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42" name="Freeform 42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737360" y="3013075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7641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808702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055051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1090612" y="5049441"/>
              <a:ext cx="238126" cy="321468"/>
              <a:chOff x="1090612" y="5049441"/>
              <a:chExt cx="238126" cy="321468"/>
            </a:xfrm>
          </p:grpSpPr>
          <p:sp>
            <p:nvSpPr>
              <p:cNvPr id="65" name="Rectangle 65"/>
              <p:cNvSpPr/>
              <p:nvPr/>
            </p:nvSpPr>
            <p:spPr>
              <a:xfrm>
                <a:off x="1090612" y="5049441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1144191" y="512683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1144191" y="519231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44191" y="5257800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191" y="5323284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607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2" name="Freeform 72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75" name="Image 7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24175" y="5019675"/>
              <a:ext cx="381000" cy="381000"/>
            </a:xfrm>
            <a:prstGeom prst="rect">
              <a:avLst/>
            </a:prstGeom>
          </p:spPr>
        </p:pic>
        <p:sp>
          <p:nvSpPr>
            <p:cNvPr id="76" name="TextBox 76"/>
            <p:cNvSpPr txBox="1"/>
            <p:nvPr/>
          </p:nvSpPr>
          <p:spPr>
            <a:xfrm>
              <a:off x="3480435" y="5099050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0" name="Image 8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9175" y="5019675"/>
              <a:ext cx="381000" cy="381000"/>
            </a:xfrm>
            <a:prstGeom prst="rect">
              <a:avLst/>
            </a:prstGeom>
          </p:spPr>
        </p:pic>
        <p:sp>
          <p:nvSpPr>
            <p:cNvPr id="81" name="TextBox 81"/>
            <p:cNvSpPr txBox="1"/>
            <p:nvPr/>
          </p:nvSpPr>
          <p:spPr>
            <a:xfrm>
              <a:off x="5382094" y="5099050"/>
              <a:ext cx="89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82" name="Freeform 82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5" name="Image 8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4175" y="5019675"/>
              <a:ext cx="381000" cy="381000"/>
            </a:xfrm>
            <a:prstGeom prst="rect">
              <a:avLst/>
            </a:prstGeom>
          </p:spPr>
        </p:pic>
        <p:sp>
          <p:nvSpPr>
            <p:cNvPr id="86" name="TextBox 86"/>
            <p:cNvSpPr txBox="1"/>
            <p:nvPr/>
          </p:nvSpPr>
          <p:spPr>
            <a:xfrm>
              <a:off x="7322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314051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708377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91" name="Line 9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171C1D"/>
      </a:dk1>
      <a:lt1>
        <a:srgbClr val="FFFFFF"/>
      </a:lt1>
      <a:dk2>
        <a:srgbClr val="1F497D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FDB338"/>
      </a:hlink>
      <a:folHlink>
        <a:srgbClr val="F0F2F3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171C1D"/>
      </a:dk1>
      <a:lt1>
        <a:srgbClr val="FFFFFF"/>
      </a:lt1>
      <a:dk2>
        <a:srgbClr val="1F497D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FDB338"/>
      </a:hlink>
      <a:folHlink>
        <a:srgbClr val="F0F2F3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2126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2</cp:revision>
  <dcterms:created xsi:type="dcterms:W3CDTF">2026-10-28T13:37:16Z</dcterms:created>
  <dcterms:modified xsi:type="dcterms:W3CDTF">2026-10-28T13:46:49Z</dcterms:modified>
  <cp:category/>
  <cp:contentStatus/>
  <dc:language>zh-TW</dc:language>
</cp:coreProperties>
</file>