
<file path=[Content_Types].xml><?xml version="1.0" encoding="utf-8"?>
<ns0:Types xmlns:ns0="http://schemas.openxmlformats.org/package/2006/content-types">
  <ns0:Default Extension="jpeg" ContentType="image/jpeg"/>
  <ns0:Default Extension="mp4" ContentType="video/mp4"/>
  <ns0:Default Extension="png" ContentType="image/pn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theme/theme2.xml" ContentType="application/vnd.openxmlformats-officedocument.theme+xml"/>
  <ns0:Override PartName="/ppt/tags/tag1.xml" ContentType="application/vnd.openxmlformats-officedocument.presentationml.tags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notesSlides/notesSlide4.xml" ContentType="application/vnd.openxmlformats-officedocument.presentationml.notesSlide+xml"/>
  <ns0:Override PartName="/ppt/tags/tag63.xml" ContentType="application/vnd.openxmlformats-officedocument.presentationml.tags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notesSlides/notesSlide5.xml" ContentType="application/vnd.openxmlformats-officedocument.presentationml.notesSlide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notesSlides/notesSlide6.xml" ContentType="application/vnd.openxmlformats-officedocument.presentationml.notesSlide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notesSlides/notesSlide7.xml" ContentType="application/vnd.openxmlformats-officedocument.presentationml.notesSlide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notesSlides/notesSlide8.xml" ContentType="application/vnd.openxmlformats-officedocument.presentationml.notesSlide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notesSlides/notesSlide9.xml" ContentType="application/vnd.openxmlformats-officedocument.presentationml.notesSlide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notesSlides/notesSlide10.xml" ContentType="application/vnd.openxmlformats-officedocument.presentationml.notesSlide+xml"/>
  <ns0:Override PartName="/ppt/tags/tag188.xml" ContentType="application/vnd.openxmlformats-officedocument.presentationml.tags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notesSlides/notesSlide11.xml" ContentType="application/vnd.openxmlformats-officedocument.presentationml.notesSlide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notesSlides/notesSlide12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10/30/2026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10/30/2026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notesSlide" Target="../notesSlides/notesSlide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2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1.xml" /><ns0:Relationship Id="rId2" Type="http://schemas.openxmlformats.org/officeDocument/2006/relationships/video" Target="../media/opening-film.mp4" /><ns0:Relationship Id="rId1" Type="http://schemas.microsoft.com/office/2007/relationships/media" Target="../media/opening-film.mp4" /><ns0:Relationship Id="rId5" Type="http://schemas.openxmlformats.org/officeDocument/2006/relationships/image" Target="../media/opening-poster.png" /><ns0:Relationship Id="rId4" Type="http://schemas.openxmlformats.org/officeDocument/2006/relationships/notesSlide" Target="../notesSlides/notesSlide2.xml" /></ns0: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24.xml"/><Relationship Id="rId18" Type="http://schemas.openxmlformats.org/officeDocument/2006/relationships/tags" Target="../tags/tag29.xml"/><Relationship Id="rId26" Type="http://schemas.openxmlformats.org/officeDocument/2006/relationships/tags" Target="../tags/tag37.xml"/><Relationship Id="rId3" Type="http://schemas.openxmlformats.org/officeDocument/2006/relationships/tags" Target="../tags/tag14.xml"/><Relationship Id="rId21" Type="http://schemas.openxmlformats.org/officeDocument/2006/relationships/tags" Target="../tags/tag32.xml"/><Relationship Id="rId34" Type="http://schemas.openxmlformats.org/officeDocument/2006/relationships/slideLayout" Target="../slideLayouts/slideLayout1.xml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tags" Target="../tags/tag28.xml"/><Relationship Id="rId25" Type="http://schemas.openxmlformats.org/officeDocument/2006/relationships/tags" Target="../tags/tag36.xml"/><Relationship Id="rId33" Type="http://schemas.openxmlformats.org/officeDocument/2006/relationships/tags" Target="../tags/tag44.xml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tags" Target="../tags/tag31.xml"/><Relationship Id="rId29" Type="http://schemas.openxmlformats.org/officeDocument/2006/relationships/tags" Target="../tags/tag40.xml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tags" Target="../tags/tag35.xml"/><Relationship Id="rId32" Type="http://schemas.openxmlformats.org/officeDocument/2006/relationships/tags" Target="../tags/tag43.xml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tags" Target="../tags/tag34.xml"/><Relationship Id="rId28" Type="http://schemas.openxmlformats.org/officeDocument/2006/relationships/tags" Target="../tags/tag39.xml"/><Relationship Id="rId10" Type="http://schemas.openxmlformats.org/officeDocument/2006/relationships/tags" Target="../tags/tag21.xml"/><Relationship Id="rId19" Type="http://schemas.openxmlformats.org/officeDocument/2006/relationships/tags" Target="../tags/tag30.xml"/><Relationship Id="rId31" Type="http://schemas.openxmlformats.org/officeDocument/2006/relationships/tags" Target="../tags/tag42.xml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tags" Target="../tags/tag33.xml"/><Relationship Id="rId27" Type="http://schemas.openxmlformats.org/officeDocument/2006/relationships/tags" Target="../tags/tag38.xml"/><Relationship Id="rId30" Type="http://schemas.openxmlformats.org/officeDocument/2006/relationships/tags" Target="../tags/tag41.xml"/><Relationship Id="rId35" Type="http://schemas.openxmlformats.org/officeDocument/2006/relationships/notesSlide" Target="../notesSlides/notesSlide3.xml"/><Relationship Id="rId8" Type="http://schemas.openxmlformats.org/officeDocument/2006/relationships/tags" Target="../tags/tag1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notesSlide" Target="../notesSlides/notesSlide4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10" Type="http://schemas.openxmlformats.org/officeDocument/2006/relationships/tags" Target="../tags/tag5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0.xml"/><Relationship Id="rId13" Type="http://schemas.openxmlformats.org/officeDocument/2006/relationships/tags" Target="../tags/tag75.xml"/><Relationship Id="rId18" Type="http://schemas.openxmlformats.org/officeDocument/2006/relationships/tags" Target="../tags/tag80.xml"/><Relationship Id="rId26" Type="http://schemas.openxmlformats.org/officeDocument/2006/relationships/tags" Target="../tags/tag88.xml"/><Relationship Id="rId3" Type="http://schemas.openxmlformats.org/officeDocument/2006/relationships/tags" Target="../tags/tag65.xml"/><Relationship Id="rId21" Type="http://schemas.openxmlformats.org/officeDocument/2006/relationships/tags" Target="../tags/tag83.xml"/><Relationship Id="rId7" Type="http://schemas.openxmlformats.org/officeDocument/2006/relationships/tags" Target="../tags/tag69.xml"/><Relationship Id="rId12" Type="http://schemas.openxmlformats.org/officeDocument/2006/relationships/tags" Target="../tags/tag74.xml"/><Relationship Id="rId17" Type="http://schemas.openxmlformats.org/officeDocument/2006/relationships/tags" Target="../tags/tag79.xml"/><Relationship Id="rId25" Type="http://schemas.openxmlformats.org/officeDocument/2006/relationships/tags" Target="../tags/tag87.xml"/><Relationship Id="rId2" Type="http://schemas.openxmlformats.org/officeDocument/2006/relationships/tags" Target="../tags/tag64.xml"/><Relationship Id="rId16" Type="http://schemas.openxmlformats.org/officeDocument/2006/relationships/tags" Target="../tags/tag78.xml"/><Relationship Id="rId20" Type="http://schemas.openxmlformats.org/officeDocument/2006/relationships/tags" Target="../tags/tag82.xml"/><Relationship Id="rId29" Type="http://schemas.openxmlformats.org/officeDocument/2006/relationships/tags" Target="../tags/tag91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11" Type="http://schemas.openxmlformats.org/officeDocument/2006/relationships/tags" Target="../tags/tag73.xml"/><Relationship Id="rId24" Type="http://schemas.openxmlformats.org/officeDocument/2006/relationships/tags" Target="../tags/tag86.xml"/><Relationship Id="rId5" Type="http://schemas.openxmlformats.org/officeDocument/2006/relationships/tags" Target="../tags/tag67.xml"/><Relationship Id="rId15" Type="http://schemas.openxmlformats.org/officeDocument/2006/relationships/tags" Target="../tags/tag77.xml"/><Relationship Id="rId23" Type="http://schemas.openxmlformats.org/officeDocument/2006/relationships/tags" Target="../tags/tag85.xml"/><Relationship Id="rId28" Type="http://schemas.openxmlformats.org/officeDocument/2006/relationships/tags" Target="../tags/tag90.xml"/><Relationship Id="rId10" Type="http://schemas.openxmlformats.org/officeDocument/2006/relationships/tags" Target="../tags/tag72.xml"/><Relationship Id="rId19" Type="http://schemas.openxmlformats.org/officeDocument/2006/relationships/tags" Target="../tags/tag81.xml"/><Relationship Id="rId31" Type="http://schemas.openxmlformats.org/officeDocument/2006/relationships/notesSlide" Target="../notesSlides/notesSlide5.xml"/><Relationship Id="rId4" Type="http://schemas.openxmlformats.org/officeDocument/2006/relationships/tags" Target="../tags/tag66.xml"/><Relationship Id="rId9" Type="http://schemas.openxmlformats.org/officeDocument/2006/relationships/tags" Target="../tags/tag71.xml"/><Relationship Id="rId14" Type="http://schemas.openxmlformats.org/officeDocument/2006/relationships/tags" Target="../tags/tag76.xml"/><Relationship Id="rId22" Type="http://schemas.openxmlformats.org/officeDocument/2006/relationships/tags" Target="../tags/tag84.xml"/><Relationship Id="rId27" Type="http://schemas.openxmlformats.org/officeDocument/2006/relationships/tags" Target="../tags/tag89.xml"/><Relationship Id="rId30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tags" Target="../tags/tag104.xml"/><Relationship Id="rId18" Type="http://schemas.openxmlformats.org/officeDocument/2006/relationships/tags" Target="../tags/tag109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17" Type="http://schemas.openxmlformats.org/officeDocument/2006/relationships/tags" Target="../tags/tag108.xml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20" Type="http://schemas.openxmlformats.org/officeDocument/2006/relationships/notesSlide" Target="../notesSlides/notesSlide6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5" Type="http://schemas.openxmlformats.org/officeDocument/2006/relationships/tags" Target="../tags/tag106.xml"/><Relationship Id="rId10" Type="http://schemas.openxmlformats.org/officeDocument/2006/relationships/tags" Target="../tags/tag101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95.xml"/><Relationship Id="rId9" Type="http://schemas.openxmlformats.org/officeDocument/2006/relationships/tags" Target="../tags/tag100.xml"/><Relationship Id="rId14" Type="http://schemas.openxmlformats.org/officeDocument/2006/relationships/tags" Target="../tags/tag10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tags" Target="../tags/tag122.xml"/><Relationship Id="rId18" Type="http://schemas.openxmlformats.org/officeDocument/2006/relationships/tags" Target="../tags/tag127.xml"/><Relationship Id="rId3" Type="http://schemas.openxmlformats.org/officeDocument/2006/relationships/tags" Target="../tags/tag112.xml"/><Relationship Id="rId21" Type="http://schemas.openxmlformats.org/officeDocument/2006/relationships/notesSlide" Target="../notesSlides/notesSlide7.xml"/><Relationship Id="rId7" Type="http://schemas.openxmlformats.org/officeDocument/2006/relationships/tags" Target="../tags/tag116.xml"/><Relationship Id="rId12" Type="http://schemas.openxmlformats.org/officeDocument/2006/relationships/tags" Target="../tags/tag121.xml"/><Relationship Id="rId17" Type="http://schemas.openxmlformats.org/officeDocument/2006/relationships/tags" Target="../tags/tag126.xml"/><Relationship Id="rId2" Type="http://schemas.openxmlformats.org/officeDocument/2006/relationships/tags" Target="../tags/tag111.xml"/><Relationship Id="rId16" Type="http://schemas.openxmlformats.org/officeDocument/2006/relationships/tags" Target="../tags/tag125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20.xml"/><Relationship Id="rId5" Type="http://schemas.openxmlformats.org/officeDocument/2006/relationships/tags" Target="../tags/tag114.xml"/><Relationship Id="rId15" Type="http://schemas.openxmlformats.org/officeDocument/2006/relationships/tags" Target="../tags/tag124.xml"/><Relationship Id="rId10" Type="http://schemas.openxmlformats.org/officeDocument/2006/relationships/tags" Target="../tags/tag119.xml"/><Relationship Id="rId19" Type="http://schemas.openxmlformats.org/officeDocument/2006/relationships/tags" Target="../tags/tag128.xml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tags" Target="../tags/tag12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tags" Target="../tags/tag141.xml"/><Relationship Id="rId18" Type="http://schemas.openxmlformats.org/officeDocument/2006/relationships/tags" Target="../tags/tag146.xml"/><Relationship Id="rId3" Type="http://schemas.openxmlformats.org/officeDocument/2006/relationships/tags" Target="../tags/tag131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35.xml"/><Relationship Id="rId12" Type="http://schemas.openxmlformats.org/officeDocument/2006/relationships/tags" Target="../tags/tag140.xml"/><Relationship Id="rId17" Type="http://schemas.openxmlformats.org/officeDocument/2006/relationships/tags" Target="../tags/tag145.xml"/><Relationship Id="rId2" Type="http://schemas.openxmlformats.org/officeDocument/2006/relationships/tags" Target="../tags/tag130.xml"/><Relationship Id="rId16" Type="http://schemas.openxmlformats.org/officeDocument/2006/relationships/tags" Target="../tags/tag144.xml"/><Relationship Id="rId20" Type="http://schemas.openxmlformats.org/officeDocument/2006/relationships/tags" Target="../tags/tag148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tags" Target="../tags/tag139.xml"/><Relationship Id="rId5" Type="http://schemas.openxmlformats.org/officeDocument/2006/relationships/tags" Target="../tags/tag133.xml"/><Relationship Id="rId15" Type="http://schemas.openxmlformats.org/officeDocument/2006/relationships/tags" Target="../tags/tag143.xml"/><Relationship Id="rId10" Type="http://schemas.openxmlformats.org/officeDocument/2006/relationships/tags" Target="../tags/tag138.xml"/><Relationship Id="rId19" Type="http://schemas.openxmlformats.org/officeDocument/2006/relationships/tags" Target="../tags/tag147.xml"/><Relationship Id="rId4" Type="http://schemas.openxmlformats.org/officeDocument/2006/relationships/tags" Target="../tags/tag132.xml"/><Relationship Id="rId9" Type="http://schemas.openxmlformats.org/officeDocument/2006/relationships/tags" Target="../tags/tag137.xml"/><Relationship Id="rId14" Type="http://schemas.openxmlformats.org/officeDocument/2006/relationships/tags" Target="../tags/tag142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56.xml"/><Relationship Id="rId13" Type="http://schemas.openxmlformats.org/officeDocument/2006/relationships/tags" Target="../tags/tag161.xml"/><Relationship Id="rId18" Type="http://schemas.openxmlformats.org/officeDocument/2006/relationships/notesSlide" Target="../notesSlides/notesSlide9.xml"/><Relationship Id="rId3" Type="http://schemas.openxmlformats.org/officeDocument/2006/relationships/tags" Target="../tags/tag151.xml"/><Relationship Id="rId7" Type="http://schemas.openxmlformats.org/officeDocument/2006/relationships/tags" Target="../tags/tag155.xml"/><Relationship Id="rId12" Type="http://schemas.openxmlformats.org/officeDocument/2006/relationships/tags" Target="../tags/tag160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50.xml"/><Relationship Id="rId16" Type="http://schemas.openxmlformats.org/officeDocument/2006/relationships/tags" Target="../tags/tag164.xml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1" Type="http://schemas.openxmlformats.org/officeDocument/2006/relationships/tags" Target="../tags/tag159.xml"/><Relationship Id="rId5" Type="http://schemas.openxmlformats.org/officeDocument/2006/relationships/tags" Target="../tags/tag153.xml"/><Relationship Id="rId15" Type="http://schemas.openxmlformats.org/officeDocument/2006/relationships/tags" Target="../tags/tag163.xml"/><Relationship Id="rId10" Type="http://schemas.openxmlformats.org/officeDocument/2006/relationships/tags" Target="../tags/tag158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4" Type="http://schemas.openxmlformats.org/officeDocument/2006/relationships/tags" Target="../tags/tag16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72.xml"/><Relationship Id="rId13" Type="http://schemas.openxmlformats.org/officeDocument/2006/relationships/tags" Target="../tags/tag177.xml"/><Relationship Id="rId18" Type="http://schemas.openxmlformats.org/officeDocument/2006/relationships/tags" Target="../tags/tag182.xml"/><Relationship Id="rId3" Type="http://schemas.openxmlformats.org/officeDocument/2006/relationships/tags" Target="../tags/tag167.xml"/><Relationship Id="rId21" Type="http://schemas.openxmlformats.org/officeDocument/2006/relationships/tags" Target="../tags/tag185.xml"/><Relationship Id="rId7" Type="http://schemas.openxmlformats.org/officeDocument/2006/relationships/tags" Target="../tags/tag171.xml"/><Relationship Id="rId12" Type="http://schemas.openxmlformats.org/officeDocument/2006/relationships/tags" Target="../tags/tag176.xml"/><Relationship Id="rId17" Type="http://schemas.openxmlformats.org/officeDocument/2006/relationships/tags" Target="../tags/tag181.xml"/><Relationship Id="rId25" Type="http://schemas.openxmlformats.org/officeDocument/2006/relationships/notesSlide" Target="../notesSlides/notesSlide10.xml"/><Relationship Id="rId2" Type="http://schemas.openxmlformats.org/officeDocument/2006/relationships/tags" Target="../tags/tag166.xml"/><Relationship Id="rId16" Type="http://schemas.openxmlformats.org/officeDocument/2006/relationships/tags" Target="../tags/tag180.xml"/><Relationship Id="rId20" Type="http://schemas.openxmlformats.org/officeDocument/2006/relationships/tags" Target="../tags/tag184.xml"/><Relationship Id="rId1" Type="http://schemas.openxmlformats.org/officeDocument/2006/relationships/tags" Target="../tags/tag165.xml"/><Relationship Id="rId6" Type="http://schemas.openxmlformats.org/officeDocument/2006/relationships/tags" Target="../tags/tag170.xml"/><Relationship Id="rId11" Type="http://schemas.openxmlformats.org/officeDocument/2006/relationships/tags" Target="../tags/tag175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169.xml"/><Relationship Id="rId15" Type="http://schemas.openxmlformats.org/officeDocument/2006/relationships/tags" Target="../tags/tag179.xml"/><Relationship Id="rId23" Type="http://schemas.openxmlformats.org/officeDocument/2006/relationships/tags" Target="../tags/tag187.xml"/><Relationship Id="rId10" Type="http://schemas.openxmlformats.org/officeDocument/2006/relationships/tags" Target="../tags/tag174.xml"/><Relationship Id="rId19" Type="http://schemas.openxmlformats.org/officeDocument/2006/relationships/tags" Target="../tags/tag183.xml"/><Relationship Id="rId4" Type="http://schemas.openxmlformats.org/officeDocument/2006/relationships/tags" Target="../tags/tag168.xml"/><Relationship Id="rId9" Type="http://schemas.openxmlformats.org/officeDocument/2006/relationships/tags" Target="../tags/tag173.xml"/><Relationship Id="rId14" Type="http://schemas.openxmlformats.org/officeDocument/2006/relationships/tags" Target="../tags/tag178.xml"/><Relationship Id="rId22" Type="http://schemas.openxmlformats.org/officeDocument/2006/relationships/tags" Target="../tags/tag18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13" Type="http://schemas.openxmlformats.org/officeDocument/2006/relationships/tags" Target="../tags/tag200.xml"/><Relationship Id="rId18" Type="http://schemas.openxmlformats.org/officeDocument/2006/relationships/tags" Target="../tags/tag205.xml"/><Relationship Id="rId3" Type="http://schemas.openxmlformats.org/officeDocument/2006/relationships/tags" Target="../tags/tag190.xml"/><Relationship Id="rId21" Type="http://schemas.openxmlformats.org/officeDocument/2006/relationships/tags" Target="../tags/tag208.xml"/><Relationship Id="rId7" Type="http://schemas.openxmlformats.org/officeDocument/2006/relationships/tags" Target="../tags/tag194.xml"/><Relationship Id="rId12" Type="http://schemas.openxmlformats.org/officeDocument/2006/relationships/tags" Target="../tags/tag199.xml"/><Relationship Id="rId17" Type="http://schemas.openxmlformats.org/officeDocument/2006/relationships/tags" Target="../tags/tag204.xml"/><Relationship Id="rId2" Type="http://schemas.openxmlformats.org/officeDocument/2006/relationships/tags" Target="../tags/tag189.xml"/><Relationship Id="rId16" Type="http://schemas.openxmlformats.org/officeDocument/2006/relationships/tags" Target="../tags/tag203.xml"/><Relationship Id="rId20" Type="http://schemas.openxmlformats.org/officeDocument/2006/relationships/tags" Target="../tags/tag207.xml"/><Relationship Id="rId1" Type="http://schemas.openxmlformats.org/officeDocument/2006/relationships/tags" Target="../tags/tag188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192.xml"/><Relationship Id="rId15" Type="http://schemas.openxmlformats.org/officeDocument/2006/relationships/tags" Target="../tags/tag202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197.xml"/><Relationship Id="rId19" Type="http://schemas.openxmlformats.org/officeDocument/2006/relationships/tags" Target="../tags/tag206.xml"/><Relationship Id="rId4" Type="http://schemas.openxmlformats.org/officeDocument/2006/relationships/tags" Target="../tags/tag191.xml"/><Relationship Id="rId9" Type="http://schemas.openxmlformats.org/officeDocument/2006/relationships/tags" Target="../tags/tag196.xml"/><Relationship Id="rId14" Type="http://schemas.openxmlformats.org/officeDocument/2006/relationships/tags" Target="../tags/tag201.xml"/><Relationship Id="rId22" Type="http://schemas.openxmlformats.org/officeDocument/2006/relationships/tags" Target="../tags/tag209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17.xml"/><Relationship Id="rId13" Type="http://schemas.openxmlformats.org/officeDocument/2006/relationships/tags" Target="../tags/tag222.xml"/><Relationship Id="rId18" Type="http://schemas.openxmlformats.org/officeDocument/2006/relationships/tags" Target="../tags/tag227.xml"/><Relationship Id="rId3" Type="http://schemas.openxmlformats.org/officeDocument/2006/relationships/tags" Target="../tags/tag212.xml"/><Relationship Id="rId21" Type="http://schemas.openxmlformats.org/officeDocument/2006/relationships/tags" Target="../tags/tag230.xml"/><Relationship Id="rId7" Type="http://schemas.openxmlformats.org/officeDocument/2006/relationships/tags" Target="../tags/tag216.xml"/><Relationship Id="rId12" Type="http://schemas.openxmlformats.org/officeDocument/2006/relationships/tags" Target="../tags/tag221.xml"/><Relationship Id="rId17" Type="http://schemas.openxmlformats.org/officeDocument/2006/relationships/tags" Target="../tags/tag226.xml"/><Relationship Id="rId25" Type="http://schemas.openxmlformats.org/officeDocument/2006/relationships/notesSlide" Target="../notesSlides/notesSlide12.xml"/><Relationship Id="rId2" Type="http://schemas.openxmlformats.org/officeDocument/2006/relationships/tags" Target="../tags/tag211.xml"/><Relationship Id="rId16" Type="http://schemas.openxmlformats.org/officeDocument/2006/relationships/tags" Target="../tags/tag225.xml"/><Relationship Id="rId20" Type="http://schemas.openxmlformats.org/officeDocument/2006/relationships/tags" Target="../tags/tag229.xml"/><Relationship Id="rId1" Type="http://schemas.openxmlformats.org/officeDocument/2006/relationships/tags" Target="../tags/tag210.xml"/><Relationship Id="rId6" Type="http://schemas.openxmlformats.org/officeDocument/2006/relationships/tags" Target="../tags/tag215.xml"/><Relationship Id="rId11" Type="http://schemas.openxmlformats.org/officeDocument/2006/relationships/tags" Target="../tags/tag220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14.xml"/><Relationship Id="rId15" Type="http://schemas.openxmlformats.org/officeDocument/2006/relationships/tags" Target="../tags/tag224.xml"/><Relationship Id="rId23" Type="http://schemas.openxmlformats.org/officeDocument/2006/relationships/tags" Target="../tags/tag232.xml"/><Relationship Id="rId10" Type="http://schemas.openxmlformats.org/officeDocument/2006/relationships/tags" Target="../tags/tag219.xml"/><Relationship Id="rId19" Type="http://schemas.openxmlformats.org/officeDocument/2006/relationships/tags" Target="../tags/tag228.xml"/><Relationship Id="rId4" Type="http://schemas.openxmlformats.org/officeDocument/2006/relationships/tags" Target="../tags/tag213.xml"/><Relationship Id="rId9" Type="http://schemas.openxmlformats.org/officeDocument/2006/relationships/tags" Target="../tags/tag218.xml"/><Relationship Id="rId14" Type="http://schemas.openxmlformats.org/officeDocument/2006/relationships/tags" Target="../tags/tag223.xml"/><Relationship Id="rId22" Type="http://schemas.openxmlformats.org/officeDocument/2006/relationships/tags" Target="../tags/tag2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31" cy="307467"/>
            <a:chOff x="609600" y="257175"/>
            <a:chExt cx="1926431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1"/>
              </p:custDataLst>
            </p:nvPr>
          </p:nvSpPr>
          <p:spPr>
            <a:xfrm>
              <a:off x="755523" y="314325"/>
              <a:ext cx="17805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593217" y="1558957"/>
            <a:ext cx="10911744" cy="3889343"/>
            <a:chOff x="593217" y="1558957"/>
            <a:chExt cx="10911744" cy="3889343"/>
          </a:xfrm>
        </p:grpSpPr>
        <p:sp>
          <p:nvSpPr>
            <p:cNvPr id="5" name="TextBox 5"/>
            <p:cNvSpPr/>
            <p:nvPr>
              <p:custDataLst>
                <p:tags r:id="rId3"/>
              </p:custDataLst>
            </p:nvPr>
          </p:nvSpPr>
          <p:spPr>
            <a:xfrm>
              <a:off x="593217" y="1558957"/>
              <a:ext cx="6101429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/>
            <p:nvPr>
              <p:custDataLst>
                <p:tags r:id="rId4"/>
              </p:custDataLst>
            </p:nvPr>
          </p:nvSpPr>
          <p:spPr>
            <a:xfrm>
              <a:off x="593217" y="2178082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/>
            <p:nvPr>
              <p:custDataLst>
                <p:tags r:id="rId5"/>
              </p:custDataLst>
            </p:nvPr>
          </p:nvSpPr>
          <p:spPr>
            <a:xfrm>
              <a:off x="593217" y="2797207"/>
              <a:ext cx="3065050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/>
            <p:nvPr>
              <p:custDataLst>
                <p:tags r:id="rId6"/>
              </p:custDataLst>
            </p:nvPr>
          </p:nvSpPr>
          <p:spPr>
            <a:xfrm>
              <a:off x="598932" y="3841718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1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15613" y="4878038"/>
              <a:ext cx="416719" cy="416719"/>
              <a:chOff x="715613" y="4878038"/>
              <a:chExt cx="416719" cy="416719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775144" y="4937570"/>
                <a:ext cx="297656" cy="297656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56964" y="5019389"/>
                <a:ext cx="133922" cy="133922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15613" y="4878038"/>
                <a:ext cx="416719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416719" h="416719">
                    <a:moveTo>
                      <a:pt x="126492" y="0"/>
                    </a:moveTo>
                    <a:lnTo>
                      <a:pt x="126492" y="59531"/>
                    </a:lnTo>
                    <a:moveTo>
                      <a:pt x="208312" y="0"/>
                    </a:moveTo>
                    <a:lnTo>
                      <a:pt x="208312" y="59531"/>
                    </a:lnTo>
                    <a:moveTo>
                      <a:pt x="290132" y="0"/>
                    </a:moveTo>
                    <a:lnTo>
                      <a:pt x="290132" y="59531"/>
                    </a:lnTo>
                    <a:moveTo>
                      <a:pt x="126492" y="357188"/>
                    </a:moveTo>
                    <a:lnTo>
                      <a:pt x="126492" y="416719"/>
                    </a:lnTo>
                    <a:moveTo>
                      <a:pt x="208312" y="357188"/>
                    </a:moveTo>
                    <a:lnTo>
                      <a:pt x="208312" y="416719"/>
                    </a:lnTo>
                    <a:moveTo>
                      <a:pt x="290132" y="357188"/>
                    </a:moveTo>
                    <a:lnTo>
                      <a:pt x="290132" y="416719"/>
                    </a:lnTo>
                    <a:moveTo>
                      <a:pt x="0" y="126492"/>
                    </a:moveTo>
                    <a:lnTo>
                      <a:pt x="59531" y="126492"/>
                    </a:lnTo>
                    <a:moveTo>
                      <a:pt x="0" y="208312"/>
                    </a:moveTo>
                    <a:lnTo>
                      <a:pt x="59531" y="208312"/>
                    </a:lnTo>
                    <a:moveTo>
                      <a:pt x="0" y="290132"/>
                    </a:moveTo>
                    <a:lnTo>
                      <a:pt x="59531" y="290132"/>
                    </a:lnTo>
                    <a:moveTo>
                      <a:pt x="357188" y="126492"/>
                    </a:moveTo>
                    <a:lnTo>
                      <a:pt x="416719" y="126492"/>
                    </a:lnTo>
                    <a:moveTo>
                      <a:pt x="357188" y="208312"/>
                    </a:moveTo>
                    <a:lnTo>
                      <a:pt x="416719" y="208312"/>
                    </a:lnTo>
                    <a:moveTo>
                      <a:pt x="357188" y="290132"/>
                    </a:moveTo>
                    <a:lnTo>
                      <a:pt x="416719" y="290132"/>
                    </a:ln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4" name="TextBox 14"/>
            <p:cNvSpPr/>
            <p:nvPr>
              <p:custDataLst>
                <p:tags r:id="rId7"/>
              </p:custDataLst>
            </p:nvPr>
          </p:nvSpPr>
          <p:spPr>
            <a:xfrm>
              <a:off x="140160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2852452" y="4892897"/>
              <a:ext cx="394430" cy="386905"/>
              <a:chOff x="2852452" y="4892897"/>
              <a:chExt cx="394430" cy="38690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2852452" y="4944999"/>
                <a:ext cx="282797" cy="297656"/>
              </a:xfrm>
              <a:custGeom>
                <a:avLst/>
                <a:gdLst/>
                <a:ahLst/>
                <a:cxnLst/>
                <a:rect l="l" t="t" r="r" b="b"/>
                <a:pathLst>
                  <a:path w="282797" h="297656">
                    <a:moveTo>
                      <a:pt x="0" y="0"/>
                    </a:moveTo>
                    <a:lnTo>
                      <a:pt x="0" y="230696"/>
                    </a:lnTo>
                    <a:cubicBezTo>
                      <a:pt x="0" y="297656"/>
                      <a:pt x="282797" y="297656"/>
                      <a:pt x="282797" y="230696"/>
                    </a:cubicBezTo>
                    <a:lnTo>
                      <a:pt x="282797" y="0"/>
                    </a:lnTo>
                  </a:path>
                </a:pathLst>
              </a:cu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2852452" y="4892897"/>
                <a:ext cx="282797" cy="104204"/>
              </a:xfrm>
              <a:prstGeom prst="ellipse">
                <a:avLst/>
              </a:pr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852452" y="5049107"/>
                <a:ext cx="282797" cy="67056"/>
              </a:xfrm>
              <a:custGeom>
                <a:avLst/>
                <a:gdLst/>
                <a:ahLst/>
                <a:cxnLst/>
                <a:rect l="l" t="t" r="r" b="b"/>
                <a:pathLst>
                  <a:path w="282797" h="67056">
                    <a:moveTo>
                      <a:pt x="0" y="0"/>
                    </a:moveTo>
                    <a:cubicBezTo>
                      <a:pt x="0" y="67056"/>
                      <a:pt x="282797" y="67056"/>
                      <a:pt x="282797" y="0"/>
                    </a:cubicBez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038475" y="5064062"/>
                <a:ext cx="163735" cy="163735"/>
              </a:xfrm>
              <a:prstGeom prst="ellipse">
                <a:avLst/>
              </a:prstGeom>
              <a:solidFill>
                <a:srgbClr val="F4F7FA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179826" y="5205412"/>
                <a:ext cx="67056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67056" h="74390">
                    <a:moveTo>
                      <a:pt x="0" y="0"/>
                    </a:moveTo>
                    <a:lnTo>
                      <a:pt x="67056" y="74390"/>
                    </a:lnTo>
                  </a:path>
                </a:pathLst>
              </a:custGeom>
              <a:solidFill>
                <a:srgbClr val="FFFFFF"/>
              </a:solidFill>
              <a:ln w="29766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4" name="TextBox 24"/>
            <p:cNvSpPr/>
            <p:nvPr>
              <p:custDataLst>
                <p:tags r:id="rId8"/>
              </p:custDataLst>
            </p:nvPr>
          </p:nvSpPr>
          <p:spPr>
            <a:xfrm>
              <a:off x="351615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995291" y="4881753"/>
              <a:ext cx="267938" cy="361664"/>
              <a:chOff x="4995291" y="4881753"/>
              <a:chExt cx="267938" cy="361664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995291" y="4881753"/>
                <a:ext cx="267938" cy="36166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6697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055584" y="4968812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055584" y="5042440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055584" y="5116163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055584" y="5189792"/>
                <a:ext cx="15401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19" h="9525">
                    <a:moveTo>
                      <a:pt x="0" y="0"/>
                    </a:moveTo>
                    <a:lnTo>
                      <a:pt x="154019" y="0"/>
                    </a:lnTo>
                  </a:path>
                </a:pathLst>
              </a:custGeom>
              <a:noFill/>
              <a:ln w="13395" cap="rnd">
                <a:solidFill>
                  <a:srgbClr val="8198AE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202460" y="5135785"/>
              <a:ext cx="148780" cy="148780"/>
              <a:chOff x="5202460" y="5135785"/>
              <a:chExt cx="148780" cy="14878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202460" y="5135785"/>
                <a:ext cx="148780" cy="148780"/>
              </a:xfrm>
              <a:prstGeom prst="ellipse">
                <a:avLst/>
              </a:prstGeom>
              <a:solidFill>
                <a:srgbClr val="EDF3FA"/>
              </a:solidFill>
              <a:ln w="7441">
                <a:solidFill>
                  <a:srgbClr val="245EA8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235130" y="5210175"/>
                <a:ext cx="29813" cy="29813"/>
              </a:xfrm>
              <a:custGeom>
                <a:avLst/>
                <a:gdLst/>
                <a:ahLst/>
                <a:cxnLst/>
                <a:rect l="l" t="t" r="r" b="b"/>
                <a:pathLst>
                  <a:path w="29813" h="29813">
                    <a:moveTo>
                      <a:pt x="0" y="0"/>
                    </a:moveTo>
                    <a:lnTo>
                      <a:pt x="29813" y="29813"/>
                    </a:lnTo>
                  </a:path>
                </a:pathLst>
              </a:custGeom>
              <a:noFill/>
              <a:ln w="11906" cap="rnd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264944" y="5177409"/>
                <a:ext cx="56579" cy="62579"/>
              </a:xfrm>
              <a:custGeom>
                <a:avLst/>
                <a:gdLst/>
                <a:ahLst/>
                <a:cxnLst/>
                <a:rect l="l" t="t" r="r" b="b"/>
                <a:pathLst>
                  <a:path w="56579" h="62579">
                    <a:moveTo>
                      <a:pt x="0" y="62579"/>
                    </a:moveTo>
                    <a:lnTo>
                      <a:pt x="56579" y="0"/>
                    </a:lnTo>
                  </a:path>
                </a:pathLst>
              </a:custGeom>
              <a:noFill/>
              <a:ln w="11906" cap="rnd">
                <a:solidFill>
                  <a:srgbClr val="245EA8"/>
                </a:solidFill>
              </a:ln>
            </p:spPr>
          </p:sp>
        </p:grpSp>
        <p:sp>
          <p:nvSpPr>
            <p:cNvPr id="38" name="TextBox 38"/>
            <p:cNvSpPr/>
            <p:nvPr>
              <p:custDataLst>
                <p:tags r:id="rId9"/>
              </p:custDataLst>
            </p:nvPr>
          </p:nvSpPr>
          <p:spPr>
            <a:xfrm>
              <a:off x="563070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11270" y="4885468"/>
              <a:ext cx="349758" cy="409194"/>
              <a:chOff x="7111270" y="4885468"/>
              <a:chExt cx="349758" cy="409194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11270" y="4885468"/>
                <a:ext cx="312610" cy="401765"/>
              </a:xfrm>
              <a:custGeom>
                <a:avLst/>
                <a:gdLst/>
                <a:ahLst/>
                <a:cxnLst/>
                <a:rect l="l" t="t" r="r" b="b"/>
                <a:pathLst>
                  <a:path w="312610" h="401765">
                    <a:moveTo>
                      <a:pt x="156305" y="0"/>
                    </a:moveTo>
                    <a:lnTo>
                      <a:pt x="312610" y="66961"/>
                    </a:lnTo>
                    <a:lnTo>
                      <a:pt x="312610" y="186023"/>
                    </a:lnTo>
                    <a:cubicBezTo>
                      <a:pt x="312610" y="282702"/>
                      <a:pt x="238125" y="349663"/>
                      <a:pt x="156305" y="401765"/>
                    </a:cubicBezTo>
                    <a:cubicBezTo>
                      <a:pt x="74485" y="349663"/>
                      <a:pt x="0" y="282702"/>
                      <a:pt x="0" y="186023"/>
                    </a:cubicBezTo>
                    <a:lnTo>
                      <a:pt x="0" y="66961"/>
                    </a:lnTo>
                    <a:close/>
                  </a:path>
                </a:pathLst>
              </a:custGeom>
              <a:solidFill>
                <a:srgbClr val="FFFFFF"/>
              </a:solidFill>
              <a:ln w="22324" cap="rnd">
                <a:solidFill>
                  <a:srgbClr val="245EA8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185755" y="5011960"/>
                <a:ext cx="171164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71164" h="119062">
                    <a:moveTo>
                      <a:pt x="0" y="59531"/>
                    </a:moveTo>
                    <a:lnTo>
                      <a:pt x="59531" y="119062"/>
                    </a:lnTo>
                    <a:lnTo>
                      <a:pt x="171164" y="0"/>
                    </a:lnTo>
                  </a:path>
                </a:pathLst>
              </a:custGeom>
              <a:noFill/>
              <a:ln w="29766" cap="rnd">
                <a:solidFill>
                  <a:srgbClr val="245EA8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364349" y="5168170"/>
                <a:ext cx="96679" cy="126492"/>
              </a:xfrm>
              <a:custGeom>
                <a:avLst/>
                <a:gdLst/>
                <a:ahLst/>
                <a:cxnLst/>
                <a:rect l="l" t="t" r="r" b="b"/>
                <a:pathLst>
                  <a:path w="96679" h="126492">
                    <a:moveTo>
                      <a:pt x="22289" y="0"/>
                    </a:moveTo>
                    <a:lnTo>
                      <a:pt x="96679" y="0"/>
                    </a:lnTo>
                    <a:lnTo>
                      <a:pt x="96679" y="89344"/>
                    </a:lnTo>
                    <a:lnTo>
                      <a:pt x="0" y="89344"/>
                    </a:lnTo>
                    <a:moveTo>
                      <a:pt x="37147" y="52102"/>
                    </a:moveTo>
                    <a:lnTo>
                      <a:pt x="0" y="89344"/>
                    </a:lnTo>
                    <a:lnTo>
                      <a:pt x="37147" y="126492"/>
                    </a:lnTo>
                  </a:path>
                </a:pathLst>
              </a:custGeom>
              <a:noFill/>
              <a:ln w="22324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46" name="TextBox 46"/>
            <p:cNvSpPr/>
            <p:nvPr>
              <p:custDataLst>
                <p:tags r:id="rId10"/>
              </p:custDataLst>
            </p:nvPr>
          </p:nvSpPr>
          <p:spPr>
            <a:xfrm>
              <a:off x="7745254" y="4959382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grpSp>
          <p:nvGrpSpPr>
            <p:cNvPr id="78" name="Group 78"/>
            <p:cNvGrpSpPr/>
            <p:nvPr/>
          </p:nvGrpSpPr>
          <p:grpSpPr>
            <a:xfrm>
              <a:off x="8954738" y="1639538"/>
              <a:ext cx="2550223" cy="2550224"/>
              <a:chOff x="8954738" y="1639538"/>
              <a:chExt cx="2550223" cy="2550224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217819" y="1902619"/>
                <a:ext cx="2024062" cy="2024062"/>
              </a:xfrm>
              <a:prstGeom prst="ellipse">
                <a:avLst/>
              </a:prstGeom>
              <a:solidFill>
                <a:srgbClr val="EDF3FA"/>
              </a:solidFill>
              <a:ln w="40481">
                <a:solidFill>
                  <a:srgbClr val="D7E1EA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217819" y="1902619"/>
                <a:ext cx="2024062" cy="2024062"/>
              </a:xfrm>
              <a:custGeom>
                <a:avLst/>
                <a:gdLst/>
                <a:ahLst/>
                <a:cxnLst/>
                <a:rect l="l" t="t" r="r" b="b"/>
                <a:pathLst>
                  <a:path w="2024062" h="2024062">
                    <a:moveTo>
                      <a:pt x="1012031" y="0"/>
                    </a:moveTo>
                    <a:cubicBezTo>
                      <a:pt x="1686687" y="0"/>
                      <a:pt x="2024062" y="337375"/>
                      <a:pt x="2024062" y="1012031"/>
                    </a:cubicBezTo>
                    <a:cubicBezTo>
                      <a:pt x="2024062" y="1686687"/>
                      <a:pt x="1686687" y="2024062"/>
                      <a:pt x="1012031" y="2024062"/>
                    </a:cubicBezTo>
                    <a:cubicBezTo>
                      <a:pt x="337375" y="2024062"/>
                      <a:pt x="0" y="1686687"/>
                      <a:pt x="0" y="1012031"/>
                    </a:cubicBezTo>
                    <a:cubicBezTo>
                      <a:pt x="0" y="337375"/>
                      <a:pt x="337375" y="0"/>
                      <a:pt x="1012031" y="0"/>
                    </a:cubicBezTo>
                  </a:path>
                </a:pathLst>
              </a:custGeom>
              <a:noFill/>
              <a:ln w="52626">
                <a:solidFill>
                  <a:srgbClr val="245EA8"/>
                </a:solidFill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9884474" y="2470594"/>
                <a:ext cx="772953" cy="904495"/>
                <a:chOff x="9884474" y="2470594"/>
                <a:chExt cx="772953" cy="904495"/>
              </a:xfrm>
            </p:grpSpPr>
            <p:sp>
              <p:nvSpPr>
                <p:cNvPr id="49" name="Freeform 49"/>
                <p:cNvSpPr/>
                <p:nvPr/>
              </p:nvSpPr>
              <p:spPr>
                <a:xfrm>
                  <a:off x="9884474" y="2470594"/>
                  <a:ext cx="690753" cy="8881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0753" h="888111">
                      <a:moveTo>
                        <a:pt x="345376" y="0"/>
                      </a:moveTo>
                      <a:lnTo>
                        <a:pt x="690753" y="148019"/>
                      </a:lnTo>
                      <a:lnTo>
                        <a:pt x="690753" y="411194"/>
                      </a:lnTo>
                      <a:cubicBezTo>
                        <a:pt x="690753" y="624935"/>
                        <a:pt x="526256" y="772954"/>
                        <a:pt x="345376" y="888111"/>
                      </a:cubicBezTo>
                      <a:cubicBezTo>
                        <a:pt x="164497" y="772954"/>
                        <a:pt x="0" y="624935"/>
                        <a:pt x="0" y="411194"/>
                      </a:cubicBezTo>
                      <a:lnTo>
                        <a:pt x="0" y="14801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49337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10048970" y="2750153"/>
                  <a:ext cx="378238" cy="2631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38" h="263176">
                      <a:moveTo>
                        <a:pt x="0" y="131635"/>
                      </a:moveTo>
                      <a:lnTo>
                        <a:pt x="131540" y="263176"/>
                      </a:lnTo>
                      <a:lnTo>
                        <a:pt x="378238" y="0"/>
                      </a:lnTo>
                    </a:path>
                  </a:pathLst>
                </a:custGeom>
                <a:noFill/>
                <a:ln w="65782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0443686" y="3095530"/>
                  <a:ext cx="213741" cy="279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741" h="279559">
                      <a:moveTo>
                        <a:pt x="49340" y="0"/>
                      </a:moveTo>
                      <a:lnTo>
                        <a:pt x="213741" y="0"/>
                      </a:lnTo>
                      <a:lnTo>
                        <a:pt x="213741" y="197358"/>
                      </a:lnTo>
                      <a:lnTo>
                        <a:pt x="0" y="197358"/>
                      </a:lnTo>
                      <a:moveTo>
                        <a:pt x="82201" y="115157"/>
                      </a:moveTo>
                      <a:lnTo>
                        <a:pt x="0" y="197358"/>
                      </a:lnTo>
                      <a:lnTo>
                        <a:pt x="82201" y="279559"/>
                      </a:lnTo>
                    </a:path>
                  </a:pathLst>
                </a:custGeom>
                <a:noFill/>
                <a:ln w="49337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53" name="Ellipse 53"/>
              <p:cNvSpPr/>
              <p:nvPr/>
            </p:nvSpPr>
            <p:spPr>
              <a:xfrm>
                <a:off x="9966770" y="1639538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10052780" y="1725549"/>
                <a:ext cx="354139" cy="354140"/>
                <a:chOff x="10052780" y="1725549"/>
                <a:chExt cx="354139" cy="354140"/>
              </a:xfrm>
            </p:grpSpPr>
            <p:sp>
              <p:nvSpPr>
                <p:cNvPr id="54" name="Rectangle 54"/>
                <p:cNvSpPr/>
                <p:nvPr/>
              </p:nvSpPr>
              <p:spPr>
                <a:xfrm>
                  <a:off x="10103358" y="1776127"/>
                  <a:ext cx="252984" cy="252984"/>
                </a:xfrm>
                <a:prstGeom prst="roundRect">
                  <a:avLst>
                    <a:gd name="adj" fmla="val 12500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5" name="Rectangle 55"/>
                <p:cNvSpPr/>
                <p:nvPr/>
              </p:nvSpPr>
              <p:spPr>
                <a:xfrm>
                  <a:off x="10172890" y="1845659"/>
                  <a:ext cx="113824" cy="113824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4F7FA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10052780" y="1725549"/>
                  <a:ext cx="354139" cy="3541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4139" h="354140">
                      <a:moveTo>
                        <a:pt x="107537" y="0"/>
                      </a:moveTo>
                      <a:lnTo>
                        <a:pt x="107537" y="50578"/>
                      </a:lnTo>
                      <a:moveTo>
                        <a:pt x="177070" y="0"/>
                      </a:moveTo>
                      <a:lnTo>
                        <a:pt x="177070" y="50578"/>
                      </a:lnTo>
                      <a:moveTo>
                        <a:pt x="246602" y="0"/>
                      </a:moveTo>
                      <a:lnTo>
                        <a:pt x="246602" y="50578"/>
                      </a:lnTo>
                      <a:moveTo>
                        <a:pt x="107537" y="303562"/>
                      </a:moveTo>
                      <a:lnTo>
                        <a:pt x="107537" y="354140"/>
                      </a:lnTo>
                      <a:moveTo>
                        <a:pt x="177070" y="303562"/>
                      </a:moveTo>
                      <a:lnTo>
                        <a:pt x="177070" y="354140"/>
                      </a:lnTo>
                      <a:moveTo>
                        <a:pt x="246602" y="303562"/>
                      </a:moveTo>
                      <a:lnTo>
                        <a:pt x="246602" y="354140"/>
                      </a:lnTo>
                      <a:moveTo>
                        <a:pt x="0" y="107537"/>
                      </a:moveTo>
                      <a:lnTo>
                        <a:pt x="50578" y="107537"/>
                      </a:lnTo>
                      <a:moveTo>
                        <a:pt x="0" y="177070"/>
                      </a:moveTo>
                      <a:lnTo>
                        <a:pt x="50578" y="177070"/>
                      </a:lnTo>
                      <a:moveTo>
                        <a:pt x="0" y="246602"/>
                      </a:moveTo>
                      <a:lnTo>
                        <a:pt x="50578" y="246602"/>
                      </a:lnTo>
                      <a:moveTo>
                        <a:pt x="303562" y="107537"/>
                      </a:moveTo>
                      <a:lnTo>
                        <a:pt x="354139" y="107537"/>
                      </a:lnTo>
                      <a:moveTo>
                        <a:pt x="303562" y="177070"/>
                      </a:moveTo>
                      <a:lnTo>
                        <a:pt x="354139" y="177070"/>
                      </a:lnTo>
                      <a:moveTo>
                        <a:pt x="303562" y="246602"/>
                      </a:moveTo>
                      <a:lnTo>
                        <a:pt x="354139" y="246602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58" name="Ellipse 58"/>
              <p:cNvSpPr/>
              <p:nvPr/>
            </p:nvSpPr>
            <p:spPr>
              <a:xfrm>
                <a:off x="10978705" y="2651570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11083766" y="2750153"/>
                <a:ext cx="335185" cy="328994"/>
                <a:chOff x="11083766" y="2750153"/>
                <a:chExt cx="335185" cy="328994"/>
              </a:xfrm>
            </p:grpSpPr>
            <p:sp>
              <p:nvSpPr>
                <p:cNvPr id="59" name="Freeform 59"/>
                <p:cNvSpPr/>
                <p:nvPr/>
              </p:nvSpPr>
              <p:spPr>
                <a:xfrm>
                  <a:off x="11083766" y="2794444"/>
                  <a:ext cx="240316" cy="2530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16" h="253079">
                      <a:moveTo>
                        <a:pt x="0" y="0"/>
                      </a:moveTo>
                      <a:lnTo>
                        <a:pt x="0" y="196120"/>
                      </a:lnTo>
                      <a:cubicBezTo>
                        <a:pt x="0" y="253079"/>
                        <a:pt x="240316" y="253079"/>
                        <a:pt x="240316" y="196120"/>
                      </a:cubicBezTo>
                      <a:lnTo>
                        <a:pt x="240316" y="0"/>
                      </a:lnTo>
                    </a:path>
                  </a:pathLst>
                </a:cu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0" name="Ellipse 60"/>
                <p:cNvSpPr/>
                <p:nvPr/>
              </p:nvSpPr>
              <p:spPr>
                <a:xfrm>
                  <a:off x="11083766" y="2750153"/>
                  <a:ext cx="240316" cy="88582"/>
                </a:xfrm>
                <a:prstGeom prst="ellipse">
                  <a:avLst/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11083766" y="2883027"/>
                  <a:ext cx="240316" cy="56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16" h="56960">
                      <a:moveTo>
                        <a:pt x="0" y="0"/>
                      </a:moveTo>
                      <a:cubicBezTo>
                        <a:pt x="0" y="56960"/>
                        <a:pt x="240316" y="56960"/>
                        <a:pt x="240316" y="0"/>
                      </a:cubicBez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2" name="Ellipse 62"/>
                <p:cNvSpPr/>
                <p:nvPr/>
              </p:nvSpPr>
              <p:spPr>
                <a:xfrm>
                  <a:off x="11241881" y="2895695"/>
                  <a:ext cx="139160" cy="139160"/>
                </a:xfrm>
                <a:prstGeom prst="ellipse">
                  <a:avLst/>
                </a:prstGeom>
                <a:solidFill>
                  <a:srgbClr val="F4F7FA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1362087" y="3015806"/>
                  <a:ext cx="56864" cy="63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64" h="63341">
                      <a:moveTo>
                        <a:pt x="0" y="0"/>
                      </a:moveTo>
                      <a:lnTo>
                        <a:pt x="56864" y="63341"/>
                      </a:lnTo>
                    </a:path>
                  </a:pathLst>
                </a:custGeom>
                <a:solidFill>
                  <a:srgbClr val="FFFFFF"/>
                </a:solidFill>
                <a:ln w="25301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65" name="Ellipse 65"/>
              <p:cNvSpPr/>
              <p:nvPr/>
            </p:nvSpPr>
            <p:spPr>
              <a:xfrm>
                <a:off x="9966770" y="3663506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10071735" y="3774853"/>
                <a:ext cx="316230" cy="303657"/>
                <a:chOff x="10071735" y="3774853"/>
                <a:chExt cx="316230" cy="303657"/>
              </a:xfrm>
            </p:grpSpPr>
            <p:sp>
              <p:nvSpPr>
                <p:cNvPr id="66" name="Rectangle 66"/>
                <p:cNvSpPr/>
                <p:nvPr/>
              </p:nvSpPr>
              <p:spPr>
                <a:xfrm>
                  <a:off x="10071735" y="3774853"/>
                  <a:ext cx="316230" cy="303562"/>
                </a:xfrm>
                <a:prstGeom prst="roundRect">
                  <a:avLst>
                    <a:gd name="adj" fmla="val 8333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10071735" y="3774853"/>
                  <a:ext cx="316230" cy="3036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6230" h="303657">
                      <a:moveTo>
                        <a:pt x="0" y="101251"/>
                      </a:moveTo>
                      <a:lnTo>
                        <a:pt x="316230" y="101251"/>
                      </a:lnTo>
                      <a:moveTo>
                        <a:pt x="0" y="202406"/>
                      </a:moveTo>
                      <a:lnTo>
                        <a:pt x="316230" y="202406"/>
                      </a:lnTo>
                      <a:moveTo>
                        <a:pt x="101155" y="0"/>
                      </a:moveTo>
                      <a:lnTo>
                        <a:pt x="101155" y="101251"/>
                      </a:lnTo>
                      <a:moveTo>
                        <a:pt x="227647" y="0"/>
                      </a:moveTo>
                      <a:lnTo>
                        <a:pt x="227647" y="101251"/>
                      </a:lnTo>
                      <a:moveTo>
                        <a:pt x="56960" y="101251"/>
                      </a:moveTo>
                      <a:lnTo>
                        <a:pt x="56960" y="202406"/>
                      </a:lnTo>
                      <a:moveTo>
                        <a:pt x="189738" y="101251"/>
                      </a:moveTo>
                      <a:lnTo>
                        <a:pt x="189738" y="202406"/>
                      </a:lnTo>
                      <a:moveTo>
                        <a:pt x="101155" y="202406"/>
                      </a:moveTo>
                      <a:lnTo>
                        <a:pt x="101155" y="303657"/>
                      </a:lnTo>
                      <a:moveTo>
                        <a:pt x="227647" y="202406"/>
                      </a:moveTo>
                      <a:lnTo>
                        <a:pt x="227647" y="303657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69" name="Ellipse 69"/>
              <p:cNvSpPr/>
              <p:nvPr/>
            </p:nvSpPr>
            <p:spPr>
              <a:xfrm>
                <a:off x="8954738" y="2651570"/>
                <a:ext cx="526256" cy="526256"/>
              </a:xfrm>
              <a:prstGeom prst="ellipse">
                <a:avLst/>
              </a:prstGeom>
              <a:solidFill>
                <a:srgbClr val="FFFFFF"/>
              </a:solidFill>
              <a:ln w="28337">
                <a:solidFill>
                  <a:srgbClr val="D7E1EA"/>
                </a:solidFill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9034367" y="2743867"/>
                <a:ext cx="366903" cy="335185"/>
                <a:chOff x="9034367" y="2743867"/>
                <a:chExt cx="366903" cy="335185"/>
              </a:xfrm>
            </p:grpSpPr>
            <p:sp>
              <p:nvSpPr>
                <p:cNvPr id="70" name="Rectangle 70"/>
                <p:cNvSpPr/>
                <p:nvPr/>
              </p:nvSpPr>
              <p:spPr>
                <a:xfrm>
                  <a:off x="9091327" y="2743867"/>
                  <a:ext cx="252984" cy="126492"/>
                </a:xfrm>
                <a:prstGeom prst="roundRect">
                  <a:avLst>
                    <a:gd name="adj" fmla="val 20000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9078658" y="2870359"/>
                  <a:ext cx="278321" cy="1264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321" h="126492">
                      <a:moveTo>
                        <a:pt x="139160" y="0"/>
                      </a:moveTo>
                      <a:lnTo>
                        <a:pt x="139160" y="82201"/>
                      </a:lnTo>
                      <a:moveTo>
                        <a:pt x="0" y="82201"/>
                      </a:moveTo>
                      <a:lnTo>
                        <a:pt x="278321" y="82201"/>
                      </a:lnTo>
                      <a:moveTo>
                        <a:pt x="0" y="82201"/>
                      </a:moveTo>
                      <a:lnTo>
                        <a:pt x="0" y="126492"/>
                      </a:lnTo>
                      <a:moveTo>
                        <a:pt x="139160" y="82201"/>
                      </a:moveTo>
                      <a:lnTo>
                        <a:pt x="139160" y="126492"/>
                      </a:lnTo>
                      <a:moveTo>
                        <a:pt x="278321" y="82201"/>
                      </a:moveTo>
                      <a:lnTo>
                        <a:pt x="278321" y="126492"/>
                      </a:lnTo>
                    </a:path>
                  </a:pathLst>
                </a:custGeom>
                <a:noFill/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2" name="Rectangle 72"/>
                <p:cNvSpPr/>
                <p:nvPr/>
              </p:nvSpPr>
              <p:spPr>
                <a:xfrm>
                  <a:off x="9034367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3" name="Rectangle 73"/>
                <p:cNvSpPr/>
                <p:nvPr/>
              </p:nvSpPr>
              <p:spPr>
                <a:xfrm>
                  <a:off x="9173528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4" name="Rectangle 74"/>
                <p:cNvSpPr/>
                <p:nvPr/>
              </p:nvSpPr>
              <p:spPr>
                <a:xfrm>
                  <a:off x="9312688" y="2996851"/>
                  <a:ext cx="88582" cy="82201"/>
                </a:xfrm>
                <a:prstGeom prst="roundRect">
                  <a:avLst>
                    <a:gd name="adj" fmla="val 23077"/>
                  </a:avLst>
                </a:pr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9141904" y="2807113"/>
                  <a:ext cx="15182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829" h="9525">
                      <a:moveTo>
                        <a:pt x="0" y="0"/>
                      </a:moveTo>
                      <a:lnTo>
                        <a:pt x="151829" y="0"/>
                      </a:lnTo>
                    </a:path>
                  </a:pathLst>
                </a:custGeom>
                <a:solidFill>
                  <a:srgbClr val="FFFFFF"/>
                </a:solidFill>
                <a:ln w="18976" cap="rnd">
                  <a:solidFill>
                    <a:srgbClr val="245EA8"/>
                  </a:solidFill>
                  <a:round/>
                </a:ln>
              </p:spPr>
            </p:sp>
          </p:grpSp>
          <p:sp>
            <p:nvSpPr>
              <p:cNvPr id="77" name="Ellipse 77"/>
              <p:cNvSpPr/>
              <p:nvPr/>
            </p:nvSpPr>
            <p:spPr>
              <a:xfrm>
                <a:off x="10857262" y="2125313"/>
                <a:ext cx="161925" cy="161925"/>
              </a:xfrm>
              <a:prstGeom prst="ellipse">
                <a:avLst/>
              </a:prstGeom>
              <a:solidFill>
                <a:srgbClr val="E3A338"/>
              </a:solidFill>
              <a:ln>
                <a:noFill/>
              </a:ln>
            </p:spPr>
          </p:sp>
        </p:grpSp>
      </p:grpSp>
      <p:grpSp>
        <p:nvGrpSpPr>
          <p:cNvPr id="9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81" name="TextBox 81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696587" cy="1085850"/>
            <a:chOff x="593598" y="257175"/>
            <a:chExt cx="4696587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32"/>
              </p:custDataLst>
            </p:nvPr>
          </p:nvSpPr>
          <p:spPr>
            <a:xfrm>
              <a:off x="755523" y="314325"/>
              <a:ext cx="154809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/>
            <p:nvPr>
              <p:custDataLst>
                <p:tags r:id="rId33"/>
              </p:custDataLst>
            </p:nvPr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89" name="page-content"/>
          <p:cNvGrpSpPr/>
          <p:nvPr/>
        </p:nvGrpSpPr>
        <p:grpSpPr>
          <a:xfrm>
            <a:off x="47625" y="1504950"/>
            <a:ext cx="11991975" cy="4824889"/>
            <a:chOff x="47625" y="1504950"/>
            <a:chExt cx="11991975" cy="4824889"/>
          </a:xfrm>
        </p:grpSpPr>
        <p:sp>
          <p:nvSpPr>
            <p:cNvPr id="7" name="Rectangle 7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314706" y="1593818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824895" y="1568386"/>
              <a:ext cx="293560" cy="268225"/>
              <a:chOff x="1824895" y="1568386"/>
              <a:chExt cx="293560" cy="2682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870520" y="1568386"/>
                <a:ext cx="202406" cy="101155"/>
              </a:xfrm>
              <a:prstGeom prst="roundRect">
                <a:avLst>
                  <a:gd name="adj" fmla="val 20000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860328" y="1669542"/>
                <a:ext cx="222694" cy="101251"/>
              </a:xfrm>
              <a:custGeom>
                <a:avLst/>
                <a:gdLst/>
                <a:ahLst/>
                <a:cxnLst/>
                <a:rect l="l" t="t" r="r" b="b"/>
                <a:pathLst>
                  <a:path w="222694" h="101251">
                    <a:moveTo>
                      <a:pt x="111347" y="0"/>
                    </a:moveTo>
                    <a:lnTo>
                      <a:pt x="111347" y="65818"/>
                    </a:lnTo>
                    <a:moveTo>
                      <a:pt x="0" y="65818"/>
                    </a:moveTo>
                    <a:lnTo>
                      <a:pt x="222694" y="65818"/>
                    </a:lnTo>
                    <a:moveTo>
                      <a:pt x="0" y="65818"/>
                    </a:moveTo>
                    <a:lnTo>
                      <a:pt x="0" y="101251"/>
                    </a:lnTo>
                    <a:moveTo>
                      <a:pt x="111347" y="65818"/>
                    </a:moveTo>
                    <a:lnTo>
                      <a:pt x="111347" y="101251"/>
                    </a:lnTo>
                    <a:moveTo>
                      <a:pt x="222694" y="65818"/>
                    </a:moveTo>
                    <a:lnTo>
                      <a:pt x="222694" y="101251"/>
                    </a:lnTo>
                  </a:path>
                </a:pathLst>
              </a:custGeom>
              <a:noFill/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1824895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1936242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2047589" y="1770793"/>
                <a:ext cx="70866" cy="65818"/>
              </a:xfrm>
              <a:prstGeom prst="roundRect">
                <a:avLst>
                  <a:gd name="adj" fmla="val 23077"/>
                </a:avLst>
              </a:pr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910906" y="1618964"/>
                <a:ext cx="12153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1539" h="9525">
                    <a:moveTo>
                      <a:pt x="0" y="0"/>
                    </a:moveTo>
                    <a:lnTo>
                      <a:pt x="121539" y="0"/>
                    </a:lnTo>
                  </a:path>
                </a:pathLst>
              </a:custGeom>
              <a:solidFill>
                <a:srgbClr val="FFFFFF"/>
              </a:solidFill>
              <a:ln w="15180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6" name="TextBox 16"/>
            <p:cNvSpPr/>
            <p:nvPr>
              <p:custDataLst>
                <p:tags r:id="rId4"/>
              </p:custDataLst>
            </p:nvPr>
          </p:nvSpPr>
          <p:spPr>
            <a:xfrm>
              <a:off x="315849" y="208597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7" name="TextBox 17"/>
            <p:cNvSpPr/>
            <p:nvPr>
              <p:custDataLst>
                <p:tags r:id="rId5"/>
              </p:custDataLst>
            </p:nvPr>
          </p:nvSpPr>
          <p:spPr>
            <a:xfrm>
              <a:off x="315468" y="25019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8" name="TextBox 18"/>
            <p:cNvSpPr/>
            <p:nvPr>
              <p:custDataLst>
                <p:tags r:id="rId6"/>
              </p:custDataLst>
            </p:nvPr>
          </p:nvSpPr>
          <p:spPr>
            <a:xfrm>
              <a:off x="315468" y="2806732"/>
              <a:ext cx="12055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時間差·方向</a:t>
              </a:r>
            </a:p>
          </p:txBody>
        </p:sp>
        <p:sp>
          <p:nvSpPr>
            <p:cNvPr id="19" name="TextBox 19"/>
            <p:cNvSpPr/>
            <p:nvPr>
              <p:custDataLst>
                <p:tags r:id="rId7"/>
              </p:custDataLst>
            </p:nvPr>
          </p:nvSpPr>
          <p:spPr>
            <a:xfrm>
              <a:off x="316230" y="3117818"/>
              <a:ext cx="17017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遮罩欄位·流量切窗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707481" y="1583531"/>
              <a:ext cx="300038" cy="300038"/>
              <a:chOff x="2707481" y="1583531"/>
              <a:chExt cx="300038" cy="300038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2750344" y="1626394"/>
                <a:ext cx="214312" cy="214312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2809304" y="1685354"/>
                <a:ext cx="96488" cy="96488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707481" y="1583531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91059" y="0"/>
                    </a:moveTo>
                    <a:lnTo>
                      <a:pt x="91059" y="42862"/>
                    </a:lnTo>
                    <a:moveTo>
                      <a:pt x="150019" y="0"/>
                    </a:moveTo>
                    <a:lnTo>
                      <a:pt x="150019" y="42862"/>
                    </a:lnTo>
                    <a:moveTo>
                      <a:pt x="208978" y="0"/>
                    </a:moveTo>
                    <a:lnTo>
                      <a:pt x="208978" y="42862"/>
                    </a:lnTo>
                    <a:moveTo>
                      <a:pt x="91059" y="257175"/>
                    </a:moveTo>
                    <a:lnTo>
                      <a:pt x="91059" y="300038"/>
                    </a:lnTo>
                    <a:moveTo>
                      <a:pt x="150019" y="257175"/>
                    </a:moveTo>
                    <a:lnTo>
                      <a:pt x="150019" y="300038"/>
                    </a:lnTo>
                    <a:moveTo>
                      <a:pt x="208978" y="257175"/>
                    </a:moveTo>
                    <a:lnTo>
                      <a:pt x="208978" y="300038"/>
                    </a:lnTo>
                    <a:moveTo>
                      <a:pt x="0" y="91059"/>
                    </a:moveTo>
                    <a:lnTo>
                      <a:pt x="42862" y="91059"/>
                    </a:lnTo>
                    <a:moveTo>
                      <a:pt x="0" y="150019"/>
                    </a:moveTo>
                    <a:lnTo>
                      <a:pt x="42862" y="150019"/>
                    </a:lnTo>
                    <a:moveTo>
                      <a:pt x="0" y="208978"/>
                    </a:moveTo>
                    <a:lnTo>
                      <a:pt x="42862" y="208978"/>
                    </a:lnTo>
                    <a:moveTo>
                      <a:pt x="257175" y="91059"/>
                    </a:moveTo>
                    <a:lnTo>
                      <a:pt x="300038" y="91059"/>
                    </a:lnTo>
                    <a:moveTo>
                      <a:pt x="257175" y="150019"/>
                    </a:moveTo>
                    <a:lnTo>
                      <a:pt x="300038" y="150019"/>
                    </a:lnTo>
                    <a:moveTo>
                      <a:pt x="257175" y="208978"/>
                    </a:moveTo>
                    <a:lnTo>
                      <a:pt x="300038" y="208978"/>
                    </a:ln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5" name="TextBox 25"/>
            <p:cNvSpPr/>
            <p:nvPr>
              <p:custDataLst>
                <p:tags r:id="rId8"/>
              </p:custDataLst>
            </p:nvPr>
          </p:nvSpPr>
          <p:spPr>
            <a:xfrm>
              <a:off x="3115056" y="1593818"/>
              <a:ext cx="25472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27" name="TextBox 27"/>
            <p:cNvSpPr/>
            <p:nvPr>
              <p:custDataLst>
                <p:tags r:id="rId9"/>
              </p:custDataLst>
            </p:nvPr>
          </p:nvSpPr>
          <p:spPr>
            <a:xfrm>
              <a:off x="2943606" y="2051018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28" name="TextBox 28"/>
            <p:cNvSpPr/>
            <p:nvPr>
              <p:custDataLst>
                <p:tags r:id="rId10"/>
              </p:custDataLst>
            </p:nvPr>
          </p:nvSpPr>
          <p:spPr>
            <a:xfrm>
              <a:off x="2945130" y="2317718"/>
              <a:ext cx="15708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內容·時間差·方向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0" name="TextBox 30"/>
            <p:cNvSpPr/>
            <p:nvPr>
              <p:custDataLst>
                <p:tags r:id="rId11"/>
              </p:custDataLst>
            </p:nvPr>
          </p:nvSpPr>
          <p:spPr>
            <a:xfrm>
              <a:off x="2943606" y="2793968"/>
              <a:ext cx="1089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1" name="TextBox 31"/>
            <p:cNvSpPr/>
            <p:nvPr>
              <p:custDataLst>
                <p:tags r:id="rId12"/>
              </p:custDataLst>
            </p:nvPr>
          </p:nvSpPr>
          <p:spPr>
            <a:xfrm>
              <a:off x="2945130" y="306066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3" name="TextBox 33"/>
            <p:cNvSpPr/>
            <p:nvPr>
              <p:custDataLst>
                <p:tags r:id="rId13"/>
              </p:custDataLst>
            </p:nvPr>
          </p:nvSpPr>
          <p:spPr>
            <a:xfrm>
              <a:off x="6486906" y="2308193"/>
              <a:ext cx="20301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34" name="TextBox 34"/>
            <p:cNvSpPr/>
            <p:nvPr>
              <p:custDataLst>
                <p:tags r:id="rId14"/>
              </p:custDataLst>
            </p:nvPr>
          </p:nvSpPr>
          <p:spPr>
            <a:xfrm>
              <a:off x="6487668" y="26733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6" name="TextBox 36"/>
            <p:cNvSpPr/>
            <p:nvPr>
              <p:custDataLst>
                <p:tags r:id="rId15"/>
              </p:custDataLst>
            </p:nvPr>
          </p:nvSpPr>
          <p:spPr>
            <a:xfrm>
              <a:off x="9382506" y="2308193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37" name="TextBox 37"/>
            <p:cNvSpPr/>
            <p:nvPr>
              <p:custDataLst>
                <p:tags r:id="rId16"/>
              </p:custDataLst>
            </p:nvPr>
          </p:nvSpPr>
          <p:spPr>
            <a:xfrm>
              <a:off x="9384030" y="2698718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61378" y="4127944"/>
              <a:ext cx="283941" cy="278512"/>
              <a:chOff x="361378" y="4127944"/>
              <a:chExt cx="283941" cy="278512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361378" y="4165378"/>
                <a:ext cx="203549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03549" h="214312">
                    <a:moveTo>
                      <a:pt x="0" y="0"/>
                    </a:moveTo>
                    <a:lnTo>
                      <a:pt x="0" y="166116"/>
                    </a:lnTo>
                    <a:cubicBezTo>
                      <a:pt x="0" y="214312"/>
                      <a:pt x="203549" y="214312"/>
                      <a:pt x="203549" y="166116"/>
                    </a:cubicBezTo>
                    <a:lnTo>
                      <a:pt x="203549" y="0"/>
                    </a:lnTo>
                  </a:path>
                </a:pathLst>
              </a:cu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361378" y="4127944"/>
                <a:ext cx="203644" cy="74962"/>
              </a:xfrm>
              <a:prstGeom prst="ellipse">
                <a:avLst/>
              </a:pr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1378" y="4240435"/>
                <a:ext cx="203549" cy="48197"/>
              </a:xfrm>
              <a:custGeom>
                <a:avLst/>
                <a:gdLst/>
                <a:ahLst/>
                <a:cxnLst/>
                <a:rect l="l" t="t" r="r" b="b"/>
                <a:pathLst>
                  <a:path w="203549" h="48197">
                    <a:moveTo>
                      <a:pt x="0" y="0"/>
                    </a:moveTo>
                    <a:cubicBezTo>
                      <a:pt x="0" y="48197"/>
                      <a:pt x="203549" y="48197"/>
                      <a:pt x="203549" y="0"/>
                    </a:cubicBez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495300" y="4251103"/>
                <a:ext cx="117920" cy="117920"/>
              </a:xfrm>
              <a:prstGeom prst="ellipse">
                <a:avLst/>
              </a:prstGeom>
              <a:solidFill>
                <a:srgbClr val="F4F7FA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97122" y="4352925"/>
                <a:ext cx="48197" cy="53531"/>
              </a:xfrm>
              <a:custGeom>
                <a:avLst/>
                <a:gdLst/>
                <a:ahLst/>
                <a:cxnLst/>
                <a:rect l="l" t="t" r="r" b="b"/>
                <a:pathLst>
                  <a:path w="48197" h="53531">
                    <a:moveTo>
                      <a:pt x="0" y="0"/>
                    </a:moveTo>
                    <a:lnTo>
                      <a:pt x="48197" y="53531"/>
                    </a:lnTo>
                  </a:path>
                </a:pathLst>
              </a:custGeom>
              <a:solidFill>
                <a:srgbClr val="FFFFFF"/>
              </a:solidFill>
              <a:ln w="21431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55" name="TextBox 55"/>
            <p:cNvSpPr/>
            <p:nvPr>
              <p:custDataLst>
                <p:tags r:id="rId17"/>
              </p:custDataLst>
            </p:nvPr>
          </p:nvSpPr>
          <p:spPr>
            <a:xfrm>
              <a:off x="752856" y="4127468"/>
              <a:ext cx="28777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57" name="TextBox 57"/>
            <p:cNvSpPr/>
            <p:nvPr>
              <p:custDataLst>
                <p:tags r:id="rId18"/>
              </p:custDataLst>
            </p:nvPr>
          </p:nvSpPr>
          <p:spPr>
            <a:xfrm>
              <a:off x="505968" y="4711732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58" name="TextBox 58"/>
            <p:cNvSpPr/>
            <p:nvPr>
              <p:custDataLst>
                <p:tags r:id="rId19"/>
              </p:custDataLst>
            </p:nvPr>
          </p:nvSpPr>
          <p:spPr>
            <a:xfrm>
              <a:off x="506730" y="5032343"/>
              <a:ext cx="973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60" name="TextBox 60"/>
            <p:cNvSpPr/>
            <p:nvPr>
              <p:custDataLst>
                <p:tags r:id="rId20"/>
              </p:custDataLst>
            </p:nvPr>
          </p:nvSpPr>
          <p:spPr>
            <a:xfrm>
              <a:off x="2601468" y="4711732"/>
              <a:ext cx="16108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en-US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1" name="TextBox 61"/>
            <p:cNvSpPr/>
            <p:nvPr>
              <p:custDataLst>
                <p:tags r:id="rId21"/>
              </p:custDataLst>
            </p:nvPr>
          </p:nvSpPr>
          <p:spPr>
            <a:xfrm>
              <a:off x="2602230" y="5032343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63" name="TextBox 63"/>
            <p:cNvSpPr/>
            <p:nvPr>
              <p:custDataLst>
                <p:tags r:id="rId22"/>
              </p:custDataLst>
            </p:nvPr>
          </p:nvSpPr>
          <p:spPr>
            <a:xfrm>
              <a:off x="5268468" y="4711732"/>
              <a:ext cx="13644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4" name="TextBox 64"/>
            <p:cNvSpPr/>
            <p:nvPr>
              <p:custDataLst>
                <p:tags r:id="rId23"/>
              </p:custDataLst>
            </p:nvPr>
          </p:nvSpPr>
          <p:spPr>
            <a:xfrm>
              <a:off x="5269230" y="50323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7" name="TextBox 67"/>
            <p:cNvSpPr/>
            <p:nvPr>
              <p:custDataLst>
                <p:tags r:id="rId24"/>
              </p:custDataLst>
            </p:nvPr>
          </p:nvSpPr>
          <p:spPr>
            <a:xfrm>
              <a:off x="4682109" y="3435382"/>
              <a:ext cx="23942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正式類別·信心·模型表徵</a:t>
              </a:r>
            </a:p>
          </p:txBody>
        </p:sp>
        <p:sp>
          <p:nvSpPr>
            <p:cNvPr id="68" name="Freeform 68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72" name="TextBox 72"/>
            <p:cNvSpPr/>
            <p:nvPr>
              <p:custDataLst>
                <p:tags r:id="rId25"/>
              </p:custDataLst>
            </p:nvPr>
          </p:nvSpPr>
          <p:spPr>
            <a:xfrm>
              <a:off x="3083242" y="549906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73" name="Freeform 73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26477"/>
              </a:solidFill>
              <a:custDash>
                <a:ds d="250000" sp="200000"/>
              </a:custDash>
            </a:ln>
          </p:spPr>
        </p:sp>
        <p:sp>
          <p:nvSpPr>
            <p:cNvPr id="74" name="Freeform 74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26477"/>
              </a:solidFill>
            </a:ln>
          </p:spPr>
        </p:sp>
        <p:sp>
          <p:nvSpPr>
            <p:cNvPr id="75" name="TextBox 75"/>
            <p:cNvSpPr/>
            <p:nvPr>
              <p:custDataLst>
                <p:tags r:id="rId26"/>
              </p:custDataLst>
            </p:nvPr>
          </p:nvSpPr>
          <p:spPr>
            <a:xfrm>
              <a:off x="5269230" y="549906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8612410" y="4112990"/>
              <a:ext cx="251841" cy="294704"/>
              <a:chOff x="8612410" y="4112990"/>
              <a:chExt cx="251841" cy="294704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8612410" y="4112990"/>
                <a:ext cx="224980" cy="289369"/>
              </a:xfrm>
              <a:custGeom>
                <a:avLst/>
                <a:gdLst/>
                <a:ahLst/>
                <a:cxnLst/>
                <a:rect l="l" t="t" r="r" b="b"/>
                <a:pathLst>
                  <a:path w="224980" h="289369">
                    <a:moveTo>
                      <a:pt x="112490" y="0"/>
                    </a:moveTo>
                    <a:lnTo>
                      <a:pt x="224980" y="48197"/>
                    </a:lnTo>
                    <a:lnTo>
                      <a:pt x="224980" y="133922"/>
                    </a:lnTo>
                    <a:cubicBezTo>
                      <a:pt x="224980" y="203644"/>
                      <a:pt x="171450" y="251841"/>
                      <a:pt x="112490" y="289369"/>
                    </a:cubicBezTo>
                    <a:cubicBezTo>
                      <a:pt x="53530" y="251841"/>
                      <a:pt x="0" y="203644"/>
                      <a:pt x="0" y="133922"/>
                    </a:cubicBezTo>
                    <a:lnTo>
                      <a:pt x="0" y="48197"/>
                    </a:lnTo>
                    <a:close/>
                  </a:path>
                </a:pathLst>
              </a:custGeom>
              <a:solidFill>
                <a:srgbClr val="FFFFFF"/>
              </a:solidFill>
              <a:ln w="16073" cap="rnd">
                <a:solidFill>
                  <a:srgbClr val="245EA8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665940" y="4204144"/>
                <a:ext cx="123254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23254" h="85725">
                    <a:moveTo>
                      <a:pt x="0" y="42767"/>
                    </a:moveTo>
                    <a:lnTo>
                      <a:pt x="42862" y="85725"/>
                    </a:lnTo>
                    <a:lnTo>
                      <a:pt x="123254" y="0"/>
                    </a:lnTo>
                  </a:path>
                </a:pathLst>
              </a:custGeom>
              <a:noFill/>
              <a:ln w="21431" cap="rnd">
                <a:solidFill>
                  <a:srgbClr val="245EA8"/>
                </a:solidFill>
                <a:round/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794528" y="4316635"/>
                <a:ext cx="69723" cy="91059"/>
              </a:xfrm>
              <a:custGeom>
                <a:avLst/>
                <a:gdLst/>
                <a:ahLst/>
                <a:cxnLst/>
                <a:rect l="l" t="t" r="r" b="b"/>
                <a:pathLst>
                  <a:path w="69723" h="91059">
                    <a:moveTo>
                      <a:pt x="16097" y="0"/>
                    </a:moveTo>
                    <a:lnTo>
                      <a:pt x="69723" y="0"/>
                    </a:lnTo>
                    <a:lnTo>
                      <a:pt x="69723" y="64294"/>
                    </a:lnTo>
                    <a:lnTo>
                      <a:pt x="0" y="64294"/>
                    </a:lnTo>
                    <a:moveTo>
                      <a:pt x="26861" y="37528"/>
                    </a:moveTo>
                    <a:lnTo>
                      <a:pt x="0" y="64294"/>
                    </a:lnTo>
                    <a:lnTo>
                      <a:pt x="26861" y="91059"/>
                    </a:lnTo>
                  </a:path>
                </a:pathLst>
              </a:custGeom>
              <a:noFill/>
              <a:ln w="1607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81" name="TextBox 81"/>
            <p:cNvSpPr/>
            <p:nvPr>
              <p:custDataLst>
                <p:tags r:id="rId27"/>
              </p:custDataLst>
            </p:nvPr>
          </p:nvSpPr>
          <p:spPr>
            <a:xfrm>
              <a:off x="8982456" y="4127468"/>
              <a:ext cx="19209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82" name="TextBox 82"/>
            <p:cNvSpPr/>
            <p:nvPr>
              <p:custDataLst>
                <p:tags r:id="rId28"/>
              </p:custDataLst>
            </p:nvPr>
          </p:nvSpPr>
          <p:spPr>
            <a:xfrm>
              <a:off x="8601456" y="4603718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83" name="TextBox 83"/>
            <p:cNvSpPr/>
            <p:nvPr>
              <p:custDataLst>
                <p:tags r:id="rId29"/>
              </p:custDataLst>
            </p:nvPr>
          </p:nvSpPr>
          <p:spPr>
            <a:xfrm>
              <a:off x="8601456" y="4956143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84" name="TextBox 84"/>
            <p:cNvSpPr/>
            <p:nvPr>
              <p:custDataLst>
                <p:tags r:id="rId30"/>
              </p:custDataLst>
            </p:nvPr>
          </p:nvSpPr>
          <p:spPr>
            <a:xfrm>
              <a:off x="8602980" y="5470493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rgbClr val="245EA8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rgbClr val="F4F7FA"/>
            </a:solidFill>
            <a:ln w="9525">
              <a:solidFill>
                <a:srgbClr val="D7E1EA"/>
              </a:solidFill>
            </a:ln>
          </p:spPr>
        </p:sp>
        <p:sp>
          <p:nvSpPr>
            <p:cNvPr id="88" name="TextBox 88"/>
            <p:cNvSpPr/>
            <p:nvPr>
              <p:custDataLst>
                <p:tags r:id="rId31"/>
              </p:custDataLst>
            </p:nvPr>
          </p:nvSpPr>
          <p:spPr>
            <a:xfrm>
              <a:off x="2796350" y="6007132"/>
              <a:ext cx="65469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10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90" name="Line 9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91" name="TextBox 91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2" name="TextBox 92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120640" cy="1085850"/>
            <a:chOff x="593598" y="257175"/>
            <a:chExt cx="5120640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7"/>
              </p:custDataLst>
            </p:nvPr>
          </p:nvSpPr>
          <p:spPr>
            <a:xfrm>
              <a:off x="755523" y="314325"/>
              <a:ext cx="133978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/>
            <p:nvPr>
              <p:custDataLst>
                <p:tags r:id="rId18"/>
              </p:custDataLst>
            </p:nvPr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1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809244" y="1968532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9" name="TextBox 9"/>
            <p:cNvSpPr/>
            <p:nvPr>
              <p:custDataLst>
                <p:tags r:id="rId4"/>
              </p:custDataLst>
            </p:nvPr>
          </p:nvSpPr>
          <p:spPr>
            <a:xfrm>
              <a:off x="810006" y="2565368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5" name="TextBox 15"/>
            <p:cNvSpPr/>
            <p:nvPr>
              <p:custDataLst>
                <p:tags r:id="rId5"/>
              </p:custDataLst>
            </p:nvPr>
          </p:nvSpPr>
          <p:spPr>
            <a:xfrm>
              <a:off x="810006" y="334641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1" name="TextBox 21"/>
            <p:cNvSpPr/>
            <p:nvPr>
              <p:custDataLst>
                <p:tags r:id="rId6"/>
              </p:custDataLst>
            </p:nvPr>
          </p:nvSpPr>
          <p:spPr>
            <a:xfrm>
              <a:off x="810006" y="41274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524250" y="1866900"/>
              <a:ext cx="38100" cy="14097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3763613" y="2058638"/>
              <a:ext cx="683419" cy="683419"/>
              <a:chOff x="3763613" y="2058638"/>
              <a:chExt cx="683419" cy="683419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3861244" y="2156270"/>
                <a:ext cx="488156" cy="488156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36612" cap="rnd">
                <a:solidFill>
                  <a:srgbClr val="245EA8"/>
                </a:solidFill>
                <a:round/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3995452" y="2290477"/>
                <a:ext cx="219646" cy="219646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36612" cap="rnd">
                <a:solidFill>
                  <a:srgbClr val="245EA8"/>
                </a:solidFill>
                <a:round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763613" y="2058638"/>
                <a:ext cx="683419" cy="683419"/>
              </a:xfrm>
              <a:custGeom>
                <a:avLst/>
                <a:gdLst/>
                <a:ahLst/>
                <a:cxnLst/>
                <a:rect l="l" t="t" r="r" b="b"/>
                <a:pathLst>
                  <a:path w="683419" h="683419">
                    <a:moveTo>
                      <a:pt x="207455" y="0"/>
                    </a:moveTo>
                    <a:lnTo>
                      <a:pt x="207455" y="97631"/>
                    </a:lnTo>
                    <a:moveTo>
                      <a:pt x="341662" y="0"/>
                    </a:moveTo>
                    <a:lnTo>
                      <a:pt x="341662" y="97631"/>
                    </a:lnTo>
                    <a:moveTo>
                      <a:pt x="475869" y="0"/>
                    </a:moveTo>
                    <a:lnTo>
                      <a:pt x="475869" y="97631"/>
                    </a:lnTo>
                    <a:moveTo>
                      <a:pt x="207455" y="585788"/>
                    </a:moveTo>
                    <a:lnTo>
                      <a:pt x="207455" y="683419"/>
                    </a:lnTo>
                    <a:moveTo>
                      <a:pt x="341662" y="585788"/>
                    </a:moveTo>
                    <a:lnTo>
                      <a:pt x="341662" y="683419"/>
                    </a:lnTo>
                    <a:moveTo>
                      <a:pt x="475869" y="585788"/>
                    </a:moveTo>
                    <a:lnTo>
                      <a:pt x="475869" y="683419"/>
                    </a:lnTo>
                    <a:moveTo>
                      <a:pt x="0" y="207454"/>
                    </a:moveTo>
                    <a:lnTo>
                      <a:pt x="97631" y="207454"/>
                    </a:lnTo>
                    <a:moveTo>
                      <a:pt x="0" y="341662"/>
                    </a:moveTo>
                    <a:lnTo>
                      <a:pt x="97631" y="341662"/>
                    </a:lnTo>
                    <a:moveTo>
                      <a:pt x="0" y="475869"/>
                    </a:moveTo>
                    <a:lnTo>
                      <a:pt x="97631" y="475869"/>
                    </a:lnTo>
                    <a:moveTo>
                      <a:pt x="585788" y="207454"/>
                    </a:moveTo>
                    <a:lnTo>
                      <a:pt x="683419" y="207454"/>
                    </a:lnTo>
                    <a:moveTo>
                      <a:pt x="585788" y="341662"/>
                    </a:moveTo>
                    <a:lnTo>
                      <a:pt x="683419" y="341662"/>
                    </a:lnTo>
                    <a:moveTo>
                      <a:pt x="585788" y="475869"/>
                    </a:moveTo>
                    <a:lnTo>
                      <a:pt x="683419" y="475869"/>
                    </a:lnTo>
                  </a:path>
                </a:pathLst>
              </a:custGeom>
              <a:noFill/>
              <a:ln w="3661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37" name="TextBox 37"/>
            <p:cNvSpPr/>
            <p:nvPr>
              <p:custDataLst>
                <p:tags r:id="rId7"/>
              </p:custDataLst>
            </p:nvPr>
          </p:nvSpPr>
          <p:spPr>
            <a:xfrm>
              <a:off x="4674108" y="1993868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24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8" name="TextBox 38"/>
            <p:cNvSpPr/>
            <p:nvPr>
              <p:custDataLst>
                <p:tags r:id="rId8"/>
              </p:custDataLst>
            </p:nvPr>
          </p:nvSpPr>
          <p:spPr>
            <a:xfrm>
              <a:off x="4678299" y="2457450"/>
              <a:ext cx="144189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內容·時序·方向</a:t>
              </a:r>
            </a:p>
          </p:txBody>
        </p:sp>
        <p:sp>
          <p:nvSpPr>
            <p:cNvPr id="39" name="TextBox 39"/>
            <p:cNvSpPr/>
            <p:nvPr>
              <p:custDataLst>
                <p:tags r:id="rId9"/>
              </p:custDataLst>
            </p:nvPr>
          </p:nvSpPr>
          <p:spPr>
            <a:xfrm>
              <a:off x="3744849" y="2886075"/>
              <a:ext cx="19303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rgbClr val="FFFFFF"/>
            </a:solidFill>
            <a:ln w="9525">
              <a:solidFill>
                <a:srgbClr val="D7E1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3524250" y="3629025"/>
              <a:ext cx="38100" cy="14097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3804952" y="3947255"/>
              <a:ext cx="562546" cy="375094"/>
              <a:chOff x="3804952" y="3947255"/>
              <a:chExt cx="562546" cy="375094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3804952" y="3947255"/>
                <a:ext cx="562546" cy="375094"/>
              </a:xfrm>
              <a:prstGeom prst="roundRect">
                <a:avLst>
                  <a:gd name="adj" fmla="val 13889"/>
                </a:avLst>
              </a:prstGeom>
              <a:solidFill>
                <a:srgbClr val="FFFFFF"/>
              </a:solidFill>
              <a:ln w="10418">
                <a:solidFill>
                  <a:srgbClr val="245EA8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3804952" y="3947255"/>
                <a:ext cx="281273" cy="208312"/>
              </a:xfrm>
              <a:custGeom>
                <a:avLst/>
                <a:gdLst/>
                <a:ahLst/>
                <a:cxnLst/>
                <a:rect l="l" t="t" r="r" b="b"/>
                <a:pathLst>
                  <a:path w="281273" h="208312">
                    <a:moveTo>
                      <a:pt x="0" y="0"/>
                    </a:moveTo>
                    <a:lnTo>
                      <a:pt x="281273" y="208312"/>
                    </a:lnTo>
                  </a:path>
                </a:pathLst>
              </a:custGeom>
              <a:noFill/>
              <a:ln w="26045" cap="rnd">
                <a:solidFill>
                  <a:srgbClr val="245EA8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4086225" y="3947255"/>
                <a:ext cx="281273" cy="208312"/>
              </a:xfrm>
              <a:custGeom>
                <a:avLst/>
                <a:gdLst/>
                <a:ahLst/>
                <a:cxnLst/>
                <a:rect l="l" t="t" r="r" b="b"/>
                <a:pathLst>
                  <a:path w="281273" h="208312">
                    <a:moveTo>
                      <a:pt x="0" y="208312"/>
                    </a:moveTo>
                    <a:lnTo>
                      <a:pt x="281273" y="0"/>
                    </a:lnTo>
                  </a:path>
                </a:pathLst>
              </a:custGeom>
              <a:noFill/>
              <a:ln w="26045" cap="rnd">
                <a:solidFill>
                  <a:srgbClr val="245EA8"/>
                </a:solidFill>
              </a:ln>
            </p:spPr>
          </p:sp>
        </p:grpSp>
        <p:sp>
          <p:nvSpPr>
            <p:cNvPr id="46" name="TextBox 46"/>
            <p:cNvSpPr/>
            <p:nvPr>
              <p:custDataLst>
                <p:tags r:id="rId10"/>
              </p:custDataLst>
            </p:nvPr>
          </p:nvSpPr>
          <p:spPr>
            <a:xfrm>
              <a:off x="4674108" y="3755993"/>
              <a:ext cx="145218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24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7" name="TextBox 47"/>
            <p:cNvSpPr/>
            <p:nvPr>
              <p:custDataLst>
                <p:tags r:id="rId11"/>
              </p:custDataLst>
            </p:nvPr>
          </p:nvSpPr>
          <p:spPr>
            <a:xfrm>
              <a:off x="4678299" y="423862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8" name="TextBox 48"/>
            <p:cNvSpPr/>
            <p:nvPr>
              <p:custDataLst>
                <p:tags r:id="rId12"/>
              </p:custDataLst>
            </p:nvPr>
          </p:nvSpPr>
          <p:spPr>
            <a:xfrm>
              <a:off x="3744849" y="46482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4" name="TextBox 54"/>
            <p:cNvSpPr/>
            <p:nvPr>
              <p:custDataLst>
                <p:tags r:id="rId13"/>
              </p:custDataLst>
            </p:nvPr>
          </p:nvSpPr>
          <p:spPr>
            <a:xfrm>
              <a:off x="7941945" y="2768632"/>
              <a:ext cx="253765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55" name="TextBox 55"/>
            <p:cNvSpPr/>
            <p:nvPr>
              <p:custDataLst>
                <p:tags r:id="rId14"/>
              </p:custDataLst>
            </p:nvPr>
          </p:nvSpPr>
          <p:spPr>
            <a:xfrm>
              <a:off x="7943850" y="3248025"/>
              <a:ext cx="179060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6" name="TextBox 56"/>
            <p:cNvSpPr/>
            <p:nvPr>
              <p:custDataLst>
                <p:tags r:id="rId15"/>
              </p:custDataLst>
            </p:nvPr>
          </p:nvSpPr>
          <p:spPr>
            <a:xfrm>
              <a:off x="7944612" y="3708368"/>
              <a:ext cx="210140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0" name="TextBox 60"/>
            <p:cNvSpPr/>
            <p:nvPr>
              <p:custDataLst>
                <p:tags r:id="rId16"/>
              </p:custDataLst>
            </p:nvPr>
          </p:nvSpPr>
          <p:spPr>
            <a:xfrm>
              <a:off x="828675" y="5534025"/>
              <a:ext cx="608352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2" name="Line 6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3" name="TextBox 63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4" name="TextBox 64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8"/>
              </p:custDataLst>
            </p:nvPr>
          </p:nvSpPr>
          <p:spPr>
            <a:xfrm>
              <a:off x="755523" y="314325"/>
              <a:ext cx="118005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/>
            <p:nvPr>
              <p:custDataLst>
                <p:tags r:id="rId29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86" name="page-content"/>
          <p:cNvGrpSpPr/>
          <p:nvPr/>
        </p:nvGrpSpPr>
        <p:grpSpPr>
          <a:xfrm>
            <a:off x="600456" y="1612868"/>
            <a:ext cx="10981944" cy="4504944"/>
            <a:chOff x="600456" y="1612868"/>
            <a:chExt cx="10981944" cy="4504944"/>
          </a:xfrm>
        </p:grpSpPr>
        <p:sp>
          <p:nvSpPr>
            <p:cNvPr id="7" name="TextBox 7"/>
            <p:cNvSpPr/>
            <p:nvPr>
              <p:custDataLst>
                <p:tags r:id="rId3"/>
              </p:custDataLst>
            </p:nvPr>
          </p:nvSpPr>
          <p:spPr>
            <a:xfrm>
              <a:off x="600837" y="1612868"/>
              <a:ext cx="17125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69906" y="2318004"/>
              <a:ext cx="403288" cy="374142"/>
              <a:chOff x="769906" y="2318004"/>
              <a:chExt cx="403288" cy="374142"/>
            </a:xfrm>
          </p:grpSpPr>
          <p:sp>
            <p:nvSpPr>
              <p:cNvPr id="9" name="Line 9"/>
              <p:cNvSpPr/>
              <p:nvPr/>
            </p:nvSpPr>
            <p:spPr>
              <a:xfrm>
                <a:off x="769906" y="23180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906" y="23180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769906" y="26826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12615" y="23180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63669" y="23180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112615" y="26826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80" y="2361724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80" y="24420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80" y="25222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864680" y="2602421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</p:grpSp>
        <p:sp>
          <p:nvSpPr>
            <p:cNvPr id="20" name="TextBox 20"/>
            <p:cNvSpPr/>
            <p:nvPr>
              <p:custDataLst>
                <p:tags r:id="rId4"/>
              </p:custDataLst>
            </p:nvPr>
          </p:nvSpPr>
          <p:spPr>
            <a:xfrm>
              <a:off x="1470279" y="2374868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1" name="TextBox 21"/>
            <p:cNvSpPr/>
            <p:nvPr>
              <p:custDataLst>
                <p:tags r:id="rId5"/>
              </p:custDataLst>
            </p:nvPr>
          </p:nvSpPr>
          <p:spPr>
            <a:xfrm>
              <a:off x="1649254" y="2911507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2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69906" y="3575304"/>
              <a:ext cx="403288" cy="374142"/>
              <a:chOff x="769906" y="3575304"/>
              <a:chExt cx="403288" cy="374142"/>
            </a:xfrm>
          </p:grpSpPr>
          <p:sp>
            <p:nvSpPr>
              <p:cNvPr id="23" name="Line 23"/>
              <p:cNvSpPr/>
              <p:nvPr/>
            </p:nvSpPr>
            <p:spPr>
              <a:xfrm>
                <a:off x="769906" y="35753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906" y="35753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9906" y="39399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12615" y="3575304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0" y="0"/>
                    </a:moveTo>
                    <a:lnTo>
                      <a:pt x="51054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63669" y="3575304"/>
                <a:ext cx="9525" cy="36461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17">
                    <a:moveTo>
                      <a:pt x="0" y="0"/>
                    </a:moveTo>
                    <a:lnTo>
                      <a:pt x="0" y="364617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1112615" y="3939921"/>
                <a:ext cx="510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54" h="9525">
                    <a:moveTo>
                      <a:pt x="51054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rgbClr val="245EA8"/>
                </a:solidFill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80" y="3619024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80" y="36993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80" y="3779520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864680" y="3859721"/>
                <a:ext cx="204216" cy="43720"/>
              </a:xfrm>
              <a:prstGeom prst="roundRect">
                <a:avLst>
                  <a:gd name="adj" fmla="val 33333"/>
                </a:avLst>
              </a:prstGeom>
              <a:solidFill>
                <a:srgbClr val="8198AE"/>
              </a:solidFill>
              <a:ln>
                <a:noFill/>
              </a:ln>
            </p:spPr>
          </p:sp>
        </p:grpSp>
        <p:sp>
          <p:nvSpPr>
            <p:cNvPr id="34" name="TextBox 34"/>
            <p:cNvSpPr/>
            <p:nvPr>
              <p:custDataLst>
                <p:tags r:id="rId6"/>
              </p:custDataLst>
            </p:nvPr>
          </p:nvSpPr>
          <p:spPr>
            <a:xfrm>
              <a:off x="1327975" y="3622643"/>
              <a:ext cx="14810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40" name="TextBox 40"/>
            <p:cNvSpPr/>
            <p:nvPr>
              <p:custDataLst>
                <p:tags r:id="rId7"/>
              </p:custDataLst>
            </p:nvPr>
          </p:nvSpPr>
          <p:spPr>
            <a:xfrm>
              <a:off x="908018" y="4721257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1" name="TextBox 41"/>
            <p:cNvSpPr/>
            <p:nvPr>
              <p:custDataLst>
                <p:tags r:id="rId8"/>
              </p:custDataLst>
            </p:nvPr>
          </p:nvSpPr>
          <p:spPr>
            <a:xfrm>
              <a:off x="1309688" y="5105400"/>
              <a:ext cx="102546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4" name="TextBox 44"/>
            <p:cNvSpPr/>
            <p:nvPr>
              <p:custDataLst>
                <p:tags r:id="rId9"/>
              </p:custDataLst>
            </p:nvPr>
          </p:nvSpPr>
          <p:spPr>
            <a:xfrm>
              <a:off x="4086987" y="1612868"/>
              <a:ext cx="17125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4369784" y="2149412"/>
              <a:ext cx="1064800" cy="1044701"/>
              <a:chOff x="4369784" y="2149412"/>
              <a:chExt cx="1064800" cy="104470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4369784" y="2290000"/>
                <a:ext cx="763429" cy="803720"/>
              </a:xfrm>
              <a:custGeom>
                <a:avLst/>
                <a:gdLst/>
                <a:ahLst/>
                <a:cxnLst/>
                <a:rect l="l" t="t" r="r" b="b"/>
                <a:pathLst>
                  <a:path w="763429" h="803720">
                    <a:moveTo>
                      <a:pt x="0" y="0"/>
                    </a:moveTo>
                    <a:lnTo>
                      <a:pt x="0" y="622840"/>
                    </a:lnTo>
                    <a:cubicBezTo>
                      <a:pt x="0" y="803720"/>
                      <a:pt x="763429" y="803720"/>
                      <a:pt x="763429" y="622840"/>
                    </a:cubicBezTo>
                    <a:lnTo>
                      <a:pt x="763429" y="0"/>
                    </a:lnTo>
                  </a:path>
                </a:pathLst>
              </a:custGeom>
              <a:solidFill>
                <a:srgbClr val="FFFFFF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6" name="Ellipse 46"/>
              <p:cNvSpPr/>
              <p:nvPr/>
            </p:nvSpPr>
            <p:spPr>
              <a:xfrm>
                <a:off x="4369784" y="2149412"/>
                <a:ext cx="763524" cy="281273"/>
              </a:xfrm>
              <a:prstGeom prst="ellipse">
                <a:avLst/>
              </a:prstGeom>
              <a:solidFill>
                <a:srgbClr val="FFFFFF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4369784" y="2571274"/>
                <a:ext cx="763429" cy="180880"/>
              </a:xfrm>
              <a:custGeom>
                <a:avLst/>
                <a:gdLst/>
                <a:ahLst/>
                <a:cxnLst/>
                <a:rect l="l" t="t" r="r" b="b"/>
                <a:pathLst>
                  <a:path w="763429" h="180880">
                    <a:moveTo>
                      <a:pt x="0" y="0"/>
                    </a:moveTo>
                    <a:cubicBezTo>
                      <a:pt x="0" y="180880"/>
                      <a:pt x="763429" y="180880"/>
                      <a:pt x="763429" y="0"/>
                    </a:cubicBezTo>
                  </a:path>
                </a:pathLst>
              </a:custGeom>
              <a:noFill/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4872038" y="2611469"/>
                <a:ext cx="442055" cy="442055"/>
              </a:xfrm>
              <a:prstGeom prst="ellipse">
                <a:avLst/>
              </a:prstGeom>
              <a:solidFill>
                <a:srgbClr val="F4F7FA"/>
              </a:solidFill>
              <a:ln w="60275" cap="rnd">
                <a:solidFill>
                  <a:srgbClr val="245EA8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253800" y="2993231"/>
                <a:ext cx="180784" cy="200882"/>
              </a:xfrm>
              <a:custGeom>
                <a:avLst/>
                <a:gdLst/>
                <a:ahLst/>
                <a:cxnLst/>
                <a:rect l="l" t="t" r="r" b="b"/>
                <a:pathLst>
                  <a:path w="180784" h="200882">
                    <a:moveTo>
                      <a:pt x="0" y="0"/>
                    </a:moveTo>
                    <a:lnTo>
                      <a:pt x="180784" y="200882"/>
                    </a:lnTo>
                  </a:path>
                </a:pathLst>
              </a:custGeom>
              <a:solidFill>
                <a:srgbClr val="FFFFFF"/>
              </a:solidFill>
              <a:ln w="80367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51" name="TextBox 51"/>
            <p:cNvSpPr/>
            <p:nvPr>
              <p:custDataLst>
                <p:tags r:id="rId10"/>
              </p:custDataLst>
            </p:nvPr>
          </p:nvSpPr>
          <p:spPr>
            <a:xfrm>
              <a:off x="5762625" y="2143125"/>
              <a:ext cx="1284446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2" name="TextBox 52"/>
            <p:cNvSpPr/>
            <p:nvPr>
              <p:custDataLst>
                <p:tags r:id="rId11"/>
              </p:custDataLst>
            </p:nvPr>
          </p:nvSpPr>
          <p:spPr>
            <a:xfrm>
              <a:off x="5763768" y="2520982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4" name="TextBox 54"/>
            <p:cNvSpPr/>
            <p:nvPr>
              <p:custDataLst>
                <p:tags r:id="rId12"/>
              </p:custDataLst>
            </p:nvPr>
          </p:nvSpPr>
          <p:spPr>
            <a:xfrm>
              <a:off x="42607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6" name="TextBox 56"/>
            <p:cNvSpPr/>
            <p:nvPr>
              <p:custDataLst>
                <p:tags r:id="rId13"/>
              </p:custDataLst>
            </p:nvPr>
          </p:nvSpPr>
          <p:spPr>
            <a:xfrm>
              <a:off x="488937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58" name="TextBox 58"/>
            <p:cNvSpPr/>
            <p:nvPr>
              <p:custDataLst>
                <p:tags r:id="rId14"/>
              </p:custDataLst>
            </p:nvPr>
          </p:nvSpPr>
          <p:spPr>
            <a:xfrm>
              <a:off x="55180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60" name="TextBox 60"/>
            <p:cNvSpPr/>
            <p:nvPr>
              <p:custDataLst>
                <p:tags r:id="rId15"/>
              </p:custDataLst>
            </p:nvPr>
          </p:nvSpPr>
          <p:spPr>
            <a:xfrm>
              <a:off x="614667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 w="9525">
              <a:solidFill>
                <a:srgbClr val="245EA8"/>
              </a:solidFill>
            </a:ln>
          </p:spPr>
        </p:sp>
        <p:sp>
          <p:nvSpPr>
            <p:cNvPr id="62" name="TextBox 62"/>
            <p:cNvSpPr/>
            <p:nvPr>
              <p:custDataLst>
                <p:tags r:id="rId16"/>
              </p:custDataLst>
            </p:nvPr>
          </p:nvSpPr>
          <p:spPr>
            <a:xfrm>
              <a:off x="6775323" y="4013168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63" name="TextBox 63"/>
            <p:cNvSpPr/>
            <p:nvPr>
              <p:custDataLst>
                <p:tags r:id="rId17"/>
              </p:custDataLst>
            </p:nvPr>
          </p:nvSpPr>
          <p:spPr>
            <a:xfrm>
              <a:off x="4086225" y="4724400"/>
              <a:ext cx="18031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4" name="TextBox 64"/>
            <p:cNvSpPr/>
            <p:nvPr>
              <p:custDataLst>
                <p:tags r:id="rId18"/>
              </p:custDataLst>
            </p:nvPr>
          </p:nvSpPr>
          <p:spPr>
            <a:xfrm>
              <a:off x="4087749" y="511492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7" name="TextBox 67"/>
            <p:cNvSpPr/>
            <p:nvPr>
              <p:custDataLst>
                <p:tags r:id="rId19"/>
              </p:custDataLst>
            </p:nvPr>
          </p:nvSpPr>
          <p:spPr>
            <a:xfrm>
              <a:off x="8087487" y="1612868"/>
              <a:ext cx="17282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9" name="TextBox 69"/>
            <p:cNvSpPr/>
            <p:nvPr>
              <p:custDataLst>
                <p:tags r:id="rId20"/>
              </p:custDataLst>
            </p:nvPr>
          </p:nvSpPr>
          <p:spPr>
            <a:xfrm>
              <a:off x="8879681" y="2501932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95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70" name="TextBox 70"/>
            <p:cNvSpPr/>
            <p:nvPr>
              <p:custDataLst>
                <p:tags r:id="rId21"/>
              </p:custDataLst>
            </p:nvPr>
          </p:nvSpPr>
          <p:spPr>
            <a:xfrm>
              <a:off x="9138380" y="2892457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78" name="TextBox 78"/>
            <p:cNvSpPr/>
            <p:nvPr>
              <p:custDataLst>
                <p:tags r:id="rId22"/>
              </p:custDataLst>
            </p:nvPr>
          </p:nvSpPr>
          <p:spPr>
            <a:xfrm>
              <a:off x="8378190" y="38988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0" name="TextBox 80"/>
            <p:cNvSpPr/>
            <p:nvPr>
              <p:custDataLst>
                <p:tags r:id="rId23"/>
              </p:custDataLst>
            </p:nvPr>
          </p:nvSpPr>
          <p:spPr>
            <a:xfrm>
              <a:off x="9559290" y="38988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2" name="TextBox 82"/>
            <p:cNvSpPr/>
            <p:nvPr>
              <p:custDataLst>
                <p:tags r:id="rId24"/>
              </p:custDataLst>
            </p:nvPr>
          </p:nvSpPr>
          <p:spPr>
            <a:xfrm>
              <a:off x="10619232" y="389886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83" name="TextBox 83"/>
            <p:cNvSpPr/>
            <p:nvPr>
              <p:custDataLst>
                <p:tags r:id="rId25"/>
              </p:custDataLst>
            </p:nvPr>
          </p:nvSpPr>
          <p:spPr>
            <a:xfrm>
              <a:off x="8086725" y="4724400"/>
              <a:ext cx="153752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84" name="TextBox 84"/>
            <p:cNvSpPr/>
            <p:nvPr>
              <p:custDataLst>
                <p:tags r:id="rId26"/>
              </p:custDataLst>
            </p:nvPr>
          </p:nvSpPr>
          <p:spPr>
            <a:xfrm>
              <a:off x="8088249" y="5114925"/>
              <a:ext cx="214303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85" name="TextBox 85"/>
            <p:cNvSpPr/>
            <p:nvPr>
              <p:custDataLst>
                <p:tags r:id="rId27"/>
              </p:custDataLst>
            </p:nvPr>
          </p:nvSpPr>
          <p:spPr>
            <a:xfrm>
              <a:off x="600456" y="5765768"/>
              <a:ext cx="52703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99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87" name="Line 87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88" name="TextBox 88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9" name="TextBox 89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6392799" cy="1085850"/>
            <a:chOff x="593598" y="257175"/>
            <a:chExt cx="639279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7"/>
              </p:custDataLst>
            </p:nvPr>
          </p:nvSpPr>
          <p:spPr>
            <a:xfrm>
              <a:off x="755523" y="314325"/>
              <a:ext cx="113080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/>
            <p:nvPr>
              <p:custDataLst>
                <p:tags r:id="rId18"/>
              </p:custDataLst>
            </p:nvPr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7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7" name="Rectangle 7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81153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532954" y="2362772"/>
              <a:ext cx="811434" cy="949547"/>
              <a:chOff x="1532954" y="2362772"/>
              <a:chExt cx="811434" cy="94954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532954" y="2362772"/>
                <a:ext cx="725043" cy="932307"/>
              </a:xfrm>
              <a:custGeom>
                <a:avLst/>
                <a:gdLst/>
                <a:ahLst/>
                <a:cxnLst/>
                <a:rect l="l" t="t" r="r" b="b"/>
                <a:pathLst>
                  <a:path w="725043" h="932307">
                    <a:moveTo>
                      <a:pt x="362522" y="0"/>
                    </a:moveTo>
                    <a:lnTo>
                      <a:pt x="725043" y="155448"/>
                    </a:lnTo>
                    <a:lnTo>
                      <a:pt x="725043" y="431673"/>
                    </a:lnTo>
                    <a:cubicBezTo>
                      <a:pt x="725043" y="656082"/>
                      <a:pt x="552450" y="811435"/>
                      <a:pt x="362522" y="932307"/>
                    </a:cubicBezTo>
                    <a:cubicBezTo>
                      <a:pt x="172593" y="811435"/>
                      <a:pt x="0" y="656082"/>
                      <a:pt x="0" y="431673"/>
                    </a:cubicBezTo>
                    <a:lnTo>
                      <a:pt x="0" y="155448"/>
                    </a:lnTo>
                    <a:close/>
                  </a:path>
                </a:pathLst>
              </a:custGeom>
              <a:solidFill>
                <a:srgbClr val="FFFFFF"/>
              </a:solidFill>
              <a:ln w="51792" cap="rnd">
                <a:solidFill>
                  <a:srgbClr val="245EA8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705546" y="2656237"/>
                <a:ext cx="397097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7097" h="276225">
                    <a:moveTo>
                      <a:pt x="0" y="138112"/>
                    </a:moveTo>
                    <a:lnTo>
                      <a:pt x="138112" y="276225"/>
                    </a:lnTo>
                    <a:lnTo>
                      <a:pt x="397097" y="0"/>
                    </a:lnTo>
                  </a:path>
                </a:pathLst>
              </a:custGeom>
              <a:noFill/>
              <a:ln w="69056" cap="rnd">
                <a:solidFill>
                  <a:srgbClr val="245EA8"/>
                </a:solidFill>
                <a:round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119884" y="3018854"/>
                <a:ext cx="224504" cy="293465"/>
              </a:xfrm>
              <a:custGeom>
                <a:avLst/>
                <a:gdLst/>
                <a:ahLst/>
                <a:cxnLst/>
                <a:rect l="l" t="t" r="r" b="b"/>
                <a:pathLst>
                  <a:path w="224504" h="293465">
                    <a:moveTo>
                      <a:pt x="51816" y="0"/>
                    </a:moveTo>
                    <a:lnTo>
                      <a:pt x="224504" y="0"/>
                    </a:lnTo>
                    <a:lnTo>
                      <a:pt x="224504" y="207169"/>
                    </a:lnTo>
                    <a:lnTo>
                      <a:pt x="0" y="207169"/>
                    </a:lnTo>
                    <a:moveTo>
                      <a:pt x="86297" y="120777"/>
                    </a:moveTo>
                    <a:lnTo>
                      <a:pt x="0" y="207169"/>
                    </a:lnTo>
                    <a:lnTo>
                      <a:pt x="86297" y="293465"/>
                    </a:lnTo>
                  </a:path>
                </a:pathLst>
              </a:custGeom>
              <a:noFill/>
              <a:ln w="5179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3" name="TextBox 13"/>
            <p:cNvSpPr/>
            <p:nvPr>
              <p:custDataLst>
                <p:tags r:id="rId4"/>
              </p:custDataLst>
            </p:nvPr>
          </p:nvSpPr>
          <p:spPr>
            <a:xfrm>
              <a:off x="126253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4" name="TextBox 14"/>
            <p:cNvSpPr/>
            <p:nvPr>
              <p:custDataLst>
                <p:tags r:id="rId5"/>
              </p:custDataLst>
            </p:nvPr>
          </p:nvSpPr>
          <p:spPr>
            <a:xfrm>
              <a:off x="985266" y="3927443"/>
              <a:ext cx="17727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範圍·允許動作·期限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18" name="TextBox 18"/>
            <p:cNvSpPr/>
            <p:nvPr>
              <p:custDataLst>
                <p:tags r:id="rId6"/>
              </p:custDataLst>
            </p:nvPr>
          </p:nvSpPr>
          <p:spPr>
            <a:xfrm>
              <a:off x="361188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4310062" y="2495550"/>
              <a:ext cx="771525" cy="685800"/>
              <a:chOff x="4310062" y="2495550"/>
              <a:chExt cx="771525" cy="6858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14288">
                <a:solidFill>
                  <a:srgbClr val="245EA8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</p:grpSp>
        <p:sp>
          <p:nvSpPr>
            <p:cNvPr id="29" name="TextBox 29"/>
            <p:cNvSpPr/>
            <p:nvPr>
              <p:custDataLst>
                <p:tags r:id="rId7"/>
              </p:custDataLst>
            </p:nvPr>
          </p:nvSpPr>
          <p:spPr>
            <a:xfrm>
              <a:off x="406288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30" name="TextBox 30"/>
            <p:cNvSpPr/>
            <p:nvPr>
              <p:custDataLst>
                <p:tags r:id="rId8"/>
              </p:custDataLst>
            </p:nvPr>
          </p:nvSpPr>
          <p:spPr>
            <a:xfrm>
              <a:off x="3856672" y="3927443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4" name="TextBox 34"/>
            <p:cNvSpPr/>
            <p:nvPr>
              <p:custDataLst>
                <p:tags r:id="rId9"/>
              </p:custDataLst>
            </p:nvPr>
          </p:nvSpPr>
          <p:spPr>
            <a:xfrm>
              <a:off x="641223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210425" y="2452688"/>
              <a:ext cx="571500" cy="771525"/>
              <a:chOff x="7210425" y="2452688"/>
              <a:chExt cx="571500" cy="771525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4288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8198AE"/>
                </a:solidFill>
              </a:ln>
            </p:spPr>
          </p:sp>
        </p:grpSp>
        <p:sp>
          <p:nvSpPr>
            <p:cNvPr id="41" name="TextBox 41"/>
            <p:cNvSpPr/>
            <p:nvPr>
              <p:custDataLst>
                <p:tags r:id="rId10"/>
              </p:custDataLst>
            </p:nvPr>
          </p:nvSpPr>
          <p:spPr>
            <a:xfrm>
              <a:off x="686323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42" name="TextBox 42"/>
            <p:cNvSpPr/>
            <p:nvPr>
              <p:custDataLst>
                <p:tags r:id="rId11"/>
              </p:custDataLst>
            </p:nvPr>
          </p:nvSpPr>
          <p:spPr>
            <a:xfrm>
              <a:off x="6556058" y="39274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46" name="TextBox 46"/>
            <p:cNvSpPr/>
            <p:nvPr>
              <p:custDataLst>
                <p:tags r:id="rId12"/>
              </p:custDataLst>
            </p:nvPr>
          </p:nvSpPr>
          <p:spPr>
            <a:xfrm>
              <a:off x="9212580" y="2031968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9939338" y="2438400"/>
              <a:ext cx="714375" cy="800100"/>
              <a:chOff x="9939338" y="2438400"/>
              <a:chExt cx="714375" cy="8001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rgbClr val="FFFFFF"/>
              </a:solidFill>
              <a:ln w="35719">
                <a:solidFill>
                  <a:srgbClr val="245EA8"/>
                </a:solidFill>
              </a:ln>
            </p:spPr>
          </p:sp>
          <p:sp>
            <p:nvSpPr>
              <p:cNvPr id="48" name="Line 48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49" name="Line 49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rgbClr val="245EA8"/>
                </a:solidFill>
              </a:ln>
            </p:spPr>
          </p:sp>
        </p:grpSp>
        <p:sp>
          <p:nvSpPr>
            <p:cNvPr id="53" name="TextBox 53"/>
            <p:cNvSpPr/>
            <p:nvPr>
              <p:custDataLst>
                <p:tags r:id="rId13"/>
              </p:custDataLst>
            </p:nvPr>
          </p:nvSpPr>
          <p:spPr>
            <a:xfrm>
              <a:off x="9663589" y="3457575"/>
              <a:ext cx="1195959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21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4" name="TextBox 54"/>
            <p:cNvSpPr/>
            <p:nvPr>
              <p:custDataLst>
                <p:tags r:id="rId14"/>
              </p:custDataLst>
            </p:nvPr>
          </p:nvSpPr>
          <p:spPr>
            <a:xfrm>
              <a:off x="9356408" y="39274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26477"/>
              </a:solidFill>
              <a:custDash>
                <a:ds d="240000" sp="200000"/>
              </a:custDash>
            </a:ln>
          </p:spPr>
        </p:sp>
        <p:sp>
          <p:nvSpPr>
            <p:cNvPr id="56" name="Freeform 56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26477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4285012" y="4698492"/>
              <a:ext cx="250031" cy="337566"/>
              <a:chOff x="4285012" y="4698492"/>
              <a:chExt cx="250031" cy="337566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285012" y="4698492"/>
                <a:ext cx="250031" cy="337566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6251">
                <a:solidFill>
                  <a:srgbClr val="245EA8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4341304" y="4779740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4341304" y="4848511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4341304" y="4917281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4341304" y="4986052"/>
                <a:ext cx="14373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32" h="9525">
                    <a:moveTo>
                      <a:pt x="0" y="0"/>
                    </a:moveTo>
                    <a:lnTo>
                      <a:pt x="143732" y="0"/>
                    </a:lnTo>
                  </a:path>
                </a:pathLst>
              </a:custGeom>
              <a:noFill/>
              <a:ln w="12502" cap="rnd">
                <a:solidFill>
                  <a:srgbClr val="8198AE"/>
                </a:solidFill>
              </a:ln>
            </p:spPr>
          </p:sp>
        </p:grpSp>
        <p:sp>
          <p:nvSpPr>
            <p:cNvPr id="64" name="TextBox 64"/>
            <p:cNvSpPr/>
            <p:nvPr>
              <p:custDataLst>
                <p:tags r:id="rId15"/>
              </p:custDataLst>
            </p:nvPr>
          </p:nvSpPr>
          <p:spPr>
            <a:xfrm>
              <a:off x="4752594" y="4721257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6" name="TextBox 66"/>
            <p:cNvSpPr/>
            <p:nvPr>
              <p:custDataLst>
                <p:tags r:id="rId16"/>
              </p:custDataLst>
            </p:nvPr>
          </p:nvSpPr>
          <p:spPr>
            <a:xfrm>
              <a:off x="829818" y="5664232"/>
              <a:ext cx="77880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8" name="Line 6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9" name="TextBox 69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0" name="TextBox 70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544693" cy="1085850"/>
            <a:chOff x="593598" y="257175"/>
            <a:chExt cx="5544693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8"/>
              </p:custDataLst>
            </p:nvPr>
          </p:nvSpPr>
          <p:spPr>
            <a:xfrm>
              <a:off x="755523" y="314325"/>
              <a:ext cx="234105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/>
            <p:nvPr>
              <p:custDataLst>
                <p:tags r:id="rId19"/>
              </p:custDataLst>
            </p:nvPr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30" name="page-content"/>
          <p:cNvGrpSpPr/>
          <p:nvPr/>
        </p:nvGrpSpPr>
        <p:grpSpPr>
          <a:xfrm>
            <a:off x="600456" y="1498568"/>
            <a:ext cx="10981944" cy="4642676"/>
            <a:chOff x="600456" y="1498568"/>
            <a:chExt cx="10981944" cy="4642676"/>
          </a:xfrm>
        </p:grpSpPr>
        <p:sp>
          <p:nvSpPr>
            <p:cNvPr id="7" name="TextBox 7"/>
            <p:cNvSpPr/>
            <p:nvPr>
              <p:custDataLst>
                <p:tags r:id="rId3"/>
              </p:custDataLst>
            </p:nvPr>
          </p:nvSpPr>
          <p:spPr>
            <a:xfrm>
              <a:off x="600456" y="1498568"/>
              <a:ext cx="38721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3" name="detector-comparison-chartArea"/>
            <p:cNvGrpSpPr/>
            <p:nvPr/>
          </p:nvGrpSpPr>
          <p:grpSpPr>
            <a:xfrm>
              <a:off x="600837" y="2095500"/>
              <a:ext cx="7983379" cy="3592163"/>
              <a:chOff x="600837" y="2095500"/>
              <a:chExt cx="7983379" cy="3592163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9" name="TextBox 9"/>
              <p:cNvSpPr/>
              <p:nvPr>
                <p:custDataLst>
                  <p:tags r:id="rId9"/>
                </p:custDataLst>
              </p:nvPr>
            </p:nvSpPr>
            <p:spPr>
              <a:xfrm>
                <a:off x="1731359" y="5394293"/>
                <a:ext cx="29965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11" name="TextBox 11"/>
              <p:cNvSpPr/>
              <p:nvPr>
                <p:custDataLst>
                  <p:tags r:id="rId10"/>
                </p:custDataLst>
              </p:nvPr>
            </p:nvSpPr>
            <p:spPr>
              <a:xfrm>
                <a:off x="4773644" y="5394293"/>
                <a:ext cx="40633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2" name="Line 12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7E1EA"/>
                </a:solidFill>
              </a:ln>
            </p:spPr>
          </p:sp>
          <p:sp>
            <p:nvSpPr>
              <p:cNvPr id="13" name="TextBox 13"/>
              <p:cNvSpPr/>
              <p:nvPr>
                <p:custDataLst>
                  <p:tags r:id="rId11"/>
                </p:custDataLst>
              </p:nvPr>
            </p:nvSpPr>
            <p:spPr>
              <a:xfrm>
                <a:off x="7815929" y="5394293"/>
                <a:ext cx="51301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ctr"/>
                <a:r>
                  <a:rPr lang="zh-TW" sz="1500" dirty="0">
                    <a:solidFill>
                      <a:srgbClr val="526477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4" name="TextBox 14"/>
              <p:cNvSpPr/>
              <p:nvPr>
                <p:custDataLst>
                  <p:tags r:id="rId12"/>
                </p:custDataLst>
              </p:nvPr>
            </p:nvSpPr>
            <p:spPr>
              <a:xfrm>
                <a:off x="600837" y="2479643"/>
                <a:ext cx="100812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1905000" y="2419350"/>
                <a:ext cx="4937379" cy="400050"/>
              </a:xfrm>
              <a:prstGeom prst="rect">
                <a:avLst/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6" name="TextBox 16"/>
              <p:cNvSpPr/>
              <p:nvPr>
                <p:custDataLst>
                  <p:tags r:id="rId13"/>
                </p:custDataLst>
              </p:nvPr>
            </p:nvSpPr>
            <p:spPr>
              <a:xfrm>
                <a:off x="6947916" y="247964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7" name="TextBox 17"/>
              <p:cNvSpPr/>
              <p:nvPr>
                <p:custDataLst>
                  <p:tags r:id="rId14"/>
                </p:custDataLst>
              </p:nvPr>
            </p:nvSpPr>
            <p:spPr>
              <a:xfrm>
                <a:off x="600837" y="3527393"/>
                <a:ext cx="859441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905000" y="3467100"/>
                <a:ext cx="5702332" cy="400050"/>
              </a:xfrm>
              <a:prstGeom prst="rect">
                <a:avLst/>
              </a:prstGeom>
              <a:solidFill>
                <a:srgbClr val="8198AE"/>
              </a:solidFill>
              <a:ln>
                <a:noFill/>
              </a:ln>
            </p:spPr>
          </p:sp>
          <p:sp>
            <p:nvSpPr>
              <p:cNvPr id="19" name="TextBox 19"/>
              <p:cNvSpPr/>
              <p:nvPr>
                <p:custDataLst>
                  <p:tags r:id="rId15"/>
                </p:custDataLst>
              </p:nvPr>
            </p:nvSpPr>
            <p:spPr>
              <a:xfrm>
                <a:off x="7712869" y="352739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zh-TW" sz="1720" b="1" dirty="0">
                    <a:solidFill>
                      <a:srgbClr val="243447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20" name="TextBox 20"/>
              <p:cNvSpPr/>
              <p:nvPr>
                <p:custDataLst>
                  <p:tags r:id="rId16"/>
                </p:custDataLst>
              </p:nvPr>
            </p:nvSpPr>
            <p:spPr>
              <a:xfrm>
                <a:off x="600837" y="4575143"/>
                <a:ext cx="124529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b="1" dirty="0">
                    <a:solidFill>
                      <a:srgbClr val="245EA8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1905000" y="4514850"/>
                <a:ext cx="5761006" cy="400050"/>
              </a:xfrm>
              <a:prstGeom prst="rect">
                <a:avLst/>
              </a:prstGeom>
              <a:solidFill>
                <a:srgbClr val="087F8C"/>
              </a:solidFill>
              <a:ln>
                <a:noFill/>
              </a:ln>
            </p:spPr>
          </p:sp>
          <p:sp>
            <p:nvSpPr>
              <p:cNvPr id="22" name="TextBox 22"/>
              <p:cNvSpPr/>
              <p:nvPr>
                <p:custDataLst>
                  <p:tags r:id="rId17"/>
                </p:custDataLst>
              </p:nvPr>
            </p:nvSpPr>
            <p:spPr>
              <a:xfrm>
                <a:off x="7771543" y="4575143"/>
                <a:ext cx="81267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32" rIns="0" bIns="0" anchor="t" anchorCtr="0">
                <a:noAutofit/>
              </a:bodyPr>
              <a:lstStyle/>
              <a:p>
                <a:pPr algn="l"/>
                <a:r>
                  <a:rPr lang="en-US" sz="1720" b="1" dirty="0">
                    <a:solidFill>
                      <a:srgbClr val="087F8C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4" name="Rectangle 24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25" name="TextBox 25"/>
            <p:cNvSpPr/>
            <p:nvPr>
              <p:custDataLst>
                <p:tags r:id="rId4"/>
              </p:custDataLst>
            </p:nvPr>
          </p:nvSpPr>
          <p:spPr>
            <a:xfrm>
              <a:off x="9305544" y="2387632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6" name="TextBox 26"/>
            <p:cNvSpPr/>
            <p:nvPr>
              <p:custDataLst>
                <p:tags r:id="rId5"/>
              </p:custDataLst>
            </p:nvPr>
          </p:nvSpPr>
          <p:spPr>
            <a:xfrm>
              <a:off x="9297162" y="3041618"/>
              <a:ext cx="16152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8068" rIns="0" bIns="0" anchor="t" anchorCtr="0">
              <a:noAutofit/>
            </a:bodyPr>
            <a:lstStyle/>
            <a:p>
              <a:pPr algn="l"/>
              <a:r>
                <a:rPr lang="en-US" sz="390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7" name="TextBox 27"/>
            <p:cNvSpPr/>
            <p:nvPr>
              <p:custDataLst>
                <p:tags r:id="rId6"/>
              </p:custDataLst>
            </p:nvPr>
          </p:nvSpPr>
          <p:spPr>
            <a:xfrm>
              <a:off x="9305925" y="3819525"/>
              <a:ext cx="111261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8" name="TextBox 28"/>
            <p:cNvSpPr/>
            <p:nvPr>
              <p:custDataLst>
                <p:tags r:id="rId7"/>
              </p:custDataLst>
            </p:nvPr>
          </p:nvSpPr>
          <p:spPr>
            <a:xfrm>
              <a:off x="9307449" y="4371975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9" name="TextBox 29"/>
            <p:cNvSpPr/>
            <p:nvPr>
              <p:custDataLst>
                <p:tags r:id="rId8"/>
              </p:custDataLst>
            </p:nvPr>
          </p:nvSpPr>
          <p:spPr>
            <a:xfrm>
              <a:off x="600837" y="5803868"/>
              <a:ext cx="80013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31" name="Line 3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32" name="TextBox 32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3" name="TextBox 33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270659" cy="1085850"/>
            <a:chOff x="593598" y="257175"/>
            <a:chExt cx="527065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9"/>
              </p:custDataLst>
            </p:nvPr>
          </p:nvSpPr>
          <p:spPr>
            <a:xfrm>
              <a:off x="755523" y="314325"/>
              <a:ext cx="234105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/>
            <p:nvPr>
              <p:custDataLst>
                <p:tags r:id="rId20"/>
              </p:custDataLst>
            </p:nvPr>
          </p:nvSpPr>
          <p:spPr>
            <a:xfrm>
              <a:off x="593598" y="723900"/>
              <a:ext cx="527065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43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TextBox 8"/>
            <p:cNvSpPr/>
            <p:nvPr>
              <p:custDataLst>
                <p:tags r:id="rId3"/>
              </p:custDataLst>
            </p:nvPr>
          </p:nvSpPr>
          <p:spPr>
            <a:xfrm>
              <a:off x="828675" y="1981200"/>
              <a:ext cx="103136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9" name="TextBox 9"/>
            <p:cNvSpPr/>
            <p:nvPr>
              <p:custDataLst>
                <p:tags r:id="rId4"/>
              </p:custDataLst>
            </p:nvPr>
          </p:nvSpPr>
          <p:spPr>
            <a:xfrm>
              <a:off x="819912" y="2498693"/>
              <a:ext cx="16152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8068" rIns="0" bIns="0" anchor="t" anchorCtr="0">
              <a:noAutofit/>
            </a:bodyPr>
            <a:lstStyle/>
            <a:p>
              <a:pPr algn="l"/>
              <a:r>
                <a:rPr lang="en-US" sz="390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10" name="TextBox 10"/>
            <p:cNvSpPr/>
            <p:nvPr>
              <p:custDataLst>
                <p:tags r:id="rId5"/>
              </p:custDataLst>
            </p:nvPr>
          </p:nvSpPr>
          <p:spPr>
            <a:xfrm>
              <a:off x="829056" y="3089243"/>
              <a:ext cx="14841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1" name="TextBox 11"/>
            <p:cNvSpPr/>
            <p:nvPr>
              <p:custDataLst>
                <p:tags r:id="rId6"/>
              </p:custDataLst>
            </p:nvPr>
          </p:nvSpPr>
          <p:spPr>
            <a:xfrm>
              <a:off x="821436" y="3651218"/>
              <a:ext cx="148066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8068" rIns="0" bIns="0" anchor="t" anchorCtr="0">
              <a:noAutofit/>
            </a:bodyPr>
            <a:lstStyle/>
            <a:p>
              <a:pPr algn="l"/>
              <a:r>
                <a:rPr lang="en-US" sz="360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2" name="TextBox 12"/>
            <p:cNvSpPr/>
            <p:nvPr>
              <p:custDataLst>
                <p:tags r:id="rId7"/>
              </p:custDataLst>
            </p:nvPr>
          </p:nvSpPr>
          <p:spPr>
            <a:xfrm>
              <a:off x="829056" y="4194143"/>
              <a:ext cx="21981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3" name="TextBox 13"/>
            <p:cNvSpPr/>
            <p:nvPr>
              <p:custDataLst>
                <p:tags r:id="rId8"/>
              </p:custDataLst>
            </p:nvPr>
          </p:nvSpPr>
          <p:spPr>
            <a:xfrm>
              <a:off x="830199" y="4829175"/>
              <a:ext cx="20346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15" name="TextBox 15"/>
            <p:cNvSpPr/>
            <p:nvPr>
              <p:custDataLst>
                <p:tags r:id="rId9"/>
              </p:custDataLst>
            </p:nvPr>
          </p:nvSpPr>
          <p:spPr>
            <a:xfrm>
              <a:off x="6097238" y="1987582"/>
              <a:ext cx="342014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5337620" y="3356420"/>
              <a:ext cx="297656" cy="297656"/>
              <a:chOff x="5337620" y="3356420"/>
              <a:chExt cx="297656" cy="297656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5337620" y="3356420"/>
                <a:ext cx="297656" cy="297656"/>
              </a:xfrm>
              <a:prstGeom prst="ellipse">
                <a:avLst/>
              </a:prstGeom>
              <a:solidFill>
                <a:srgbClr val="EDF3FA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462588" y="3439763"/>
                <a:ext cx="113157" cy="124968"/>
              </a:xfrm>
              <a:custGeom>
                <a:avLst/>
                <a:gdLst/>
                <a:ahLst/>
                <a:cxnLst/>
                <a:rect l="l" t="t" r="r" b="b"/>
                <a:pathLst>
                  <a:path w="113157" h="124968">
                    <a:moveTo>
                      <a:pt x="0" y="124968"/>
                    </a:moveTo>
                    <a:lnTo>
                      <a:pt x="113157" y="0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</p:grpSp>
        <p:sp>
          <p:nvSpPr>
            <p:cNvPr id="27" name="TextBox 27"/>
            <p:cNvSpPr/>
            <p:nvPr>
              <p:custDataLst>
                <p:tags r:id="rId10"/>
              </p:custDataLst>
            </p:nvPr>
          </p:nvSpPr>
          <p:spPr>
            <a:xfrm>
              <a:off x="5113972" y="3730657"/>
              <a:ext cx="652748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292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8" name="TextBox 28"/>
            <p:cNvSpPr/>
            <p:nvPr>
              <p:custDataLst>
                <p:tags r:id="rId11"/>
              </p:custDataLst>
            </p:nvPr>
          </p:nvSpPr>
          <p:spPr>
            <a:xfrm>
              <a:off x="5206365" y="42417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702106" y="3368230"/>
              <a:ext cx="279844" cy="279846"/>
              <a:chOff x="7702106" y="3368230"/>
              <a:chExt cx="279844" cy="279846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7702106" y="3368230"/>
                <a:ext cx="202406" cy="202406"/>
              </a:xfrm>
              <a:prstGeom prst="ellipse">
                <a:avLst/>
              </a:prstGeom>
              <a:solidFill>
                <a:srgbClr val="FFFFFF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7880794" y="3546920"/>
                <a:ext cx="101156" cy="101156"/>
              </a:xfrm>
              <a:custGeom>
                <a:avLst/>
                <a:gdLst/>
                <a:ahLst/>
                <a:cxnLst/>
                <a:rect l="l" t="t" r="r" b="b"/>
                <a:pathLst>
                  <a:path w="101156" h="101156">
                    <a:moveTo>
                      <a:pt x="0" y="0"/>
                    </a:moveTo>
                    <a:lnTo>
                      <a:pt x="101156" y="101156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</a:ln>
            </p:spPr>
          </p:sp>
        </p:grpSp>
        <p:sp>
          <p:nvSpPr>
            <p:cNvPr id="33" name="TextBox 33"/>
            <p:cNvSpPr/>
            <p:nvPr>
              <p:custDataLst>
                <p:tags r:id="rId12"/>
              </p:custDataLst>
            </p:nvPr>
          </p:nvSpPr>
          <p:spPr>
            <a:xfrm>
              <a:off x="7570470" y="37306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292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4" name="TextBox 34"/>
            <p:cNvSpPr/>
            <p:nvPr>
              <p:custDataLst>
                <p:tags r:id="rId13"/>
              </p:custDataLst>
            </p:nvPr>
          </p:nvSpPr>
          <p:spPr>
            <a:xfrm>
              <a:off x="7559040" y="4241768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042970" y="3356420"/>
              <a:ext cx="297656" cy="297656"/>
            </a:xfrm>
            <a:prstGeom prst="ellipse">
              <a:avLst/>
            </a:prstGeom>
            <a:solidFill>
              <a:srgbClr val="EDF3FA"/>
            </a:solidFill>
            <a:ln w="14883">
              <a:solidFill>
                <a:srgbClr val="245EA8"/>
              </a:solidFill>
            </a:ln>
          </p:spPr>
        </p:sp>
        <p:sp>
          <p:nvSpPr>
            <p:cNvPr id="37" name="TextBox 37"/>
            <p:cNvSpPr/>
            <p:nvPr>
              <p:custDataLst>
                <p:tags r:id="rId14"/>
              </p:custDataLst>
            </p:nvPr>
          </p:nvSpPr>
          <p:spPr>
            <a:xfrm>
              <a:off x="10092023" y="3365468"/>
              <a:ext cx="143828" cy="3461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77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8" name="TextBox 38"/>
            <p:cNvSpPr/>
            <p:nvPr>
              <p:custDataLst>
                <p:tags r:id="rId15"/>
              </p:custDataLst>
            </p:nvPr>
          </p:nvSpPr>
          <p:spPr>
            <a:xfrm>
              <a:off x="9923145" y="3730657"/>
              <a:ext cx="445103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292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9" name="TextBox 39"/>
            <p:cNvSpPr/>
            <p:nvPr>
              <p:custDataLst>
                <p:tags r:id="rId16"/>
              </p:custDataLst>
            </p:nvPr>
          </p:nvSpPr>
          <p:spPr>
            <a:xfrm>
              <a:off x="9790557" y="4241768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8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40" name="TextBox 40"/>
            <p:cNvSpPr/>
            <p:nvPr>
              <p:custDataLst>
                <p:tags r:id="rId17"/>
              </p:custDataLst>
            </p:nvPr>
          </p:nvSpPr>
          <p:spPr>
            <a:xfrm>
              <a:off x="4467987" y="4908518"/>
              <a:ext cx="42784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42" name="TextBox 42"/>
            <p:cNvSpPr/>
            <p:nvPr>
              <p:custDataLst>
                <p:tags r:id="rId18"/>
              </p:custDataLst>
            </p:nvPr>
          </p:nvSpPr>
          <p:spPr>
            <a:xfrm>
              <a:off x="828675" y="5715000"/>
              <a:ext cx="67977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18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44" name="Line 4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45" name="TextBox 45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6" name="TextBox 46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age-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</p:sp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15"/>
              </p:custDataLst>
            </p:nvPr>
          </p:nvSpPr>
          <p:spPr>
            <a:xfrm>
              <a:off x="755523" y="314325"/>
              <a:ext cx="304695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/>
            <p:nvPr>
              <p:custDataLst>
                <p:tags r:id="rId16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49" name="page-content"/>
          <p:cNvGrpSpPr/>
          <p:nvPr/>
        </p:nvGrpSpPr>
        <p:grpSpPr>
          <a:xfrm>
            <a:off x="595884" y="1527143"/>
            <a:ext cx="10986516" cy="4752594"/>
            <a:chOff x="595884" y="1527143"/>
            <a:chExt cx="10986516" cy="4752594"/>
          </a:xfrm>
        </p:grpSpPr>
        <p:sp>
          <p:nvSpPr>
            <p:cNvPr id="7" name="TextBox 7"/>
            <p:cNvSpPr/>
            <p:nvPr>
              <p:custDataLst>
                <p:tags r:id="rId3"/>
              </p:custDataLst>
            </p:nvPr>
          </p:nvSpPr>
          <p:spPr>
            <a:xfrm>
              <a:off x="595884" y="1527143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27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710880" y="2951226"/>
              <a:ext cx="369094" cy="498253"/>
              <a:chOff x="1710880" y="2951226"/>
              <a:chExt cx="369094" cy="498253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710880" y="2951226"/>
                <a:ext cx="369094" cy="498253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227">
                <a:solidFill>
                  <a:srgbClr val="245EA8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38" y="3071241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38" y="3172682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38" y="3274219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793938" y="3375755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</p:grpSp>
        <p:sp>
          <p:nvSpPr>
            <p:cNvPr id="15" name="TextBox 15"/>
            <p:cNvSpPr/>
            <p:nvPr>
              <p:custDataLst>
                <p:tags r:id="rId4"/>
              </p:custDataLst>
            </p:nvPr>
          </p:nvSpPr>
          <p:spPr>
            <a:xfrm>
              <a:off x="130959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6" name="TextBox 16"/>
            <p:cNvSpPr/>
            <p:nvPr>
              <p:custDataLst>
                <p:tags r:id="rId5"/>
              </p:custDataLst>
            </p:nvPr>
          </p:nvSpPr>
          <p:spPr>
            <a:xfrm>
              <a:off x="1326832" y="4041743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4465130" y="2969704"/>
              <a:ext cx="479869" cy="479870"/>
              <a:chOff x="4465130" y="2969704"/>
              <a:chExt cx="479869" cy="479870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465130" y="2969704"/>
                <a:ext cx="350615" cy="350615"/>
              </a:xfrm>
              <a:prstGeom prst="ellipse">
                <a:avLst/>
              </a:prstGeom>
              <a:solidFill>
                <a:srgbClr val="FFFFFF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9644" y="3274219"/>
                <a:ext cx="175355" cy="175355"/>
              </a:xfrm>
              <a:custGeom>
                <a:avLst/>
                <a:gdLst/>
                <a:ahLst/>
                <a:cxnLst/>
                <a:rect l="l" t="t" r="r" b="b"/>
                <a:pathLst>
                  <a:path w="175355" h="175355">
                    <a:moveTo>
                      <a:pt x="0" y="0"/>
                    </a:moveTo>
                    <a:lnTo>
                      <a:pt x="175355" y="175355"/>
                    </a:lnTo>
                  </a:path>
                </a:pathLst>
              </a:custGeom>
              <a:noFill/>
              <a:ln w="46137" cap="rnd">
                <a:solidFill>
                  <a:srgbClr val="245EA8"/>
                </a:solidFill>
              </a:ln>
            </p:spPr>
          </p:sp>
        </p:grpSp>
        <p:sp>
          <p:nvSpPr>
            <p:cNvPr id="23" name="TextBox 23"/>
            <p:cNvSpPr/>
            <p:nvPr>
              <p:custDataLst>
                <p:tags r:id="rId6"/>
              </p:custDataLst>
            </p:nvPr>
          </p:nvSpPr>
          <p:spPr>
            <a:xfrm>
              <a:off x="410994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4" name="TextBox 24"/>
            <p:cNvSpPr/>
            <p:nvPr>
              <p:custDataLst>
                <p:tags r:id="rId7"/>
              </p:custDataLst>
            </p:nvPr>
          </p:nvSpPr>
          <p:spPr>
            <a:xfrm>
              <a:off x="3952589" y="4041743"/>
              <a:ext cx="14387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en-US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5480" y="2969704"/>
              <a:ext cx="461391" cy="461391"/>
              <a:chOff x="7265480" y="2969704"/>
              <a:chExt cx="461391" cy="461391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7265480" y="2969704"/>
                <a:ext cx="461391" cy="461391"/>
              </a:xfrm>
              <a:prstGeom prst="ellipse">
                <a:avLst/>
              </a:prstGeom>
              <a:solidFill>
                <a:srgbClr val="EDF3FA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367016" y="3200400"/>
                <a:ext cx="92202" cy="92297"/>
              </a:xfrm>
              <a:custGeom>
                <a:avLst/>
                <a:gdLst/>
                <a:ahLst/>
                <a:cxnLst/>
                <a:rect l="l" t="t" r="r" b="b"/>
                <a:pathLst>
                  <a:path w="92202" h="92297">
                    <a:moveTo>
                      <a:pt x="0" y="0"/>
                    </a:moveTo>
                    <a:lnTo>
                      <a:pt x="92202" y="92297"/>
                    </a:lnTo>
                  </a:path>
                </a:pathLst>
              </a:custGeom>
              <a:noFill/>
              <a:ln w="36909" cap="rnd">
                <a:solidFill>
                  <a:srgbClr val="245EA8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459313" y="3098863"/>
                <a:ext cx="175260" cy="193834"/>
              </a:xfrm>
              <a:custGeom>
                <a:avLst/>
                <a:gdLst/>
                <a:ahLst/>
                <a:cxnLst/>
                <a:rect l="l" t="t" r="r" b="b"/>
                <a:pathLst>
                  <a:path w="175260" h="193834">
                    <a:moveTo>
                      <a:pt x="0" y="193834"/>
                    </a:moveTo>
                    <a:lnTo>
                      <a:pt x="175260" y="0"/>
                    </a:lnTo>
                  </a:path>
                </a:pathLst>
              </a:custGeom>
              <a:noFill/>
              <a:ln w="36909" cap="rnd">
                <a:solidFill>
                  <a:srgbClr val="245EA8"/>
                </a:solidFill>
              </a:ln>
            </p:spPr>
          </p:sp>
        </p:grpSp>
        <p:sp>
          <p:nvSpPr>
            <p:cNvPr id="32" name="TextBox 32"/>
            <p:cNvSpPr/>
            <p:nvPr>
              <p:custDataLst>
                <p:tags r:id="rId8"/>
              </p:custDataLst>
            </p:nvPr>
          </p:nvSpPr>
          <p:spPr>
            <a:xfrm>
              <a:off x="691029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3" name="TextBox 33"/>
            <p:cNvSpPr/>
            <p:nvPr>
              <p:custDataLst>
                <p:tags r:id="rId9"/>
              </p:custDataLst>
            </p:nvPr>
          </p:nvSpPr>
          <p:spPr>
            <a:xfrm>
              <a:off x="6556058" y="4041743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065830" y="2941987"/>
              <a:ext cx="461391" cy="516826"/>
              <a:chOff x="10065830" y="2941987"/>
              <a:chExt cx="461391" cy="516826"/>
            </a:xfrm>
          </p:grpSpPr>
          <p:sp>
            <p:nvSpPr>
              <p:cNvPr id="37" name="Ellipse 37"/>
              <p:cNvSpPr/>
              <p:nvPr/>
            </p:nvSpPr>
            <p:spPr>
              <a:xfrm>
                <a:off x="10065830" y="2969704"/>
                <a:ext cx="461391" cy="461391"/>
              </a:xfrm>
              <a:prstGeom prst="ellipse">
                <a:avLst/>
              </a:prstGeom>
              <a:solidFill>
                <a:srgbClr val="FFFFFF"/>
              </a:solidFill>
              <a:ln w="23068">
                <a:solidFill>
                  <a:srgbClr val="245EA8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034284"/>
                <a:ext cx="9525" cy="16611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116">
                    <a:moveTo>
                      <a:pt x="0" y="166116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3200400"/>
                <a:ext cx="129159" cy="64579"/>
              </a:xfrm>
              <a:custGeom>
                <a:avLst/>
                <a:gdLst/>
                <a:ahLst/>
                <a:cxnLst/>
                <a:rect l="l" t="t" r="r" b="b"/>
                <a:pathLst>
                  <a:path w="129159" h="64579">
                    <a:moveTo>
                      <a:pt x="0" y="0"/>
                    </a:moveTo>
                    <a:lnTo>
                      <a:pt x="129159" y="64579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2941987"/>
                <a:ext cx="9525" cy="4619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96">
                    <a:moveTo>
                      <a:pt x="0" y="0"/>
                    </a:moveTo>
                    <a:lnTo>
                      <a:pt x="0" y="46196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0296525" y="3412617"/>
                <a:ext cx="9525" cy="4619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96">
                    <a:moveTo>
                      <a:pt x="0" y="0"/>
                    </a:moveTo>
                    <a:lnTo>
                      <a:pt x="0" y="46196"/>
                    </a:lnTo>
                  </a:path>
                </a:pathLst>
              </a:custGeom>
              <a:noFill/>
              <a:ln w="23068" cap="rnd">
                <a:solidFill>
                  <a:srgbClr val="245EA8"/>
                </a:solidFill>
              </a:ln>
            </p:spPr>
          </p:sp>
        </p:grpSp>
        <p:sp>
          <p:nvSpPr>
            <p:cNvPr id="43" name="TextBox 43"/>
            <p:cNvSpPr/>
            <p:nvPr>
              <p:custDataLst>
                <p:tags r:id="rId10"/>
              </p:custDataLst>
            </p:nvPr>
          </p:nvSpPr>
          <p:spPr>
            <a:xfrm>
              <a:off x="9710642" y="3578257"/>
              <a:ext cx="11083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202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4" name="TextBox 44"/>
            <p:cNvSpPr/>
            <p:nvPr>
              <p:custDataLst>
                <p:tags r:id="rId11"/>
              </p:custDataLst>
            </p:nvPr>
          </p:nvSpPr>
          <p:spPr>
            <a:xfrm>
              <a:off x="9558338" y="4041743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9F5F3"/>
            </a:solidFill>
            <a:ln>
              <a:noFill/>
            </a:ln>
          </p:spPr>
        </p:sp>
        <p:sp>
          <p:nvSpPr>
            <p:cNvPr id="46" name="TextBox 46"/>
            <p:cNvSpPr/>
            <p:nvPr>
              <p:custDataLst>
                <p:tags r:id="rId12"/>
              </p:custDataLst>
            </p:nvPr>
          </p:nvSpPr>
          <p:spPr>
            <a:xfrm>
              <a:off x="3078956" y="4902232"/>
              <a:ext cx="597208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7" name="TextBox 47"/>
            <p:cNvSpPr/>
            <p:nvPr>
              <p:custDataLst>
                <p:tags r:id="rId13"/>
              </p:custDataLst>
            </p:nvPr>
          </p:nvSpPr>
          <p:spPr>
            <a:xfrm>
              <a:off x="599694" y="5511832"/>
              <a:ext cx="526684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8" name="TextBox 48"/>
            <p:cNvSpPr/>
            <p:nvPr>
              <p:custDataLst>
                <p:tags r:id="rId14"/>
              </p:custDataLst>
            </p:nvPr>
          </p:nvSpPr>
          <p:spPr>
            <a:xfrm>
              <a:off x="600456" y="5927693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50" name="Line 5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51" name="TextBox 51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2" name="TextBox 52"/>
            <p:cNvSpPr/>
            <p:nvPr>
              <p:custDataLst>
                <p:tags r:id="rId2"/>
              </p:custDataLst>
            </p:nvPr>
          </p:nvSpPr>
          <p:spPr>
            <a:xfrm>
              <a:off x="11100721" y="6451568"/>
              <a:ext cx="453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9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3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11" name="TextBox 11"/>
            <p:cNvSpPr/>
            <p:nvPr>
              <p:custDataLst>
                <p:tags r:id="rId4"/>
              </p:custDataLst>
            </p:nvPr>
          </p:nvSpPr>
          <p:spPr>
            <a:xfrm>
              <a:off x="1361694" y="1711357"/>
              <a:ext cx="586682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383506" y="2250281"/>
              <a:ext cx="700088" cy="700088"/>
              <a:chOff x="1383506" y="2250281"/>
              <a:chExt cx="700088" cy="700088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483519" y="2350294"/>
                <a:ext cx="500062" cy="500062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1621060" y="2487835"/>
                <a:ext cx="224980" cy="224980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383506" y="2250281"/>
                <a:ext cx="700088" cy="700088"/>
              </a:xfrm>
              <a:custGeom>
                <a:avLst/>
                <a:gdLst/>
                <a:ahLst/>
                <a:cxnLst/>
                <a:rect l="l" t="t" r="r" b="b"/>
                <a:pathLst>
                  <a:path w="700088" h="700088">
                    <a:moveTo>
                      <a:pt x="212503" y="0"/>
                    </a:moveTo>
                    <a:lnTo>
                      <a:pt x="212503" y="100012"/>
                    </a:lnTo>
                    <a:moveTo>
                      <a:pt x="350044" y="0"/>
                    </a:moveTo>
                    <a:lnTo>
                      <a:pt x="350044" y="100012"/>
                    </a:lnTo>
                    <a:moveTo>
                      <a:pt x="487585" y="0"/>
                    </a:moveTo>
                    <a:lnTo>
                      <a:pt x="487585" y="100012"/>
                    </a:lnTo>
                    <a:moveTo>
                      <a:pt x="212503" y="600075"/>
                    </a:moveTo>
                    <a:lnTo>
                      <a:pt x="212503" y="700088"/>
                    </a:lnTo>
                    <a:moveTo>
                      <a:pt x="350044" y="600075"/>
                    </a:moveTo>
                    <a:lnTo>
                      <a:pt x="350044" y="700088"/>
                    </a:lnTo>
                    <a:moveTo>
                      <a:pt x="487585" y="600075"/>
                    </a:moveTo>
                    <a:lnTo>
                      <a:pt x="487585" y="700088"/>
                    </a:lnTo>
                    <a:moveTo>
                      <a:pt x="0" y="212503"/>
                    </a:moveTo>
                    <a:lnTo>
                      <a:pt x="100012" y="212503"/>
                    </a:lnTo>
                    <a:moveTo>
                      <a:pt x="0" y="350044"/>
                    </a:moveTo>
                    <a:lnTo>
                      <a:pt x="100012" y="350044"/>
                    </a:lnTo>
                    <a:moveTo>
                      <a:pt x="0" y="487585"/>
                    </a:moveTo>
                    <a:lnTo>
                      <a:pt x="100012" y="487585"/>
                    </a:lnTo>
                    <a:moveTo>
                      <a:pt x="600075" y="212503"/>
                    </a:moveTo>
                    <a:lnTo>
                      <a:pt x="700088" y="212503"/>
                    </a:lnTo>
                    <a:moveTo>
                      <a:pt x="600075" y="350044"/>
                    </a:moveTo>
                    <a:lnTo>
                      <a:pt x="700088" y="350044"/>
                    </a:lnTo>
                    <a:moveTo>
                      <a:pt x="600075" y="487585"/>
                    </a:moveTo>
                    <a:lnTo>
                      <a:pt x="700088" y="487585"/>
                    </a:ln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6" name="TextBox 16"/>
            <p:cNvSpPr/>
            <p:nvPr>
              <p:custDataLst>
                <p:tags r:id="rId5"/>
              </p:custDataLst>
            </p:nvPr>
          </p:nvSpPr>
          <p:spPr>
            <a:xfrm>
              <a:off x="1254728" y="3054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3421285" y="2275237"/>
              <a:ext cx="662559" cy="650176"/>
              <a:chOff x="3421285" y="2275237"/>
              <a:chExt cx="662559" cy="65017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421285" y="2362772"/>
                <a:ext cx="475012" cy="500062"/>
              </a:xfrm>
              <a:custGeom>
                <a:avLst/>
                <a:gdLst/>
                <a:ahLst/>
                <a:cxnLst/>
                <a:rect l="l" t="t" r="r" b="b"/>
                <a:pathLst>
                  <a:path w="475012" h="500062">
                    <a:moveTo>
                      <a:pt x="0" y="0"/>
                    </a:moveTo>
                    <a:lnTo>
                      <a:pt x="0" y="387572"/>
                    </a:lnTo>
                    <a:cubicBezTo>
                      <a:pt x="0" y="500062"/>
                      <a:pt x="475012" y="500062"/>
                      <a:pt x="475012" y="387572"/>
                    </a:cubicBezTo>
                    <a:lnTo>
                      <a:pt x="475012" y="0"/>
                    </a:lnTo>
                  </a:path>
                </a:pathLst>
              </a:cu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3421285" y="2275237"/>
                <a:ext cx="475012" cy="175070"/>
              </a:xfrm>
              <a:prstGeom prst="ellipse">
                <a:avLst/>
              </a:pr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421285" y="2537841"/>
                <a:ext cx="475012" cy="112490"/>
              </a:xfrm>
              <a:custGeom>
                <a:avLst/>
                <a:gdLst/>
                <a:ahLst/>
                <a:cxnLst/>
                <a:rect l="l" t="t" r="r" b="b"/>
                <a:pathLst>
                  <a:path w="475012" h="112490">
                    <a:moveTo>
                      <a:pt x="0" y="0"/>
                    </a:moveTo>
                    <a:cubicBezTo>
                      <a:pt x="0" y="112490"/>
                      <a:pt x="475012" y="112490"/>
                      <a:pt x="475012" y="0"/>
                    </a:cubicBez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3733800" y="2562796"/>
                <a:ext cx="274987" cy="274987"/>
              </a:xfrm>
              <a:prstGeom prst="ellipse">
                <a:avLst/>
              </a:prstGeom>
              <a:solidFill>
                <a:srgbClr val="F4F7FA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971354" y="2800350"/>
                <a:ext cx="112490" cy="125063"/>
              </a:xfrm>
              <a:custGeom>
                <a:avLst/>
                <a:gdLst/>
                <a:ahLst/>
                <a:cxnLst/>
                <a:rect l="l" t="t" r="r" b="b"/>
                <a:pathLst>
                  <a:path w="112490" h="125063">
                    <a:moveTo>
                      <a:pt x="0" y="0"/>
                    </a:moveTo>
                    <a:lnTo>
                      <a:pt x="112490" y="125063"/>
                    </a:lnTo>
                  </a:path>
                </a:pathLst>
              </a:custGeom>
              <a:solidFill>
                <a:srgbClr val="FFFFFF"/>
              </a:solidFill>
              <a:ln w="50006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25" name="TextBox 25"/>
            <p:cNvSpPr/>
            <p:nvPr>
              <p:custDataLst>
                <p:tags r:id="rId6"/>
              </p:custDataLst>
            </p:nvPr>
          </p:nvSpPr>
          <p:spPr>
            <a:xfrm>
              <a:off x="3160681" y="3054382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469064" y="2256568"/>
              <a:ext cx="450056" cy="607600"/>
              <a:chOff x="5469064" y="2256568"/>
              <a:chExt cx="450056" cy="6076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469064" y="2256568"/>
                <a:ext cx="450056" cy="6076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1251">
                <a:solidFill>
                  <a:srgbClr val="245EA8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570315" y="2402776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570315" y="2526602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570315" y="2650331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570315" y="2774061"/>
                <a:ext cx="25879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94" h="9525">
                    <a:moveTo>
                      <a:pt x="0" y="0"/>
                    </a:moveTo>
                    <a:lnTo>
                      <a:pt x="258794" y="0"/>
                    </a:lnTo>
                  </a:path>
                </a:pathLst>
              </a:custGeom>
              <a:noFill/>
              <a:ln w="22503" cap="rnd">
                <a:solidFill>
                  <a:srgbClr val="8198AE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817013" y="2683288"/>
              <a:ext cx="250031" cy="250031"/>
              <a:chOff x="5817013" y="2683288"/>
              <a:chExt cx="250031" cy="250031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817013" y="2683288"/>
                <a:ext cx="250031" cy="250031"/>
              </a:xfrm>
              <a:prstGeom prst="ellipse">
                <a:avLst/>
              </a:prstGeom>
              <a:solidFill>
                <a:srgbClr val="EDF3FA"/>
              </a:solidFill>
              <a:ln w="12502">
                <a:solidFill>
                  <a:srgbClr val="245EA8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922074" y="2753296"/>
                <a:ext cx="95060" cy="105061"/>
              </a:xfrm>
              <a:custGeom>
                <a:avLst/>
                <a:gdLst/>
                <a:ahLst/>
                <a:cxnLst/>
                <a:rect l="l" t="t" r="r" b="b"/>
                <a:pathLst>
                  <a:path w="95060" h="105061">
                    <a:moveTo>
                      <a:pt x="0" y="105061"/>
                    </a:moveTo>
                    <a:lnTo>
                      <a:pt x="95060" y="0"/>
                    </a:lnTo>
                  </a:path>
                </a:pathLst>
              </a:custGeom>
              <a:noFill/>
              <a:ln w="20002" cap="rnd">
                <a:solidFill>
                  <a:srgbClr val="245EA8"/>
                </a:solidFill>
              </a:ln>
            </p:spPr>
          </p:sp>
        </p:grpSp>
        <p:sp>
          <p:nvSpPr>
            <p:cNvPr id="38" name="TextBox 38"/>
            <p:cNvSpPr/>
            <p:nvPr>
              <p:custDataLst>
                <p:tags r:id="rId7"/>
              </p:custDataLst>
            </p:nvPr>
          </p:nvSpPr>
          <p:spPr>
            <a:xfrm>
              <a:off x="5291328" y="3054382"/>
              <a:ext cx="8329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471791" y="2262759"/>
              <a:ext cx="587502" cy="687610"/>
              <a:chOff x="7471791" y="2262759"/>
              <a:chExt cx="587502" cy="68761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471791" y="2262759"/>
                <a:ext cx="525018" cy="675132"/>
              </a:xfrm>
              <a:custGeom>
                <a:avLst/>
                <a:gdLst/>
                <a:ahLst/>
                <a:cxnLst/>
                <a:rect l="l" t="t" r="r" b="b"/>
                <a:pathLst>
                  <a:path w="525018" h="675132">
                    <a:moveTo>
                      <a:pt x="262509" y="0"/>
                    </a:moveTo>
                    <a:lnTo>
                      <a:pt x="525018" y="112585"/>
                    </a:lnTo>
                    <a:lnTo>
                      <a:pt x="525018" y="312610"/>
                    </a:lnTo>
                    <a:cubicBezTo>
                      <a:pt x="525018" y="475107"/>
                      <a:pt x="400050" y="587597"/>
                      <a:pt x="262509" y="675132"/>
                    </a:cubicBezTo>
                    <a:cubicBezTo>
                      <a:pt x="124968" y="587597"/>
                      <a:pt x="0" y="475107"/>
                      <a:pt x="0" y="312610"/>
                    </a:cubicBezTo>
                    <a:lnTo>
                      <a:pt x="0" y="112585"/>
                    </a:lnTo>
                    <a:close/>
                  </a:path>
                </a:pathLst>
              </a:custGeom>
              <a:solidFill>
                <a:srgbClr val="FFFFFF"/>
              </a:solidFill>
              <a:ln w="37505" cap="rnd">
                <a:solidFill>
                  <a:srgbClr val="245EA8"/>
                </a:solidFill>
                <a:round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596759" y="2475262"/>
                <a:ext cx="28756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87560" h="200025">
                    <a:moveTo>
                      <a:pt x="0" y="100012"/>
                    </a:moveTo>
                    <a:lnTo>
                      <a:pt x="100012" y="200025"/>
                    </a:lnTo>
                    <a:lnTo>
                      <a:pt x="287560" y="0"/>
                    </a:lnTo>
                  </a:path>
                </a:pathLst>
              </a:custGeom>
              <a:noFill/>
              <a:ln w="50006" cap="rnd">
                <a:solidFill>
                  <a:srgbClr val="245EA8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896796" y="2737866"/>
                <a:ext cx="162497" cy="212503"/>
              </a:xfrm>
              <a:custGeom>
                <a:avLst/>
                <a:gdLst/>
                <a:ahLst/>
                <a:cxnLst/>
                <a:rect l="l" t="t" r="r" b="b"/>
                <a:pathLst>
                  <a:path w="162497" h="212503">
                    <a:moveTo>
                      <a:pt x="37529" y="0"/>
                    </a:moveTo>
                    <a:lnTo>
                      <a:pt x="162497" y="0"/>
                    </a:lnTo>
                    <a:lnTo>
                      <a:pt x="162497" y="150019"/>
                    </a:lnTo>
                    <a:lnTo>
                      <a:pt x="0" y="150019"/>
                    </a:lnTo>
                    <a:moveTo>
                      <a:pt x="62484" y="87440"/>
                    </a:moveTo>
                    <a:lnTo>
                      <a:pt x="0" y="150019"/>
                    </a:lnTo>
                    <a:lnTo>
                      <a:pt x="62484" y="212503"/>
                    </a:lnTo>
                  </a:path>
                </a:pathLst>
              </a:custGeom>
              <a:noFill/>
              <a:ln w="37505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45" name="TextBox 45"/>
            <p:cNvSpPr/>
            <p:nvPr>
              <p:custDataLst>
                <p:tags r:id="rId8"/>
              </p:custDataLst>
            </p:nvPr>
          </p:nvSpPr>
          <p:spPr>
            <a:xfrm>
              <a:off x="7144417" y="30543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46" name="TextBox 46"/>
            <p:cNvSpPr/>
            <p:nvPr>
              <p:custDataLst>
                <p:tags r:id="rId9"/>
              </p:custDataLst>
            </p:nvPr>
          </p:nvSpPr>
          <p:spPr>
            <a:xfrm>
              <a:off x="830580" y="3336893"/>
              <a:ext cx="40054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47" name="TextBox 47"/>
            <p:cNvSpPr/>
            <p:nvPr>
              <p:custDataLst>
                <p:tags r:id="rId10"/>
              </p:custDataLst>
            </p:nvPr>
          </p:nvSpPr>
          <p:spPr>
            <a:xfrm>
              <a:off x="9823609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CN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48" name="TextBox 48"/>
            <p:cNvSpPr/>
            <p:nvPr>
              <p:custDataLst>
                <p:tags r:id="rId11"/>
              </p:custDataLst>
            </p:nvPr>
          </p:nvSpPr>
          <p:spPr>
            <a:xfrm>
              <a:off x="9545669" y="27813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52" name="TextBox 52"/>
            <p:cNvSpPr/>
            <p:nvPr>
              <p:custDataLst>
                <p:tags r:id="rId12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53" name="TextBox 53"/>
            <p:cNvSpPr/>
            <p:nvPr>
              <p:custDataLst>
                <p:tags r:id="rId13"/>
              </p:custDataLst>
            </p:nvPr>
          </p:nvSpPr>
          <p:spPr>
            <a:xfrm>
              <a:off x="1361694" y="4035457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1586484" y="4571810"/>
              <a:ext cx="303562" cy="409861"/>
              <a:chOff x="1586484" y="4571810"/>
              <a:chExt cx="303562" cy="409861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158648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5477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165477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165477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165477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60" name="TextBox 60"/>
            <p:cNvSpPr/>
            <p:nvPr>
              <p:custDataLst>
                <p:tags r:id="rId14"/>
              </p:custDataLst>
            </p:nvPr>
          </p:nvSpPr>
          <p:spPr>
            <a:xfrm>
              <a:off x="127473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3586734" y="4571810"/>
              <a:ext cx="303562" cy="409861"/>
              <a:chOff x="3586734" y="4571810"/>
              <a:chExt cx="303562" cy="409861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358673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5502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5" name="Line 65"/>
              <p:cNvSpPr/>
              <p:nvPr/>
            </p:nvSpPr>
            <p:spPr>
              <a:xfrm>
                <a:off x="365502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365502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365502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69" name="TextBox 69"/>
            <p:cNvSpPr/>
            <p:nvPr>
              <p:custDataLst>
                <p:tags r:id="rId15"/>
              </p:custDataLst>
            </p:nvPr>
          </p:nvSpPr>
          <p:spPr>
            <a:xfrm>
              <a:off x="3163348" y="5038725"/>
              <a:ext cx="10900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en-US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70" name="Freeform 70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5586984" y="4571810"/>
              <a:ext cx="303562" cy="409861"/>
              <a:chOff x="5586984" y="4571810"/>
              <a:chExt cx="303562" cy="409861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558698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65527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565527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565527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76" name="Line 76"/>
              <p:cNvSpPr/>
              <p:nvPr/>
            </p:nvSpPr>
            <p:spPr>
              <a:xfrm>
                <a:off x="565527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78" name="TextBox 78"/>
            <p:cNvSpPr/>
            <p:nvPr>
              <p:custDataLst>
                <p:tags r:id="rId16"/>
              </p:custDataLst>
            </p:nvPr>
          </p:nvSpPr>
          <p:spPr>
            <a:xfrm>
              <a:off x="527523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79" name="Freeform 79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587234" y="4571810"/>
              <a:ext cx="303562" cy="409861"/>
              <a:chOff x="7587234" y="4571810"/>
              <a:chExt cx="303562" cy="409861"/>
            </a:xfrm>
          </p:grpSpPr>
          <p:sp>
            <p:nvSpPr>
              <p:cNvPr id="81" name="Rectangle 81"/>
              <p:cNvSpPr/>
              <p:nvPr/>
            </p:nvSpPr>
            <p:spPr>
              <a:xfrm>
                <a:off x="7587234" y="4571810"/>
                <a:ext cx="303562" cy="409861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7590">
                <a:solidFill>
                  <a:srgbClr val="245EA8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655528" y="4670488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7655528" y="4754023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7655528" y="4837462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  <p:sp>
            <p:nvSpPr>
              <p:cNvPr id="85" name="Line 85"/>
              <p:cNvSpPr/>
              <p:nvPr/>
            </p:nvSpPr>
            <p:spPr>
              <a:xfrm>
                <a:off x="7655528" y="4920996"/>
                <a:ext cx="17459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93" h="9525">
                    <a:moveTo>
                      <a:pt x="0" y="0"/>
                    </a:moveTo>
                    <a:lnTo>
                      <a:pt x="174593" y="0"/>
                    </a:lnTo>
                  </a:path>
                </a:pathLst>
              </a:custGeom>
              <a:noFill/>
              <a:ln w="15180" cap="rnd">
                <a:solidFill>
                  <a:srgbClr val="8198AE"/>
                </a:solidFill>
              </a:ln>
            </p:spPr>
          </p:sp>
        </p:grpSp>
        <p:sp>
          <p:nvSpPr>
            <p:cNvPr id="87" name="TextBox 87"/>
            <p:cNvSpPr/>
            <p:nvPr>
              <p:custDataLst>
                <p:tags r:id="rId17"/>
              </p:custDataLst>
            </p:nvPr>
          </p:nvSpPr>
          <p:spPr>
            <a:xfrm>
              <a:off x="7275481" y="5038725"/>
              <a:ext cx="86677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89" name="TextBox 89"/>
            <p:cNvSpPr/>
            <p:nvPr>
              <p:custDataLst>
                <p:tags r:id="rId18"/>
              </p:custDataLst>
            </p:nvPr>
          </p:nvSpPr>
          <p:spPr>
            <a:xfrm>
              <a:off x="3016568" y="5349907"/>
              <a:ext cx="33823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90" name="TextBox 90"/>
            <p:cNvSpPr/>
            <p:nvPr>
              <p:custDataLst>
                <p:tags r:id="rId19"/>
              </p:custDataLst>
            </p:nvPr>
          </p:nvSpPr>
          <p:spPr>
            <a:xfrm>
              <a:off x="830580" y="5660993"/>
              <a:ext cx="4323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91" name="TextBox 91"/>
            <p:cNvSpPr/>
            <p:nvPr>
              <p:custDataLst>
                <p:tags r:id="rId20"/>
              </p:custDataLst>
            </p:nvPr>
          </p:nvSpPr>
          <p:spPr>
            <a:xfrm>
              <a:off x="9665208" y="4476750"/>
              <a:ext cx="143875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0" rIns="0" bIns="0" anchor="t" anchorCtr="0">
              <a:noAutofit/>
            </a:bodyPr>
            <a:lstStyle/>
            <a:p>
              <a:pPr algn="ctr"/>
              <a:r>
                <a:rPr lang="zh-CN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92" name="TextBox 92"/>
            <p:cNvSpPr/>
            <p:nvPr>
              <p:custDataLst>
                <p:tags r:id="rId21"/>
              </p:custDataLst>
            </p:nvPr>
          </p:nvSpPr>
          <p:spPr>
            <a:xfrm>
              <a:off x="9545669" y="5105400"/>
              <a:ext cx="171764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94" name="Line 9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95" name="TextBox 95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6" name="TextBox 96"/>
            <p:cNvSpPr/>
            <p:nvPr>
              <p:custDataLst>
                <p:tags r:id="rId2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1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22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6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3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11" name="TextBox 11"/>
            <p:cNvSpPr/>
            <p:nvPr>
              <p:custDataLst>
                <p:tags r:id="rId4"/>
              </p:custDataLst>
            </p:nvPr>
          </p:nvSpPr>
          <p:spPr>
            <a:xfrm>
              <a:off x="1361694" y="1711357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715357" y="2323528"/>
              <a:ext cx="583787" cy="572643"/>
              <a:chOff x="1715357" y="2323528"/>
              <a:chExt cx="583787" cy="57264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715357" y="2400586"/>
                <a:ext cx="418528" cy="440531"/>
              </a:xfrm>
              <a:custGeom>
                <a:avLst/>
                <a:gdLst/>
                <a:ahLst/>
                <a:cxnLst/>
                <a:rect l="l" t="t" r="r" b="b"/>
                <a:pathLst>
                  <a:path w="418528" h="440531">
                    <a:moveTo>
                      <a:pt x="0" y="0"/>
                    </a:moveTo>
                    <a:lnTo>
                      <a:pt x="0" y="341471"/>
                    </a:lnTo>
                    <a:cubicBezTo>
                      <a:pt x="0" y="440531"/>
                      <a:pt x="418528" y="440531"/>
                      <a:pt x="418528" y="341471"/>
                    </a:cubicBezTo>
                    <a:lnTo>
                      <a:pt x="418528" y="0"/>
                    </a:lnTo>
                  </a:path>
                </a:pathLst>
              </a:custGeom>
              <a:solidFill>
                <a:srgbClr val="FFFFFF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715357" y="2323528"/>
                <a:ext cx="418528" cy="154210"/>
              </a:xfrm>
              <a:prstGeom prst="ellipse">
                <a:avLst/>
              </a:prstGeom>
              <a:solidFill>
                <a:srgbClr val="FFFFFF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715357" y="2554796"/>
                <a:ext cx="418528" cy="99155"/>
              </a:xfrm>
              <a:custGeom>
                <a:avLst/>
                <a:gdLst/>
                <a:ahLst/>
                <a:cxnLst/>
                <a:rect l="l" t="t" r="r" b="b"/>
                <a:pathLst>
                  <a:path w="418528" h="99155">
                    <a:moveTo>
                      <a:pt x="0" y="0"/>
                    </a:moveTo>
                    <a:cubicBezTo>
                      <a:pt x="0" y="99155"/>
                      <a:pt x="418528" y="99155"/>
                      <a:pt x="418528" y="0"/>
                    </a:cubicBezTo>
                  </a:path>
                </a:pathLst>
              </a:custGeom>
              <a:noFill/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990725" y="2576798"/>
                <a:ext cx="242316" cy="242316"/>
              </a:xfrm>
              <a:prstGeom prst="ellipse">
                <a:avLst/>
              </a:prstGeom>
              <a:solidFill>
                <a:srgbClr val="F4F7FA"/>
              </a:solidFill>
              <a:ln w="33040" cap="rnd">
                <a:solidFill>
                  <a:srgbClr val="245EA8"/>
                </a:solidFill>
                <a:round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2199989" y="2786062"/>
                <a:ext cx="99155" cy="110109"/>
              </a:xfrm>
              <a:custGeom>
                <a:avLst/>
                <a:gdLst/>
                <a:ahLst/>
                <a:cxnLst/>
                <a:rect l="l" t="t" r="r" b="b"/>
                <a:pathLst>
                  <a:path w="99155" h="110109">
                    <a:moveTo>
                      <a:pt x="0" y="0"/>
                    </a:moveTo>
                    <a:lnTo>
                      <a:pt x="99155" y="110109"/>
                    </a:lnTo>
                  </a:path>
                </a:pathLst>
              </a:custGeom>
              <a:solidFill>
                <a:srgbClr val="FFFFFF"/>
              </a:solidFill>
              <a:ln w="44053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8" name="TextBox 18"/>
            <p:cNvSpPr/>
            <p:nvPr>
              <p:custDataLst>
                <p:tags r:id="rId5"/>
              </p:custDataLst>
            </p:nvPr>
          </p:nvSpPr>
          <p:spPr>
            <a:xfrm>
              <a:off x="1186053" y="2889218"/>
              <a:ext cx="155533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4595241" y="2318766"/>
              <a:ext cx="526257" cy="526256"/>
              <a:chOff x="4595241" y="2318766"/>
              <a:chExt cx="526257" cy="526256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595241" y="2318766"/>
                <a:ext cx="384620" cy="384620"/>
              </a:xfrm>
              <a:prstGeom prst="ellipse">
                <a:avLst/>
              </a:prstGeom>
              <a:solidFill>
                <a:srgbClr val="FFFFFF"/>
              </a:solidFill>
              <a:ln w="25301">
                <a:solidFill>
                  <a:srgbClr val="245EA8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929188" y="2652712"/>
                <a:ext cx="192310" cy="192310"/>
              </a:xfrm>
              <a:custGeom>
                <a:avLst/>
                <a:gdLst/>
                <a:ahLst/>
                <a:cxnLst/>
                <a:rect l="l" t="t" r="r" b="b"/>
                <a:pathLst>
                  <a:path w="192310" h="192310">
                    <a:moveTo>
                      <a:pt x="0" y="0"/>
                    </a:moveTo>
                    <a:lnTo>
                      <a:pt x="192310" y="192310"/>
                    </a:lnTo>
                  </a:path>
                </a:pathLst>
              </a:custGeom>
              <a:noFill/>
              <a:ln w="50602" cap="rnd">
                <a:solidFill>
                  <a:srgbClr val="245EA8"/>
                </a:solidFill>
              </a:ln>
            </p:spPr>
          </p:sp>
        </p:grpSp>
        <p:sp>
          <p:nvSpPr>
            <p:cNvPr id="22" name="TextBox 22"/>
            <p:cNvSpPr/>
            <p:nvPr>
              <p:custDataLst>
                <p:tags r:id="rId6"/>
              </p:custDataLst>
            </p:nvPr>
          </p:nvSpPr>
          <p:spPr>
            <a:xfrm>
              <a:off x="4199287" y="2889218"/>
              <a:ext cx="11867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en-US" sz="17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7540180" y="2332101"/>
              <a:ext cx="369094" cy="498253"/>
              <a:chOff x="7540180" y="2332101"/>
              <a:chExt cx="369094" cy="498253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7540180" y="2332101"/>
                <a:ext cx="369094" cy="498253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227">
                <a:solidFill>
                  <a:srgbClr val="245EA8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23238" y="2452116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23238" y="2553557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623238" y="2655094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7623238" y="2756630"/>
                <a:ext cx="21221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17" h="9525">
                    <a:moveTo>
                      <a:pt x="0" y="0"/>
                    </a:moveTo>
                    <a:lnTo>
                      <a:pt x="212217" y="0"/>
                    </a:lnTo>
                  </a:path>
                </a:pathLst>
              </a:custGeom>
              <a:noFill/>
              <a:ln w="18455" cap="rnd">
                <a:solidFill>
                  <a:srgbClr val="8198AE"/>
                </a:solidFill>
              </a:ln>
            </p:spPr>
          </p:sp>
        </p:grpSp>
        <p:sp>
          <p:nvSpPr>
            <p:cNvPr id="29" name="TextBox 29"/>
            <p:cNvSpPr/>
            <p:nvPr>
              <p:custDataLst>
                <p:tags r:id="rId7"/>
              </p:custDataLst>
            </p:nvPr>
          </p:nvSpPr>
          <p:spPr>
            <a:xfrm>
              <a:off x="7011829" y="2889218"/>
              <a:ext cx="137188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32" rIns="0" bIns="0" anchor="t" anchorCtr="0">
              <a:noAutofit/>
            </a:bodyPr>
            <a:lstStyle/>
            <a:p>
              <a:pPr algn="ctr"/>
              <a:r>
                <a:rPr lang="zh-TW" sz="172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34" name="TextBox 34"/>
            <p:cNvSpPr/>
            <p:nvPr>
              <p:custDataLst>
                <p:tags r:id="rId8"/>
              </p:custDataLst>
            </p:nvPr>
          </p:nvSpPr>
          <p:spPr>
            <a:xfrm>
              <a:off x="830580" y="3336893"/>
              <a:ext cx="3977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35" name="TextBox 35"/>
            <p:cNvSpPr/>
            <p:nvPr>
              <p:custDataLst>
                <p:tags r:id="rId9"/>
              </p:custDataLst>
            </p:nvPr>
          </p:nvSpPr>
          <p:spPr>
            <a:xfrm>
              <a:off x="10268807" y="2139982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36" name="TextBox 36"/>
            <p:cNvSpPr/>
            <p:nvPr>
              <p:custDataLst>
                <p:tags r:id="rId10"/>
              </p:custDataLst>
            </p:nvPr>
          </p:nvSpPr>
          <p:spPr>
            <a:xfrm>
              <a:off x="9652064" y="2781300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40" name="TextBox 40"/>
            <p:cNvSpPr/>
            <p:nvPr>
              <p:custDataLst>
                <p:tags r:id="rId11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41" name="TextBox 41"/>
            <p:cNvSpPr/>
            <p:nvPr>
              <p:custDataLst>
                <p:tags r:id="rId12"/>
              </p:custDataLst>
            </p:nvPr>
          </p:nvSpPr>
          <p:spPr>
            <a:xfrm>
              <a:off x="1361694" y="4035457"/>
              <a:ext cx="49409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en-US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/>
            <p:nvPr>
              <p:custDataLst>
                <p:tags r:id="rId13"/>
              </p:custDataLst>
            </p:nvPr>
          </p:nvSpPr>
          <p:spPr>
            <a:xfrm>
              <a:off x="1038130" y="5016532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9" name="TextBox 49"/>
            <p:cNvSpPr/>
            <p:nvPr>
              <p:custDataLst>
                <p:tags r:id="rId14"/>
              </p:custDataLst>
            </p:nvPr>
          </p:nvSpPr>
          <p:spPr>
            <a:xfrm>
              <a:off x="3267170" y="4635532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51" name="TextBox 51"/>
            <p:cNvSpPr/>
            <p:nvPr>
              <p:custDataLst>
                <p:tags r:id="rId15"/>
              </p:custDataLst>
            </p:nvPr>
          </p:nvSpPr>
          <p:spPr>
            <a:xfrm>
              <a:off x="3600355" y="5226082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7" name="TextBox 57"/>
            <p:cNvSpPr/>
            <p:nvPr>
              <p:custDataLst>
                <p:tags r:id="rId16"/>
              </p:custDataLst>
            </p:nvPr>
          </p:nvSpPr>
          <p:spPr>
            <a:xfrm>
              <a:off x="6649117" y="4635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9" name="TextBox 59"/>
            <p:cNvSpPr/>
            <p:nvPr>
              <p:custDataLst>
                <p:tags r:id="rId17"/>
              </p:custDataLst>
            </p:nvPr>
          </p:nvSpPr>
          <p:spPr>
            <a:xfrm>
              <a:off x="6292596" y="5238750"/>
              <a:ext cx="18420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60" name="TextBox 60"/>
            <p:cNvSpPr/>
            <p:nvPr>
              <p:custDataLst>
                <p:tags r:id="rId18"/>
              </p:custDataLst>
            </p:nvPr>
          </p:nvSpPr>
          <p:spPr>
            <a:xfrm>
              <a:off x="830580" y="5660993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61" name="TextBox 61"/>
            <p:cNvSpPr/>
            <p:nvPr>
              <p:custDataLst>
                <p:tags r:id="rId19"/>
              </p:custDataLst>
            </p:nvPr>
          </p:nvSpPr>
          <p:spPr>
            <a:xfrm>
              <a:off x="9807130" y="4464082"/>
              <a:ext cx="115500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62" name="TextBox 62"/>
            <p:cNvSpPr/>
            <p:nvPr>
              <p:custDataLst>
                <p:tags r:id="rId20"/>
              </p:custDataLst>
            </p:nvPr>
          </p:nvSpPr>
          <p:spPr>
            <a:xfrm>
              <a:off x="9758362" y="5105400"/>
              <a:ext cx="129216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65" name="TextBox 65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/>
            <p:nvPr>
              <p:custDataLst>
                <p:tags r:id="rId2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rgbClr val="E3A338"/>
            </a:solidFill>
            <a:ln>
              <a:noFill/>
            </a:ln>
          </p:spPr>
        </p:sp>
        <p:sp>
          <p:nvSpPr>
            <p:cNvPr id="3" name="TextBox 3"/>
            <p:cNvSpPr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8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TW" sz="3150" dirty="0">
                  <a:solidFill>
                    <a:srgbClr val="16324F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</p:grpSp>
      <p:grpSp>
        <p:nvGrpSpPr>
          <p:cNvPr id="104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10" name="TextBox 10"/>
            <p:cNvSpPr/>
            <p:nvPr>
              <p:custDataLst>
                <p:tags r:id="rId3"/>
              </p:custDataLst>
            </p:nvPr>
          </p:nvSpPr>
          <p:spPr>
            <a:xfrm>
              <a:off x="829056" y="17366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11" name="TextBox 11"/>
            <p:cNvSpPr/>
            <p:nvPr>
              <p:custDataLst>
                <p:tags r:id="rId4"/>
              </p:custDataLst>
            </p:nvPr>
          </p:nvSpPr>
          <p:spPr>
            <a:xfrm>
              <a:off x="1361694" y="1711357"/>
              <a:ext cx="490623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/>
            <p:nvPr>
              <p:custDataLst>
                <p:tags r:id="rId5"/>
              </p:custDataLst>
            </p:nvPr>
          </p:nvSpPr>
          <p:spPr>
            <a:xfrm>
              <a:off x="1487329" y="2282857"/>
              <a:ext cx="17925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5" tIns="-32" rIns="0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234630" y="2632520"/>
              <a:ext cx="273844" cy="297561"/>
              <a:chOff x="1234630" y="2632520"/>
              <a:chExt cx="273844" cy="297561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1234630" y="263252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449038" y="2662238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1270444" y="2674144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234630" y="273958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1449038" y="2769394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1270444" y="2781300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1234630" y="2846737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1449038" y="2876550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1270444" y="2888456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2249138" y="2638425"/>
              <a:ext cx="321469" cy="285750"/>
              <a:chOff x="2249138" y="2638425"/>
              <a:chExt cx="321469" cy="285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2249138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249138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249138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56294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75262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08670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39638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2356294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2475262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grpSp>
          <p:nvGrpSpPr>
            <p:cNvPr id="43" name="Group 43"/>
            <p:cNvGrpSpPr/>
            <p:nvPr/>
          </p:nvGrpSpPr>
          <p:grpSpPr>
            <a:xfrm>
              <a:off x="3311080" y="2632520"/>
              <a:ext cx="273844" cy="297561"/>
              <a:chOff x="3311080" y="2632520"/>
              <a:chExt cx="273844" cy="297561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3311080" y="263252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35" name="Ellipse 35"/>
              <p:cNvSpPr/>
              <p:nvPr/>
            </p:nvSpPr>
            <p:spPr>
              <a:xfrm>
                <a:off x="3525488" y="2662238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3346894" y="2674144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3311080" y="2739580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38" name="Ellipse 38"/>
              <p:cNvSpPr/>
              <p:nvPr/>
            </p:nvSpPr>
            <p:spPr>
              <a:xfrm>
                <a:off x="3525488" y="2769394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3346894" y="2781300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3311080" y="2846737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3525488" y="2876550"/>
                <a:ext cx="23812" cy="23812"/>
              </a:xfrm>
              <a:prstGeom prst="ellipse">
                <a:avLst/>
              </a:prstGeom>
              <a:solidFill>
                <a:srgbClr val="245EA8"/>
              </a:solidFill>
              <a:ln w="14883">
                <a:solidFill>
                  <a:srgbClr val="245EA8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3346894" y="2888456"/>
                <a:ext cx="11896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8967" h="9525">
                    <a:moveTo>
                      <a:pt x="0" y="0"/>
                    </a:moveTo>
                    <a:lnTo>
                      <a:pt x="118967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sp>
          <p:nvSpPr>
            <p:cNvPr id="44" name="Freeform 44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48" name="TextBox 48"/>
            <p:cNvSpPr/>
            <p:nvPr>
              <p:custDataLst>
                <p:tags r:id="rId6"/>
              </p:custDataLst>
            </p:nvPr>
          </p:nvSpPr>
          <p:spPr>
            <a:xfrm>
              <a:off x="1713548" y="3013043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4" name="TextBox 54"/>
            <p:cNvSpPr/>
            <p:nvPr>
              <p:custDataLst>
                <p:tags r:id="rId7"/>
              </p:custDataLst>
            </p:nvPr>
          </p:nvSpPr>
          <p:spPr>
            <a:xfrm>
              <a:off x="5671471" y="2359057"/>
              <a:ext cx="18254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95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56" name="TextBox 56"/>
            <p:cNvSpPr/>
            <p:nvPr>
              <p:custDataLst>
                <p:tags r:id="rId8"/>
              </p:custDataLst>
            </p:nvPr>
          </p:nvSpPr>
          <p:spPr>
            <a:xfrm>
              <a:off x="5782532" y="2892457"/>
              <a:ext cx="16033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95" bIns="0" anchor="t" anchorCtr="0">
              <a:noAutofit/>
            </a:bodyPr>
            <a:lstStyle/>
            <a:p>
              <a:pPr algn="ctr"/>
              <a:r>
                <a:rPr lang="zh-TW" sz="165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7" name="TextBox 57"/>
            <p:cNvSpPr/>
            <p:nvPr>
              <p:custDataLst>
                <p:tags r:id="rId9"/>
              </p:custDataLst>
            </p:nvPr>
          </p:nvSpPr>
          <p:spPr>
            <a:xfrm>
              <a:off x="830580" y="3336893"/>
              <a:ext cx="43797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8" name="TextBox 58"/>
            <p:cNvSpPr/>
            <p:nvPr>
              <p:custDataLst>
                <p:tags r:id="rId10"/>
              </p:custDataLst>
            </p:nvPr>
          </p:nvSpPr>
          <p:spPr>
            <a:xfrm>
              <a:off x="10009822" y="2139982"/>
              <a:ext cx="74961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9" name="TextBox 59"/>
            <p:cNvSpPr/>
            <p:nvPr>
              <p:custDataLst>
                <p:tags r:id="rId11"/>
              </p:custDataLst>
            </p:nvPr>
          </p:nvSpPr>
          <p:spPr>
            <a:xfrm>
              <a:off x="9652064" y="2781300"/>
              <a:ext cx="15048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95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rgbClr val="F4F7F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rgbClr val="245EA8"/>
            </a:solidFill>
            <a:ln>
              <a:noFill/>
            </a:ln>
          </p:spPr>
        </p:sp>
        <p:sp>
          <p:nvSpPr>
            <p:cNvPr id="63" name="TextBox 63"/>
            <p:cNvSpPr/>
            <p:nvPr>
              <p:custDataLst>
                <p:tags r:id="rId12"/>
              </p:custDataLst>
            </p:nvPr>
          </p:nvSpPr>
          <p:spPr>
            <a:xfrm>
              <a:off x="829056" y="4060793"/>
              <a:ext cx="415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800" b="1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4" name="TextBox 64"/>
            <p:cNvSpPr/>
            <p:nvPr>
              <p:custDataLst>
                <p:tags r:id="rId13"/>
              </p:custDataLst>
            </p:nvPr>
          </p:nvSpPr>
          <p:spPr>
            <a:xfrm>
              <a:off x="1361694" y="4035457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DF3FA"/>
            </a:solidFill>
            <a:ln>
              <a:noFill/>
            </a:ln>
          </p:spPr>
        </p:sp>
        <p:sp>
          <p:nvSpPr>
            <p:cNvPr id="66" name="TextBox 66"/>
            <p:cNvSpPr/>
            <p:nvPr>
              <p:custDataLst>
                <p:tags r:id="rId14"/>
              </p:custDataLst>
            </p:nvPr>
          </p:nvSpPr>
          <p:spPr>
            <a:xfrm>
              <a:off x="1039368" y="4635532"/>
              <a:ext cx="33388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1090612" y="5049488"/>
              <a:ext cx="238125" cy="321469"/>
              <a:chOff x="1090612" y="5049488"/>
              <a:chExt cx="238125" cy="321469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1090612" y="5049488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5953">
                <a:solidFill>
                  <a:srgbClr val="245EA8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238" y="5126831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1144238" y="5192363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144238" y="5257800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1144238" y="5323237"/>
                <a:ext cx="13687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">
                    <a:moveTo>
                      <a:pt x="0" y="0"/>
                    </a:moveTo>
                    <a:lnTo>
                      <a:pt x="136874" y="0"/>
                    </a:lnTo>
                  </a:path>
                </a:pathLst>
              </a:custGeom>
              <a:noFill/>
              <a:ln w="11906" cap="rnd">
                <a:solidFill>
                  <a:srgbClr val="8198AE"/>
                </a:solidFill>
              </a:ln>
            </p:spPr>
          </p:sp>
        </p:grpSp>
        <p:sp>
          <p:nvSpPr>
            <p:cNvPr id="74" name="TextBox 74"/>
            <p:cNvSpPr/>
            <p:nvPr>
              <p:custDataLst>
                <p:tags r:id="rId15"/>
              </p:custDataLst>
            </p:nvPr>
          </p:nvSpPr>
          <p:spPr>
            <a:xfrm>
              <a:off x="1584008" y="50990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5" name="Freeform 75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2947988" y="5043488"/>
              <a:ext cx="333375" cy="333375"/>
              <a:chOff x="2947988" y="5043488"/>
              <a:chExt cx="333375" cy="333375"/>
            </a:xfrm>
          </p:grpSpPr>
          <p:sp>
            <p:nvSpPr>
              <p:cNvPr id="78" name="Rectangle 78"/>
              <p:cNvSpPr/>
              <p:nvPr/>
            </p:nvSpPr>
            <p:spPr>
              <a:xfrm>
                <a:off x="2995612" y="5091112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3061144" y="5156644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rgbClr val="F4F7FA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2947988" y="5043488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51" y="0"/>
                    </a:moveTo>
                    <a:lnTo>
                      <a:pt x="101251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219" y="0"/>
                    </a:moveTo>
                    <a:lnTo>
                      <a:pt x="232219" y="47625"/>
                    </a:lnTo>
                    <a:moveTo>
                      <a:pt x="101251" y="285750"/>
                    </a:moveTo>
                    <a:lnTo>
                      <a:pt x="101251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219" y="285750"/>
                    </a:moveTo>
                    <a:lnTo>
                      <a:pt x="232219" y="333375"/>
                    </a:lnTo>
                    <a:moveTo>
                      <a:pt x="0" y="101251"/>
                    </a:moveTo>
                    <a:lnTo>
                      <a:pt x="47625" y="101251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219"/>
                    </a:moveTo>
                    <a:lnTo>
                      <a:pt x="47625" y="232219"/>
                    </a:lnTo>
                    <a:moveTo>
                      <a:pt x="285750" y="101251"/>
                    </a:moveTo>
                    <a:lnTo>
                      <a:pt x="333375" y="101251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219"/>
                    </a:moveTo>
                    <a:lnTo>
                      <a:pt x="333375" y="232219"/>
                    </a:ln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82" name="TextBox 82"/>
            <p:cNvSpPr/>
            <p:nvPr>
              <p:custDataLst>
                <p:tags r:id="rId16"/>
              </p:custDataLst>
            </p:nvPr>
          </p:nvSpPr>
          <p:spPr>
            <a:xfrm>
              <a:off x="3456622" y="5099018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83" name="Freeform 83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4870894" y="5055394"/>
              <a:ext cx="315469" cy="309562"/>
              <a:chOff x="4870894" y="5055394"/>
              <a:chExt cx="315469" cy="309562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4870894" y="5097113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499"/>
                    </a:lnTo>
                    <a:cubicBezTo>
                      <a:pt x="0" y="238125"/>
                      <a:pt x="226219" y="238125"/>
                      <a:pt x="226219" y="184499"/>
                    </a:cubicBezTo>
                    <a:lnTo>
                      <a:pt x="226219" y="0"/>
                    </a:lnTo>
                  </a:path>
                </a:pathLst>
              </a:cu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7" name="Ellipse 87"/>
              <p:cNvSpPr/>
              <p:nvPr/>
            </p:nvSpPr>
            <p:spPr>
              <a:xfrm>
                <a:off x="4870894" y="5055394"/>
                <a:ext cx="226219" cy="83344"/>
              </a:xfrm>
              <a:prstGeom prst="ellipse">
                <a:avLst/>
              </a:pr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4870894" y="5180362"/>
                <a:ext cx="226219" cy="53626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626">
                    <a:moveTo>
                      <a:pt x="0" y="0"/>
                    </a:moveTo>
                    <a:cubicBezTo>
                      <a:pt x="0" y="53626"/>
                      <a:pt x="226219" y="53626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89" name="Ellipse 89"/>
              <p:cNvSpPr/>
              <p:nvPr/>
            </p:nvSpPr>
            <p:spPr>
              <a:xfrm>
                <a:off x="5019675" y="5192363"/>
                <a:ext cx="130969" cy="130969"/>
              </a:xfrm>
              <a:prstGeom prst="ellipse">
                <a:avLst/>
              </a:prstGeom>
              <a:solidFill>
                <a:srgbClr val="F4F7FA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5132737" y="5305425"/>
                <a:ext cx="53626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626" h="59531">
                    <a:moveTo>
                      <a:pt x="0" y="0"/>
                    </a:moveTo>
                    <a:lnTo>
                      <a:pt x="53626" y="59531"/>
                    </a:lnTo>
                  </a:path>
                </a:pathLst>
              </a:custGeom>
              <a:solidFill>
                <a:srgbClr val="FFFFFF"/>
              </a:solidFill>
              <a:ln w="23812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92" name="TextBox 92"/>
            <p:cNvSpPr/>
            <p:nvPr>
              <p:custDataLst>
                <p:tags r:id="rId17"/>
              </p:custDataLst>
            </p:nvPr>
          </p:nvSpPr>
          <p:spPr>
            <a:xfrm>
              <a:off x="5358289" y="5099018"/>
              <a:ext cx="8943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93" name="Freeform 93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245EA8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6799612" y="5049488"/>
              <a:ext cx="279844" cy="327375"/>
              <a:chOff x="6799612" y="5049488"/>
              <a:chExt cx="279844" cy="327375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6799612" y="5049488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63" y="0"/>
                    </a:moveTo>
                    <a:lnTo>
                      <a:pt x="250031" y="53531"/>
                    </a:lnTo>
                    <a:lnTo>
                      <a:pt x="250031" y="148781"/>
                    </a:lnTo>
                    <a:cubicBezTo>
                      <a:pt x="250031" y="226219"/>
                      <a:pt x="190500" y="279749"/>
                      <a:pt x="125063" y="321469"/>
                    </a:cubicBezTo>
                    <a:cubicBezTo>
                      <a:pt x="59531" y="279749"/>
                      <a:pt x="0" y="226219"/>
                      <a:pt x="0" y="148781"/>
                    </a:cubicBezTo>
                    <a:lnTo>
                      <a:pt x="0" y="53531"/>
                    </a:lnTo>
                    <a:close/>
                  </a:path>
                </a:pathLst>
              </a:custGeom>
              <a:solidFill>
                <a:srgbClr val="FFFFFF"/>
              </a:solidFill>
              <a:ln w="17859" cap="rnd">
                <a:solidFill>
                  <a:srgbClr val="245EA8"/>
                </a:solidFill>
                <a:round/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6859238" y="5150644"/>
                <a:ext cx="136874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874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874" y="0"/>
                    </a:lnTo>
                  </a:path>
                </a:pathLst>
              </a:custGeom>
              <a:noFill/>
              <a:ln w="23812" cap="rnd">
                <a:solidFill>
                  <a:srgbClr val="245EA8"/>
                </a:solidFill>
                <a:round/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7002113" y="5275612"/>
                <a:ext cx="77343" cy="101251"/>
              </a:xfrm>
              <a:custGeom>
                <a:avLst/>
                <a:gdLst/>
                <a:ahLst/>
                <a:cxnLst/>
                <a:rect l="l" t="t" r="r" b="b"/>
                <a:pathLst>
                  <a:path w="77343" h="101251">
                    <a:moveTo>
                      <a:pt x="17812" y="0"/>
                    </a:moveTo>
                    <a:lnTo>
                      <a:pt x="77343" y="0"/>
                    </a:lnTo>
                    <a:lnTo>
                      <a:pt x="77343" y="71533"/>
                    </a:lnTo>
                    <a:lnTo>
                      <a:pt x="0" y="71533"/>
                    </a:lnTo>
                    <a:moveTo>
                      <a:pt x="29718" y="41719"/>
                    </a:moveTo>
                    <a:lnTo>
                      <a:pt x="0" y="71533"/>
                    </a:lnTo>
                    <a:lnTo>
                      <a:pt x="29718" y="101251"/>
                    </a:lnTo>
                  </a:path>
                </a:pathLst>
              </a:custGeom>
              <a:noFill/>
              <a:ln w="17859" cap="rnd">
                <a:solidFill>
                  <a:srgbClr val="245EA8"/>
                </a:solidFill>
                <a:round/>
              </a:ln>
            </p:spPr>
          </p:sp>
        </p:grpSp>
        <p:sp>
          <p:nvSpPr>
            <p:cNvPr id="100" name="TextBox 100"/>
            <p:cNvSpPr/>
            <p:nvPr>
              <p:custDataLst>
                <p:tags r:id="rId18"/>
              </p:custDataLst>
            </p:nvPr>
          </p:nvSpPr>
          <p:spPr>
            <a:xfrm>
              <a:off x="7299008" y="50990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ctr"/>
              <a:r>
                <a:rPr lang="zh-TW" sz="1500" dirty="0">
                  <a:solidFill>
                    <a:srgbClr val="243447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101" name="TextBox 101"/>
            <p:cNvSpPr/>
            <p:nvPr>
              <p:custDataLst>
                <p:tags r:id="rId19"/>
              </p:custDataLst>
            </p:nvPr>
          </p:nvSpPr>
          <p:spPr>
            <a:xfrm>
              <a:off x="830580" y="5660993"/>
              <a:ext cx="44567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rgbClr val="245EA8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102" name="TextBox 102"/>
            <p:cNvSpPr/>
            <p:nvPr>
              <p:custDataLst>
                <p:tags r:id="rId20"/>
              </p:custDataLst>
            </p:nvPr>
          </p:nvSpPr>
          <p:spPr>
            <a:xfrm>
              <a:off x="10268807" y="4464082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-32" rIns="0" bIns="0" anchor="t" anchorCtr="0">
              <a:noAutofit/>
            </a:bodyPr>
            <a:lstStyle/>
            <a:p>
              <a:pPr algn="ctr"/>
              <a:r>
                <a:rPr lang="en-US" sz="2850" dirty="0">
                  <a:solidFill>
                    <a:srgbClr val="087F8C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103" name="TextBox 103"/>
            <p:cNvSpPr/>
            <p:nvPr>
              <p:custDataLst>
                <p:tags r:id="rId21"/>
              </p:custDataLst>
            </p:nvPr>
          </p:nvSpPr>
          <p:spPr>
            <a:xfrm>
              <a:off x="9683020" y="5105400"/>
              <a:ext cx="1443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191" bIns="0" anchor="t" anchorCtr="0">
              <a:noAutofit/>
            </a:bodyPr>
            <a:lstStyle/>
            <a:p>
              <a:pPr algn="ctr"/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603885" y="6353175"/>
            <a:ext cx="10978515" cy="318421"/>
            <a:chOff x="603885" y="6353175"/>
            <a:chExt cx="10978515" cy="318421"/>
          </a:xfrm>
        </p:grpSpPr>
        <p:sp>
          <p:nvSpPr>
            <p:cNvPr id="105" name="Line 105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7E1EA"/>
              </a:solidFill>
            </a:ln>
          </p:spPr>
        </p:sp>
        <p:sp>
          <p:nvSpPr>
            <p:cNvPr id="106" name="TextBox 106"/>
            <p:cNvSpPr/>
            <p:nvPr>
              <p:custDataLst>
                <p:tags r:id="rId1"/>
              </p:custDataLst>
            </p:nvPr>
          </p:nvSpPr>
          <p:spPr>
            <a:xfrm>
              <a:off x="603885" y="6451568"/>
              <a:ext cx="1753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en-US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107" name="TextBox 107"/>
            <p:cNvSpPr/>
            <p:nvPr>
              <p:custDataLst>
                <p:tags r:id="rId2"/>
              </p:custDataLst>
            </p:nvPr>
          </p:nvSpPr>
          <p:spPr>
            <a:xfrm>
              <a:off x="10616565" y="6451568"/>
              <a:ext cx="9375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r"/>
              <a:r>
                <a:rPr lang="zh-TW" sz="1120" dirty="0">
                  <a:solidFill>
                    <a:srgbClr val="526477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7E1EA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E3A338"/>
            </a:solidFill>
            <a:ln>
              <a:noFill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1599998474121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4.2500038146972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0.749988555908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249988555908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3.749988555908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78000068664550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70000839233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9999961853027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5.27999877929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779998779296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83999633789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78002929687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90002441406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27999877929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8400001525878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90000152587890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399963378906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99993896484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3999633789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9999923706054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7.28002929687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400024414062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.00003051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2000122070312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349975585937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599975585938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4.99999618530273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570846557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5.0000038146972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618530273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961853027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09997558593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7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839996337890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3.4999904632568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2.99999046325684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49999046325684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1.99999046325684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1.4999904632568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6999511718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09997558593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61035156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499961853027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1.7500114440918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114440918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7.749973297119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7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900001525878906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399993896484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4.8999938964844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47412109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5.4000244140625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47412109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771118164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220001220703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3999633789062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1997070312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0599975585938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5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869995117187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0.000040054321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3.7500429153442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7.500061035156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7.0813598632812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7.31103515625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1.930541992187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5599975585937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68000030517578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45776367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1.999963760376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2.0000114440918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343322754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114440918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143051147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343322754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499973297119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1.80999755859375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9199981689453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14440918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457763672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7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09265137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3.999965667724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88555908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495910645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504089355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0000457763672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50000762939453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076293945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5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885559082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6.75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9.49996185302734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2499885559082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5003814697266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4.0000076293945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3.99996185302734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495910645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076293945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7629394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923706055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3814697266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0381469727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381469727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038146973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286102295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8399963378906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9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999885559082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58038330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9999771118164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15258789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heme/theme1.xml><?xml version="1.0" encoding="utf-8"?>
<a:theme xmlns:a="http://schemas.openxmlformats.org/drawingml/2006/main" name="finals_editorial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2118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4</cp:revision>
  <dcterms:created xsi:type="dcterms:W3CDTF">2026-10-29T06:19:32Z</dcterms:created>
  <dcterms:modified xsi:type="dcterms:W3CDTF">2026-10-30T03:58:32Z</dcterms:modified>
  <cp:category/>
  <cp:contentStatus/>
  <dc:language>zh-TW</dc:language>
</cp:coreProperties>
</file>