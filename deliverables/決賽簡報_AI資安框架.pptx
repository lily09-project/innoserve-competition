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alignment_slide1_3.xml" ContentType="application/vnd.openxmlformats-officedocument.presentationml.tags+xml"/>
  <Override PartName="/ppt/tags/alignment_slide1_5.xml" ContentType="application/vnd.openxmlformats-officedocument.presentationml.tags+xml"/>
  <Override PartName="/ppt/tags/alignment_slide1_6.xml" ContentType="application/vnd.openxmlformats-officedocument.presentationml.tags+xml"/>
  <Override PartName="/ppt/tags/alignment_slide1_7.xml" ContentType="application/vnd.openxmlformats-officedocument.presentationml.tags+xml"/>
  <Override PartName="/ppt/tags/alignment_slide1_8.xml" ContentType="application/vnd.openxmlformats-officedocument.presentationml.tags+xml"/>
  <Override PartName="/ppt/tags/alignment_slide1_14.xml" ContentType="application/vnd.openxmlformats-officedocument.presentationml.tags+xml"/>
  <Override PartName="/ppt/tags/alignment_slide1_24.xml" ContentType="application/vnd.openxmlformats-officedocument.presentationml.tags+xml"/>
  <Override PartName="/ppt/tags/alignment_slide1_38.xml" ContentType="application/vnd.openxmlformats-officedocument.presentationml.tags+xml"/>
  <Override PartName="/ppt/tags/alignment_slide1_46.xml" ContentType="application/vnd.openxmlformats-officedocument.presentationml.tags+xml"/>
  <Override PartName="/ppt/tags/alignment_slide1_81.xml" ContentType="application/vnd.openxmlformats-officedocument.presentationml.tags+xml"/>
  <Override PartName="/ppt/tags/alignment_slide1_82.xml" ContentType="application/vnd.openxmlformats-officedocument.presentationml.tags+xml"/>
  <Override PartName="/ppt/tags/alignment_slide10_3.xml" ContentType="application/vnd.openxmlformats-officedocument.presentationml.tags+xml"/>
  <Override PartName="/ppt/tags/alignment_slide10_4.xml" ContentType="application/vnd.openxmlformats-officedocument.presentationml.tags+xml"/>
  <Override PartName="/ppt/tags/alignment_slide10_10.xml" ContentType="application/vnd.openxmlformats-officedocument.presentationml.tags+xml"/>
  <Override PartName="/ppt/tags/alignment_slide10_11.xml" ContentType="application/vnd.openxmlformats-officedocument.presentationml.tags+xml"/>
  <Override PartName="/ppt/tags/alignment_slide10_16.xml" ContentType="application/vnd.openxmlformats-officedocument.presentationml.tags+xml"/>
  <Override PartName="/ppt/tags/alignment_slide10_25.xml" ContentType="application/vnd.openxmlformats-officedocument.presentationml.tags+xml"/>
  <Override PartName="/ppt/tags/alignment_slide10_38.xml" ContentType="application/vnd.openxmlformats-officedocument.presentationml.tags+xml"/>
  <Override PartName="/ppt/tags/alignment_slide10_45.xml" ContentType="application/vnd.openxmlformats-officedocument.presentationml.tags+xml"/>
  <Override PartName="/ppt/tags/alignment_slide10_46.xml" ContentType="application/vnd.openxmlformats-officedocument.presentationml.tags+xml"/>
  <Override PartName="/ppt/tags/alignment_slide10_47.xml" ContentType="application/vnd.openxmlformats-officedocument.presentationml.tags+xml"/>
  <Override PartName="/ppt/tags/alignment_slide10_48.xml" ContentType="application/vnd.openxmlformats-officedocument.presentationml.tags+xml"/>
  <Override PartName="/ppt/tags/alignment_slide10_52.xml" ContentType="application/vnd.openxmlformats-officedocument.presentationml.tags+xml"/>
  <Override PartName="/ppt/tags/alignment_slide10_53.xml" ContentType="application/vnd.openxmlformats-officedocument.presentationml.tags+xml"/>
  <Override PartName="/ppt/tags/alignment_slide10_60.xml" ContentType="application/vnd.openxmlformats-officedocument.presentationml.tags+xml"/>
  <Override PartName="/ppt/tags/alignment_slide10_69.xml" ContentType="application/vnd.openxmlformats-officedocument.presentationml.tags+xml"/>
  <Override PartName="/ppt/tags/alignment_slide10_78.xml" ContentType="application/vnd.openxmlformats-officedocument.presentationml.tags+xml"/>
  <Override PartName="/ppt/tags/alignment_slide10_87.xml" ContentType="application/vnd.openxmlformats-officedocument.presentationml.tags+xml"/>
  <Override PartName="/ppt/tags/alignment_slide10_89.xml" ContentType="application/vnd.openxmlformats-officedocument.presentationml.tags+xml"/>
  <Override PartName="/ppt/tags/alignment_slide10_90.xml" ContentType="application/vnd.openxmlformats-officedocument.presentationml.tags+xml"/>
  <Override PartName="/ppt/tags/alignment_slide10_91.xml" ContentType="application/vnd.openxmlformats-officedocument.presentationml.tags+xml"/>
  <Override PartName="/ppt/tags/alignment_slide10_92.xml" ContentType="application/vnd.openxmlformats-officedocument.presentationml.tags+xml"/>
  <Override PartName="/ppt/tags/alignment_slide10_95.xml" ContentType="application/vnd.openxmlformats-officedocument.presentationml.tags+xml"/>
  <Override PartName="/ppt/tags/alignment_slide10_96.xml" ContentType="application/vnd.openxmlformats-officedocument.presentationml.tags+xml"/>
  <Override PartName="/ppt/tags/alignment_slide11_3.xml" ContentType="application/vnd.openxmlformats-officedocument.presentationml.tags+xml"/>
  <Override PartName="/ppt/tags/alignment_slide11_4.xml" ContentType="application/vnd.openxmlformats-officedocument.presentationml.tags+xml"/>
  <Override PartName="/ppt/tags/alignment_slide11_10.xml" ContentType="application/vnd.openxmlformats-officedocument.presentationml.tags+xml"/>
  <Override PartName="/ppt/tags/alignment_slide11_11.xml" ContentType="application/vnd.openxmlformats-officedocument.presentationml.tags+xml"/>
  <Override PartName="/ppt/tags/alignment_slide11_18.xml" ContentType="application/vnd.openxmlformats-officedocument.presentationml.tags+xml"/>
  <Override PartName="/ppt/tags/alignment_slide11_22.xml" ContentType="application/vnd.openxmlformats-officedocument.presentationml.tags+xml"/>
  <Override PartName="/ppt/tags/alignment_slide11_29.xml" ContentType="application/vnd.openxmlformats-officedocument.presentationml.tags+xml"/>
  <Override PartName="/ppt/tags/alignment_slide11_34.xml" ContentType="application/vnd.openxmlformats-officedocument.presentationml.tags+xml"/>
  <Override PartName="/ppt/tags/alignment_slide11_35.xml" ContentType="application/vnd.openxmlformats-officedocument.presentationml.tags+xml"/>
  <Override PartName="/ppt/tags/alignment_slide11_36.xml" ContentType="application/vnd.openxmlformats-officedocument.presentationml.tags+xml"/>
  <Override PartName="/ppt/tags/alignment_slide11_40.xml" ContentType="application/vnd.openxmlformats-officedocument.presentationml.tags+xml"/>
  <Override PartName="/ppt/tags/alignment_slide11_41.xml" ContentType="application/vnd.openxmlformats-officedocument.presentationml.tags+xml"/>
  <Override PartName="/ppt/tags/alignment_slide11_43.xml" ContentType="application/vnd.openxmlformats-officedocument.presentationml.tags+xml"/>
  <Override PartName="/ppt/tags/alignment_slide11_49.xml" ContentType="application/vnd.openxmlformats-officedocument.presentationml.tags+xml"/>
  <Override PartName="/ppt/tags/alignment_slide11_51.xml" ContentType="application/vnd.openxmlformats-officedocument.presentationml.tags+xml"/>
  <Override PartName="/ppt/tags/alignment_slide11_57.xml" ContentType="application/vnd.openxmlformats-officedocument.presentationml.tags+xml"/>
  <Override PartName="/ppt/tags/alignment_slide11_59.xml" ContentType="application/vnd.openxmlformats-officedocument.presentationml.tags+xml"/>
  <Override PartName="/ppt/tags/alignment_slide11_60.xml" ContentType="application/vnd.openxmlformats-officedocument.presentationml.tags+xml"/>
  <Override PartName="/ppt/tags/alignment_slide11_61.xml" ContentType="application/vnd.openxmlformats-officedocument.presentationml.tags+xml"/>
  <Override PartName="/ppt/tags/alignment_slide11_62.xml" ContentType="application/vnd.openxmlformats-officedocument.presentationml.tags+xml"/>
  <Override PartName="/ppt/tags/alignment_slide11_65.xml" ContentType="application/vnd.openxmlformats-officedocument.presentationml.tags+xml"/>
  <Override PartName="/ppt/tags/alignment_slide11_66.xml" ContentType="application/vnd.openxmlformats-officedocument.presentationml.tags+xml"/>
  <Override PartName="/ppt/tags/alignment_slide12_3.xml" ContentType="application/vnd.openxmlformats-officedocument.presentationml.tags+xml"/>
  <Override PartName="/ppt/tags/alignment_slide12_4.xml" ContentType="application/vnd.openxmlformats-officedocument.presentationml.tags+xml"/>
  <Override PartName="/ppt/tags/alignment_slide12_10.xml" ContentType="application/vnd.openxmlformats-officedocument.presentationml.tags+xml"/>
  <Override PartName="/ppt/tags/alignment_slide12_11.xml" ContentType="application/vnd.openxmlformats-officedocument.presentationml.tags+xml"/>
  <Override PartName="/ppt/tags/alignment_slide12_13.xml" ContentType="application/vnd.openxmlformats-officedocument.presentationml.tags+xml"/>
  <Override PartName="/ppt/tags/alignment_slide12_48.xml" ContentType="application/vnd.openxmlformats-officedocument.presentationml.tags+xml"/>
  <Override PartName="/ppt/tags/alignment_slide12_54.xml" ContentType="application/vnd.openxmlformats-officedocument.presentationml.tags+xml"/>
  <Override PartName="/ppt/tags/alignment_slide12_56.xml" ContentType="application/vnd.openxmlformats-officedocument.presentationml.tags+xml"/>
  <Override PartName="/ppt/tags/alignment_slide12_57.xml" ContentType="application/vnd.openxmlformats-officedocument.presentationml.tags+xml"/>
  <Override PartName="/ppt/tags/alignment_slide12_58.xml" ContentType="application/vnd.openxmlformats-officedocument.presentationml.tags+xml"/>
  <Override PartName="/ppt/tags/alignment_slide12_59.xml" ContentType="application/vnd.openxmlformats-officedocument.presentationml.tags+xml"/>
  <Override PartName="/ppt/tags/alignment_slide12_63.xml" ContentType="application/vnd.openxmlformats-officedocument.presentationml.tags+xml"/>
  <Override PartName="/ppt/tags/alignment_slide12_64.xml" ContentType="application/vnd.openxmlformats-officedocument.presentationml.tags+xml"/>
  <Override PartName="/ppt/tags/alignment_slide12_66.xml" ContentType="application/vnd.openxmlformats-officedocument.presentationml.tags+xml"/>
  <Override PartName="/ppt/tags/alignment_slide12_74.xml" ContentType="application/vnd.openxmlformats-officedocument.presentationml.tags+xml"/>
  <Override PartName="/ppt/tags/alignment_slide12_82.xml" ContentType="application/vnd.openxmlformats-officedocument.presentationml.tags+xml"/>
  <Override PartName="/ppt/tags/alignment_slide12_92.xml" ContentType="application/vnd.openxmlformats-officedocument.presentationml.tags+xml"/>
  <Override PartName="/ppt/tags/alignment_slide12_100.xml" ContentType="application/vnd.openxmlformats-officedocument.presentationml.tags+xml"/>
  <Override PartName="/ppt/tags/alignment_slide12_101.xml" ContentType="application/vnd.openxmlformats-officedocument.presentationml.tags+xml"/>
  <Override PartName="/ppt/tags/alignment_slide12_102.xml" ContentType="application/vnd.openxmlformats-officedocument.presentationml.tags+xml"/>
  <Override PartName="/ppt/tags/alignment_slide12_103.xml" ContentType="application/vnd.openxmlformats-officedocument.presentationml.tags+xml"/>
  <Override PartName="/ppt/tags/alignment_slide12_106.xml" ContentType="application/vnd.openxmlformats-officedocument.presentationml.tags+xml"/>
  <Override PartName="/ppt/tags/alignment_slide12_107.xml" ContentType="application/vnd.openxmlformats-officedocument.presentationml.tags+xml"/>
  <Override PartName="/ppt/tags/alignment_slide3_3.xml" ContentType="application/vnd.openxmlformats-officedocument.presentationml.tags+xml"/>
  <Override PartName="/ppt/tags/alignment_slide3_4.xml" ContentType="application/vnd.openxmlformats-officedocument.presentationml.tags+xml"/>
  <Override PartName="/ppt/tags/alignment_slide3_8.xml" ContentType="application/vnd.openxmlformats-officedocument.presentationml.tags+xml"/>
  <Override PartName="/ppt/tags/alignment_slide3_16.xml" ContentType="application/vnd.openxmlformats-officedocument.presentationml.tags+xml"/>
  <Override PartName="/ppt/tags/alignment_slide3_17.xml" ContentType="application/vnd.openxmlformats-officedocument.presentationml.tags+xml"/>
  <Override PartName="/ppt/tags/alignment_slide3_18.xml" ContentType="application/vnd.openxmlformats-officedocument.presentationml.tags+xml"/>
  <Override PartName="/ppt/tags/alignment_slide3_19.xml" ContentType="application/vnd.openxmlformats-officedocument.presentationml.tags+xml"/>
  <Override PartName="/ppt/tags/alignment_slide3_25.xml" ContentType="application/vnd.openxmlformats-officedocument.presentationml.tags+xml"/>
  <Override PartName="/ppt/tags/alignment_slide3_27.xml" ContentType="application/vnd.openxmlformats-officedocument.presentationml.tags+xml"/>
  <Override PartName="/ppt/tags/alignment_slide3_28.xml" ContentType="application/vnd.openxmlformats-officedocument.presentationml.tags+xml"/>
  <Override PartName="/ppt/tags/alignment_slide3_30.xml" ContentType="application/vnd.openxmlformats-officedocument.presentationml.tags+xml"/>
  <Override PartName="/ppt/tags/alignment_slide3_31.xml" ContentType="application/vnd.openxmlformats-officedocument.presentationml.tags+xml"/>
  <Override PartName="/ppt/tags/alignment_slide3_33.xml" ContentType="application/vnd.openxmlformats-officedocument.presentationml.tags+xml"/>
  <Override PartName="/ppt/tags/alignment_slide3_34.xml" ContentType="application/vnd.openxmlformats-officedocument.presentationml.tags+xml"/>
  <Override PartName="/ppt/tags/alignment_slide3_36.xml" ContentType="application/vnd.openxmlformats-officedocument.presentationml.tags+xml"/>
  <Override PartName="/ppt/tags/alignment_slide3_37.xml" ContentType="application/vnd.openxmlformats-officedocument.presentationml.tags+xml"/>
  <Override PartName="/ppt/tags/alignment_slide3_55.xml" ContentType="application/vnd.openxmlformats-officedocument.presentationml.tags+xml"/>
  <Override PartName="/ppt/tags/alignment_slide3_57.xml" ContentType="application/vnd.openxmlformats-officedocument.presentationml.tags+xml"/>
  <Override PartName="/ppt/tags/alignment_slide3_58.xml" ContentType="application/vnd.openxmlformats-officedocument.presentationml.tags+xml"/>
  <Override PartName="/ppt/tags/alignment_slide3_60.xml" ContentType="application/vnd.openxmlformats-officedocument.presentationml.tags+xml"/>
  <Override PartName="/ppt/tags/alignment_slide3_61.xml" ContentType="application/vnd.openxmlformats-officedocument.presentationml.tags+xml"/>
  <Override PartName="/ppt/tags/alignment_slide3_63.xml" ContentType="application/vnd.openxmlformats-officedocument.presentationml.tags+xml"/>
  <Override PartName="/ppt/tags/alignment_slide3_64.xml" ContentType="application/vnd.openxmlformats-officedocument.presentationml.tags+xml"/>
  <Override PartName="/ppt/tags/alignment_slide3_67.xml" ContentType="application/vnd.openxmlformats-officedocument.presentationml.tags+xml"/>
  <Override PartName="/ppt/tags/alignment_slide3_72.xml" ContentType="application/vnd.openxmlformats-officedocument.presentationml.tags+xml"/>
  <Override PartName="/ppt/tags/alignment_slide3_75.xml" ContentType="application/vnd.openxmlformats-officedocument.presentationml.tags+xml"/>
  <Override PartName="/ppt/tags/alignment_slide3_81.xml" ContentType="application/vnd.openxmlformats-officedocument.presentationml.tags+xml"/>
  <Override PartName="/ppt/tags/alignment_slide3_82.xml" ContentType="application/vnd.openxmlformats-officedocument.presentationml.tags+xml"/>
  <Override PartName="/ppt/tags/alignment_slide3_83.xml" ContentType="application/vnd.openxmlformats-officedocument.presentationml.tags+xml"/>
  <Override PartName="/ppt/tags/alignment_slide3_84.xml" ContentType="application/vnd.openxmlformats-officedocument.presentationml.tags+xml"/>
  <Override PartName="/ppt/tags/alignment_slide3_88.xml" ContentType="application/vnd.openxmlformats-officedocument.presentationml.tags+xml"/>
  <Override PartName="/ppt/tags/alignment_slide3_91.xml" ContentType="application/vnd.openxmlformats-officedocument.presentationml.tags+xml"/>
  <Override PartName="/ppt/tags/alignment_slide3_92.xml" ContentType="application/vnd.openxmlformats-officedocument.presentationml.tags+xml"/>
  <Override PartName="/ppt/tags/alignment_slide4_3.xml" ContentType="application/vnd.openxmlformats-officedocument.presentationml.tags+xml"/>
  <Override PartName="/ppt/tags/alignment_slide4_4.xml" ContentType="application/vnd.openxmlformats-officedocument.presentationml.tags+xml"/>
  <Override PartName="/ppt/tags/alignment_slide4_8.xml" ContentType="application/vnd.openxmlformats-officedocument.presentationml.tags+xml"/>
  <Override PartName="/ppt/tags/alignment_slide4_9.xml" ContentType="application/vnd.openxmlformats-officedocument.presentationml.tags+xml"/>
  <Override PartName="/ppt/tags/alignment_slide4_15.xml" ContentType="application/vnd.openxmlformats-officedocument.presentationml.tags+xml"/>
  <Override PartName="/ppt/tags/alignment_slide4_21.xml" ContentType="application/vnd.openxmlformats-officedocument.presentationml.tags+xml"/>
  <Override PartName="/ppt/tags/alignment_slide4_37.xml" ContentType="application/vnd.openxmlformats-officedocument.presentationml.tags+xml"/>
  <Override PartName="/ppt/tags/alignment_slide4_38.xml" ContentType="application/vnd.openxmlformats-officedocument.presentationml.tags+xml"/>
  <Override PartName="/ppt/tags/alignment_slide4_39.xml" ContentType="application/vnd.openxmlformats-officedocument.presentationml.tags+xml"/>
  <Override PartName="/ppt/tags/alignment_slide4_46.xml" ContentType="application/vnd.openxmlformats-officedocument.presentationml.tags+xml"/>
  <Override PartName="/ppt/tags/alignment_slide4_47.xml" ContentType="application/vnd.openxmlformats-officedocument.presentationml.tags+xml"/>
  <Override PartName="/ppt/tags/alignment_slide4_48.xml" ContentType="application/vnd.openxmlformats-officedocument.presentationml.tags+xml"/>
  <Override PartName="/ppt/tags/alignment_slide4_54.xml" ContentType="application/vnd.openxmlformats-officedocument.presentationml.tags+xml"/>
  <Override PartName="/ppt/tags/alignment_slide4_55.xml" ContentType="application/vnd.openxmlformats-officedocument.presentationml.tags+xml"/>
  <Override PartName="/ppt/tags/alignment_slide4_56.xml" ContentType="application/vnd.openxmlformats-officedocument.presentationml.tags+xml"/>
  <Override PartName="/ppt/tags/alignment_slide4_60.xml" ContentType="application/vnd.openxmlformats-officedocument.presentationml.tags+xml"/>
  <Override PartName="/ppt/tags/alignment_slide4_63.xml" ContentType="application/vnd.openxmlformats-officedocument.presentationml.tags+xml"/>
  <Override PartName="/ppt/tags/alignment_slide4_64.xml" ContentType="application/vnd.openxmlformats-officedocument.presentationml.tags+xml"/>
  <Override PartName="/ppt/tags/alignment_slide5_3.xml" ContentType="application/vnd.openxmlformats-officedocument.presentationml.tags+xml"/>
  <Override PartName="/ppt/tags/alignment_slide5_4.xml" ContentType="application/vnd.openxmlformats-officedocument.presentationml.tags+xml"/>
  <Override PartName="/ppt/tags/alignment_slide5_7.xml" ContentType="application/vnd.openxmlformats-officedocument.presentationml.tags+xml"/>
  <Override PartName="/ppt/tags/alignment_slide5_20.xml" ContentType="application/vnd.openxmlformats-officedocument.presentationml.tags+xml"/>
  <Override PartName="/ppt/tags/alignment_slide5_21.xml" ContentType="application/vnd.openxmlformats-officedocument.presentationml.tags+xml"/>
  <Override PartName="/ppt/tags/alignment_slide5_34.xml" ContentType="application/vnd.openxmlformats-officedocument.presentationml.tags+xml"/>
  <Override PartName="/ppt/tags/alignment_slide5_40.xml" ContentType="application/vnd.openxmlformats-officedocument.presentationml.tags+xml"/>
  <Override PartName="/ppt/tags/alignment_slide5_41.xml" ContentType="application/vnd.openxmlformats-officedocument.presentationml.tags+xml"/>
  <Override PartName="/ppt/tags/alignment_slide5_44.xml" ContentType="application/vnd.openxmlformats-officedocument.presentationml.tags+xml"/>
  <Override PartName="/ppt/tags/alignment_slide5_51.xml" ContentType="application/vnd.openxmlformats-officedocument.presentationml.tags+xml"/>
  <Override PartName="/ppt/tags/alignment_slide5_52.xml" ContentType="application/vnd.openxmlformats-officedocument.presentationml.tags+xml"/>
  <Override PartName="/ppt/tags/alignment_slide5_54.xml" ContentType="application/vnd.openxmlformats-officedocument.presentationml.tags+xml"/>
  <Override PartName="/ppt/tags/alignment_slide5_56.xml" ContentType="application/vnd.openxmlformats-officedocument.presentationml.tags+xml"/>
  <Override PartName="/ppt/tags/alignment_slide5_58.xml" ContentType="application/vnd.openxmlformats-officedocument.presentationml.tags+xml"/>
  <Override PartName="/ppt/tags/alignment_slide5_60.xml" ContentType="application/vnd.openxmlformats-officedocument.presentationml.tags+xml"/>
  <Override PartName="/ppt/tags/alignment_slide5_62.xml" ContentType="application/vnd.openxmlformats-officedocument.presentationml.tags+xml"/>
  <Override PartName="/ppt/tags/alignment_slide5_63.xml" ContentType="application/vnd.openxmlformats-officedocument.presentationml.tags+xml"/>
  <Override PartName="/ppt/tags/alignment_slide5_64.xml" ContentType="application/vnd.openxmlformats-officedocument.presentationml.tags+xml"/>
  <Override PartName="/ppt/tags/alignment_slide5_67.xml" ContentType="application/vnd.openxmlformats-officedocument.presentationml.tags+xml"/>
  <Override PartName="/ppt/tags/alignment_slide5_69.xml" ContentType="application/vnd.openxmlformats-officedocument.presentationml.tags+xml"/>
  <Override PartName="/ppt/tags/alignment_slide5_70.xml" ContentType="application/vnd.openxmlformats-officedocument.presentationml.tags+xml"/>
  <Override PartName="/ppt/tags/alignment_slide5_78.xml" ContentType="application/vnd.openxmlformats-officedocument.presentationml.tags+xml"/>
  <Override PartName="/ppt/tags/alignment_slide5_80.xml" ContentType="application/vnd.openxmlformats-officedocument.presentationml.tags+xml"/>
  <Override PartName="/ppt/tags/alignment_slide5_82.xml" ContentType="application/vnd.openxmlformats-officedocument.presentationml.tags+xml"/>
  <Override PartName="/ppt/tags/alignment_slide5_83.xml" ContentType="application/vnd.openxmlformats-officedocument.presentationml.tags+xml"/>
  <Override PartName="/ppt/tags/alignment_slide5_84.xml" ContentType="application/vnd.openxmlformats-officedocument.presentationml.tags+xml"/>
  <Override PartName="/ppt/tags/alignment_slide5_85.xml" ContentType="application/vnd.openxmlformats-officedocument.presentationml.tags+xml"/>
  <Override PartName="/ppt/tags/alignment_slide5_88.xml" ContentType="application/vnd.openxmlformats-officedocument.presentationml.tags+xml"/>
  <Override PartName="/ppt/tags/alignment_slide5_89.xml" ContentType="application/vnd.openxmlformats-officedocument.presentationml.tags+xml"/>
  <Override PartName="/ppt/tags/alignment_slide6_3.xml" ContentType="application/vnd.openxmlformats-officedocument.presentationml.tags+xml"/>
  <Override PartName="/ppt/tags/alignment_slide6_4.xml" ContentType="application/vnd.openxmlformats-officedocument.presentationml.tags+xml"/>
  <Override PartName="/ppt/tags/alignment_slide6_8.xml" ContentType="application/vnd.openxmlformats-officedocument.presentationml.tags+xml"/>
  <Override PartName="/ppt/tags/alignment_slide6_13.xml" ContentType="application/vnd.openxmlformats-officedocument.presentationml.tags+xml"/>
  <Override PartName="/ppt/tags/alignment_slide6_14.xml" ContentType="application/vnd.openxmlformats-officedocument.presentationml.tags+xml"/>
  <Override PartName="/ppt/tags/alignment_slide6_18.xml" ContentType="application/vnd.openxmlformats-officedocument.presentationml.tags+xml"/>
  <Override PartName="/ppt/tags/alignment_slide6_29.xml" ContentType="application/vnd.openxmlformats-officedocument.presentationml.tags+xml"/>
  <Override PartName="/ppt/tags/alignment_slide6_30.xml" ContentType="application/vnd.openxmlformats-officedocument.presentationml.tags+xml"/>
  <Override PartName="/ppt/tags/alignment_slide6_34.xml" ContentType="application/vnd.openxmlformats-officedocument.presentationml.tags+xml"/>
  <Override PartName="/ppt/tags/alignment_slide6_41.xml" ContentType="application/vnd.openxmlformats-officedocument.presentationml.tags+xml"/>
  <Override PartName="/ppt/tags/alignment_slide6_42.xml" ContentType="application/vnd.openxmlformats-officedocument.presentationml.tags+xml"/>
  <Override PartName="/ppt/tags/alignment_slide6_46.xml" ContentType="application/vnd.openxmlformats-officedocument.presentationml.tags+xml"/>
  <Override PartName="/ppt/tags/alignment_slide6_53.xml" ContentType="application/vnd.openxmlformats-officedocument.presentationml.tags+xml"/>
  <Override PartName="/ppt/tags/alignment_slide6_54.xml" ContentType="application/vnd.openxmlformats-officedocument.presentationml.tags+xml"/>
  <Override PartName="/ppt/tags/alignment_slide6_64.xml" ContentType="application/vnd.openxmlformats-officedocument.presentationml.tags+xml"/>
  <Override PartName="/ppt/tags/alignment_slide6_66.xml" ContentType="application/vnd.openxmlformats-officedocument.presentationml.tags+xml"/>
  <Override PartName="/ppt/tags/alignment_slide6_69.xml" ContentType="application/vnd.openxmlformats-officedocument.presentationml.tags+xml"/>
  <Override PartName="/ppt/tags/alignment_slide6_70.xml" ContentType="application/vnd.openxmlformats-officedocument.presentationml.tags+xml"/>
  <Override PartName="/ppt/tags/alignment_slide7_3.xml" ContentType="application/vnd.openxmlformats-officedocument.presentationml.tags+xml"/>
  <Override PartName="/ppt/tags/alignment_slide7_4.xml" ContentType="application/vnd.openxmlformats-officedocument.presentationml.tags+xml"/>
  <Override PartName="/ppt/tags/alignment_slide7_7.xml" ContentType="application/vnd.openxmlformats-officedocument.presentationml.tags+xml"/>
  <Override PartName="/ppt/tags/alignment_slide7_9.xml" ContentType="application/vnd.openxmlformats-officedocument.presentationml.tags+xml"/>
  <Override PartName="/ppt/tags/alignment_slide7_11.xml" ContentType="application/vnd.openxmlformats-officedocument.presentationml.tags+xml"/>
  <Override PartName="/ppt/tags/alignment_slide7_13.xml" ContentType="application/vnd.openxmlformats-officedocument.presentationml.tags+xml"/>
  <Override PartName="/ppt/tags/alignment_slide7_14.xml" ContentType="application/vnd.openxmlformats-officedocument.presentationml.tags+xml"/>
  <Override PartName="/ppt/tags/alignment_slide7_16.xml" ContentType="application/vnd.openxmlformats-officedocument.presentationml.tags+xml"/>
  <Override PartName="/ppt/tags/alignment_slide7_17.xml" ContentType="application/vnd.openxmlformats-officedocument.presentationml.tags+xml"/>
  <Override PartName="/ppt/tags/alignment_slide7_19.xml" ContentType="application/vnd.openxmlformats-officedocument.presentationml.tags+xml"/>
  <Override PartName="/ppt/tags/alignment_slide7_20.xml" ContentType="application/vnd.openxmlformats-officedocument.presentationml.tags+xml"/>
  <Override PartName="/ppt/tags/alignment_slide7_22.xml" ContentType="application/vnd.openxmlformats-officedocument.presentationml.tags+xml"/>
  <Override PartName="/ppt/tags/alignment_slide7_25.xml" ContentType="application/vnd.openxmlformats-officedocument.presentationml.tags+xml"/>
  <Override PartName="/ppt/tags/alignment_slide7_26.xml" ContentType="application/vnd.openxmlformats-officedocument.presentationml.tags+xml"/>
  <Override PartName="/ppt/tags/alignment_slide7_27.xml" ContentType="application/vnd.openxmlformats-officedocument.presentationml.tags+xml"/>
  <Override PartName="/ppt/tags/alignment_slide7_28.xml" ContentType="application/vnd.openxmlformats-officedocument.presentationml.tags+xml"/>
  <Override PartName="/ppt/tags/alignment_slide7_29.xml" ContentType="application/vnd.openxmlformats-officedocument.presentationml.tags+xml"/>
  <Override PartName="/ppt/tags/alignment_slide7_32.xml" ContentType="application/vnd.openxmlformats-officedocument.presentationml.tags+xml"/>
  <Override PartName="/ppt/tags/alignment_slide7_33.xml" ContentType="application/vnd.openxmlformats-officedocument.presentationml.tags+xml"/>
  <Override PartName="/ppt/tags/alignment_slide8_3.xml" ContentType="application/vnd.openxmlformats-officedocument.presentationml.tags+xml"/>
  <Override PartName="/ppt/tags/alignment_slide8_4.xml" ContentType="application/vnd.openxmlformats-officedocument.presentationml.tags+xml"/>
  <Override PartName="/ppt/tags/alignment_slide8_8.xml" ContentType="application/vnd.openxmlformats-officedocument.presentationml.tags+xml"/>
  <Override PartName="/ppt/tags/alignment_slide8_9.xml" ContentType="application/vnd.openxmlformats-officedocument.presentationml.tags+xml"/>
  <Override PartName="/ppt/tags/alignment_slide8_10.xml" ContentType="application/vnd.openxmlformats-officedocument.presentationml.tags+xml"/>
  <Override PartName="/ppt/tags/alignment_slide8_11.xml" ContentType="application/vnd.openxmlformats-officedocument.presentationml.tags+xml"/>
  <Override PartName="/ppt/tags/alignment_slide8_12.xml" ContentType="application/vnd.openxmlformats-officedocument.presentationml.tags+xml"/>
  <Override PartName="/ppt/tags/alignment_slide8_13.xml" ContentType="application/vnd.openxmlformats-officedocument.presentationml.tags+xml"/>
  <Override PartName="/ppt/tags/alignment_slide8_15.xml" ContentType="application/vnd.openxmlformats-officedocument.presentationml.tags+xml"/>
  <Override PartName="/ppt/tags/alignment_slide8_27.xml" ContentType="application/vnd.openxmlformats-officedocument.presentationml.tags+xml"/>
  <Override PartName="/ppt/tags/alignment_slide8_28.xml" ContentType="application/vnd.openxmlformats-officedocument.presentationml.tags+xml"/>
  <Override PartName="/ppt/tags/alignment_slide8_33.xml" ContentType="application/vnd.openxmlformats-officedocument.presentationml.tags+xml"/>
  <Override PartName="/ppt/tags/alignment_slide8_34.xml" ContentType="application/vnd.openxmlformats-officedocument.presentationml.tags+xml"/>
  <Override PartName="/ppt/tags/alignment_slide8_37.xml" ContentType="application/vnd.openxmlformats-officedocument.presentationml.tags+xml"/>
  <Override PartName="/ppt/tags/alignment_slide8_38.xml" ContentType="application/vnd.openxmlformats-officedocument.presentationml.tags+xml"/>
  <Override PartName="/ppt/tags/alignment_slide8_39.xml" ContentType="application/vnd.openxmlformats-officedocument.presentationml.tags+xml"/>
  <Override PartName="/ppt/tags/alignment_slide8_40.xml" ContentType="application/vnd.openxmlformats-officedocument.presentationml.tags+xml"/>
  <Override PartName="/ppt/tags/alignment_slide8_42.xml" ContentType="application/vnd.openxmlformats-officedocument.presentationml.tags+xml"/>
  <Override PartName="/ppt/tags/alignment_slide8_45.xml" ContentType="application/vnd.openxmlformats-officedocument.presentationml.tags+xml"/>
  <Override PartName="/ppt/tags/alignment_slide8_46.xml" ContentType="application/vnd.openxmlformats-officedocument.presentationml.tags+xml"/>
  <Override PartName="/ppt/tags/alignment_slide9_3.xml" ContentType="application/vnd.openxmlformats-officedocument.presentationml.tags+xml"/>
  <Override PartName="/ppt/tags/alignment_slide9_4.xml" ContentType="application/vnd.openxmlformats-officedocument.presentationml.tags+xml"/>
  <Override PartName="/ppt/tags/alignment_slide9_7.xml" ContentType="application/vnd.openxmlformats-officedocument.presentationml.tags+xml"/>
  <Override PartName="/ppt/tags/alignment_slide9_15.xml" ContentType="application/vnd.openxmlformats-officedocument.presentationml.tags+xml"/>
  <Override PartName="/ppt/tags/alignment_slide9_16.xml" ContentType="application/vnd.openxmlformats-officedocument.presentationml.tags+xml"/>
  <Override PartName="/ppt/tags/alignment_slide9_23.xml" ContentType="application/vnd.openxmlformats-officedocument.presentationml.tags+xml"/>
  <Override PartName="/ppt/tags/alignment_slide9_24.xml" ContentType="application/vnd.openxmlformats-officedocument.presentationml.tags+xml"/>
  <Override PartName="/ppt/tags/alignment_slide9_32.xml" ContentType="application/vnd.openxmlformats-officedocument.presentationml.tags+xml"/>
  <Override PartName="/ppt/tags/alignment_slide9_33.xml" ContentType="application/vnd.openxmlformats-officedocument.presentationml.tags+xml"/>
  <Override PartName="/ppt/tags/alignment_slide9_43.xml" ContentType="application/vnd.openxmlformats-officedocument.presentationml.tags+xml"/>
  <Override PartName="/ppt/tags/alignment_slide9_44.xml" ContentType="application/vnd.openxmlformats-officedocument.presentationml.tags+xml"/>
  <Override PartName="/ppt/tags/alignment_slide9_46.xml" ContentType="application/vnd.openxmlformats-officedocument.presentationml.tags+xml"/>
  <Override PartName="/ppt/tags/alignment_slide9_47.xml" ContentType="application/vnd.openxmlformats-officedocument.presentationml.tags+xml"/>
  <Override PartName="/ppt/tags/alignment_slide9_48.xml" ContentType="application/vnd.openxmlformats-officedocument.presentationml.tags+xml"/>
  <Override PartName="/ppt/tags/alignment_slide9_51.xml" ContentType="application/vnd.openxmlformats-officedocument.presentationml.tags+xml"/>
  <Override PartName="/ppt/tags/alignment_slide9_5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10/30/2026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10/30/2026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3" Type="http://schemas.openxmlformats.org/officeDocument/2006/relationships/notesSlide" Target="../notesSlides/notesSlide1.xml"/><Relationship Id="rId12" Type="http://schemas.openxmlformats.org/officeDocument/2006/relationships/slideLayout" Target="../slideLayouts/slideLayout1.xml"/><Relationship Id="rIdAlignment3" Type="http://schemas.openxmlformats.org/officeDocument/2006/relationships/tags" Target="../tags/alignment_slide1_3.xml"/><Relationship Id="rIdAlignment5" Type="http://schemas.openxmlformats.org/officeDocument/2006/relationships/tags" Target="../tags/alignment_slide1_5.xml"/><Relationship Id="rIdAlignment6" Type="http://schemas.openxmlformats.org/officeDocument/2006/relationships/tags" Target="../tags/alignment_slide1_6.xml"/><Relationship Id="rIdAlignment7" Type="http://schemas.openxmlformats.org/officeDocument/2006/relationships/tags" Target="../tags/alignment_slide1_7.xml"/><Relationship Id="rIdAlignment8" Type="http://schemas.openxmlformats.org/officeDocument/2006/relationships/tags" Target="../tags/alignment_slide1_8.xml"/><Relationship Id="rIdAlignment14" Type="http://schemas.openxmlformats.org/officeDocument/2006/relationships/tags" Target="../tags/alignment_slide1_14.xml"/><Relationship Id="rIdAlignment24" Type="http://schemas.openxmlformats.org/officeDocument/2006/relationships/tags" Target="../tags/alignment_slide1_24.xml"/><Relationship Id="rIdAlignment38" Type="http://schemas.openxmlformats.org/officeDocument/2006/relationships/tags" Target="../tags/alignment_slide1_38.xml"/><Relationship Id="rIdAlignment46" Type="http://schemas.openxmlformats.org/officeDocument/2006/relationships/tags" Target="../tags/alignment_slide1_46.xml"/><Relationship Id="rIdAlignment81" Type="http://schemas.openxmlformats.org/officeDocument/2006/relationships/tags" Target="../tags/alignment_slide1_81.xml"/><Relationship Id="rIdAlignment82" Type="http://schemas.openxmlformats.org/officeDocument/2006/relationships/tags" Target="../tags/alignment_slide1_82.xml"/></Relationships>
</file>

<file path=ppt/slides/_rels/slide2.xml.rels><?xml version='1.0' encoding='utf-8' standalone='yes'?>
<ns0:Relationships xmlns:ns0="http://schemas.openxmlformats.org/package/2006/relationships"><ns0:Relationship Id="rId3" Type="http://schemas.openxmlformats.org/officeDocument/2006/relationships/slideLayout" Target="../slideLayouts/slideLayout1.xml"/><ns0:Relationship Id="rId2" Type="http://schemas.openxmlformats.org/officeDocument/2006/relationships/video" Target="../media/opening-film.mp4"/><ns0:Relationship Id="rId1" Type="http://schemas.microsoft.com/office/2007/relationships/media" Target="../media/opening-film.mp4"/><ns0:Relationship Id="rId5" Type="http://schemas.openxmlformats.org/officeDocument/2006/relationships/image" Target="../media/opening-poster.png"/><ns0:Relationship Id="rId4" Type="http://schemas.openxmlformats.org/officeDocument/2006/relationships/notesSlide" Target="../notesSlides/notesSlide2.xml"/></ns0:Relationships>
</file>

<file path=ppt/slides/_rels/slide3.xml.rels><?xml version='1.0' encoding='utf-8' standalone='yes'?>
<Relationships xmlns="http://schemas.openxmlformats.org/package/2006/relationships"><Relationship Id="rId34" Type="http://schemas.openxmlformats.org/officeDocument/2006/relationships/slideLayout" Target="../slideLayouts/slideLayout1.xml"/><Relationship Id="rId35" Type="http://schemas.openxmlformats.org/officeDocument/2006/relationships/notesSlide" Target="../notesSlides/notesSlide3.xml"/><Relationship Id="rIdAlignment3" Type="http://schemas.openxmlformats.org/officeDocument/2006/relationships/tags" Target="../tags/alignment_slide3_3.xml"/><Relationship Id="rIdAlignment4" Type="http://schemas.openxmlformats.org/officeDocument/2006/relationships/tags" Target="../tags/alignment_slide3_4.xml"/><Relationship Id="rIdAlignment8" Type="http://schemas.openxmlformats.org/officeDocument/2006/relationships/tags" Target="../tags/alignment_slide3_8.xml"/><Relationship Id="rIdAlignment16" Type="http://schemas.openxmlformats.org/officeDocument/2006/relationships/tags" Target="../tags/alignment_slide3_16.xml"/><Relationship Id="rIdAlignment17" Type="http://schemas.openxmlformats.org/officeDocument/2006/relationships/tags" Target="../tags/alignment_slide3_17.xml"/><Relationship Id="rIdAlignment18" Type="http://schemas.openxmlformats.org/officeDocument/2006/relationships/tags" Target="../tags/alignment_slide3_18.xml"/><Relationship Id="rIdAlignment19" Type="http://schemas.openxmlformats.org/officeDocument/2006/relationships/tags" Target="../tags/alignment_slide3_19.xml"/><Relationship Id="rIdAlignment25" Type="http://schemas.openxmlformats.org/officeDocument/2006/relationships/tags" Target="../tags/alignment_slide3_25.xml"/><Relationship Id="rIdAlignment27" Type="http://schemas.openxmlformats.org/officeDocument/2006/relationships/tags" Target="../tags/alignment_slide3_27.xml"/><Relationship Id="rIdAlignment28" Type="http://schemas.openxmlformats.org/officeDocument/2006/relationships/tags" Target="../tags/alignment_slide3_28.xml"/><Relationship Id="rIdAlignment30" Type="http://schemas.openxmlformats.org/officeDocument/2006/relationships/tags" Target="../tags/alignment_slide3_30.xml"/><Relationship Id="rIdAlignment31" Type="http://schemas.openxmlformats.org/officeDocument/2006/relationships/tags" Target="../tags/alignment_slide3_31.xml"/><Relationship Id="rIdAlignment33" Type="http://schemas.openxmlformats.org/officeDocument/2006/relationships/tags" Target="../tags/alignment_slide3_33.xml"/><Relationship Id="rIdAlignment34" Type="http://schemas.openxmlformats.org/officeDocument/2006/relationships/tags" Target="../tags/alignment_slide3_34.xml"/><Relationship Id="rIdAlignment36" Type="http://schemas.openxmlformats.org/officeDocument/2006/relationships/tags" Target="../tags/alignment_slide3_36.xml"/><Relationship Id="rIdAlignment37" Type="http://schemas.openxmlformats.org/officeDocument/2006/relationships/tags" Target="../tags/alignment_slide3_37.xml"/><Relationship Id="rIdAlignment55" Type="http://schemas.openxmlformats.org/officeDocument/2006/relationships/tags" Target="../tags/alignment_slide3_55.xml"/><Relationship Id="rIdAlignment57" Type="http://schemas.openxmlformats.org/officeDocument/2006/relationships/tags" Target="../tags/alignment_slide3_57.xml"/><Relationship Id="rIdAlignment58" Type="http://schemas.openxmlformats.org/officeDocument/2006/relationships/tags" Target="../tags/alignment_slide3_58.xml"/><Relationship Id="rIdAlignment60" Type="http://schemas.openxmlformats.org/officeDocument/2006/relationships/tags" Target="../tags/alignment_slide3_60.xml"/><Relationship Id="rIdAlignment61" Type="http://schemas.openxmlformats.org/officeDocument/2006/relationships/tags" Target="../tags/alignment_slide3_61.xml"/><Relationship Id="rIdAlignment63" Type="http://schemas.openxmlformats.org/officeDocument/2006/relationships/tags" Target="../tags/alignment_slide3_63.xml"/><Relationship Id="rIdAlignment64" Type="http://schemas.openxmlformats.org/officeDocument/2006/relationships/tags" Target="../tags/alignment_slide3_64.xml"/><Relationship Id="rIdAlignment67" Type="http://schemas.openxmlformats.org/officeDocument/2006/relationships/tags" Target="../tags/alignment_slide3_67.xml"/><Relationship Id="rIdAlignment72" Type="http://schemas.openxmlformats.org/officeDocument/2006/relationships/tags" Target="../tags/alignment_slide3_72.xml"/><Relationship Id="rIdAlignment75" Type="http://schemas.openxmlformats.org/officeDocument/2006/relationships/tags" Target="../tags/alignment_slide3_75.xml"/><Relationship Id="rIdAlignment81" Type="http://schemas.openxmlformats.org/officeDocument/2006/relationships/tags" Target="../tags/alignment_slide3_81.xml"/><Relationship Id="rIdAlignment82" Type="http://schemas.openxmlformats.org/officeDocument/2006/relationships/tags" Target="../tags/alignment_slide3_82.xml"/><Relationship Id="rIdAlignment83" Type="http://schemas.openxmlformats.org/officeDocument/2006/relationships/tags" Target="../tags/alignment_slide3_83.xml"/><Relationship Id="rIdAlignment84" Type="http://schemas.openxmlformats.org/officeDocument/2006/relationships/tags" Target="../tags/alignment_slide3_84.xml"/><Relationship Id="rIdAlignment88" Type="http://schemas.openxmlformats.org/officeDocument/2006/relationships/tags" Target="../tags/alignment_slide3_88.xml"/><Relationship Id="rIdAlignment91" Type="http://schemas.openxmlformats.org/officeDocument/2006/relationships/tags" Target="../tags/alignment_slide3_91.xml"/><Relationship Id="rIdAlignment92" Type="http://schemas.openxmlformats.org/officeDocument/2006/relationships/tags" Target="../tags/alignment_slide3_92.xml"/></Relationships>
</file>

<file path=ppt/slides/_rels/slide4.xml.rels><?xml version='1.0' encoding='utf-8' standalone='yes'?>
<Relationships xmlns="http://schemas.openxmlformats.org/package/2006/relationships"><Relationship Id="rId20" Type="http://schemas.openxmlformats.org/officeDocument/2006/relationships/notesSlide" Target="../notesSlides/notesSlide4.xml"/><Relationship Id="rId19" Type="http://schemas.openxmlformats.org/officeDocument/2006/relationships/slideLayout" Target="../slideLayouts/slideLayout1.xml"/><Relationship Id="rIdAlignment3" Type="http://schemas.openxmlformats.org/officeDocument/2006/relationships/tags" Target="../tags/alignment_slide4_3.xml"/><Relationship Id="rIdAlignment4" Type="http://schemas.openxmlformats.org/officeDocument/2006/relationships/tags" Target="../tags/alignment_slide4_4.xml"/><Relationship Id="rIdAlignment8" Type="http://schemas.openxmlformats.org/officeDocument/2006/relationships/tags" Target="../tags/alignment_slide4_8.xml"/><Relationship Id="rIdAlignment9" Type="http://schemas.openxmlformats.org/officeDocument/2006/relationships/tags" Target="../tags/alignment_slide4_9.xml"/><Relationship Id="rIdAlignment15" Type="http://schemas.openxmlformats.org/officeDocument/2006/relationships/tags" Target="../tags/alignment_slide4_15.xml"/><Relationship Id="rIdAlignment21" Type="http://schemas.openxmlformats.org/officeDocument/2006/relationships/tags" Target="../tags/alignment_slide4_21.xml"/><Relationship Id="rIdAlignment37" Type="http://schemas.openxmlformats.org/officeDocument/2006/relationships/tags" Target="../tags/alignment_slide4_37.xml"/><Relationship Id="rIdAlignment38" Type="http://schemas.openxmlformats.org/officeDocument/2006/relationships/tags" Target="../tags/alignment_slide4_38.xml"/><Relationship Id="rIdAlignment39" Type="http://schemas.openxmlformats.org/officeDocument/2006/relationships/tags" Target="../tags/alignment_slide4_39.xml"/><Relationship Id="rIdAlignment46" Type="http://schemas.openxmlformats.org/officeDocument/2006/relationships/tags" Target="../tags/alignment_slide4_46.xml"/><Relationship Id="rIdAlignment47" Type="http://schemas.openxmlformats.org/officeDocument/2006/relationships/tags" Target="../tags/alignment_slide4_47.xml"/><Relationship Id="rIdAlignment48" Type="http://schemas.openxmlformats.org/officeDocument/2006/relationships/tags" Target="../tags/alignment_slide4_48.xml"/><Relationship Id="rIdAlignment54" Type="http://schemas.openxmlformats.org/officeDocument/2006/relationships/tags" Target="../tags/alignment_slide4_54.xml"/><Relationship Id="rIdAlignment55" Type="http://schemas.openxmlformats.org/officeDocument/2006/relationships/tags" Target="../tags/alignment_slide4_55.xml"/><Relationship Id="rIdAlignment56" Type="http://schemas.openxmlformats.org/officeDocument/2006/relationships/tags" Target="../tags/alignment_slide4_56.xml"/><Relationship Id="rIdAlignment60" Type="http://schemas.openxmlformats.org/officeDocument/2006/relationships/tags" Target="../tags/alignment_slide4_60.xml"/><Relationship Id="rIdAlignment63" Type="http://schemas.openxmlformats.org/officeDocument/2006/relationships/tags" Target="../tags/alignment_slide4_63.xml"/><Relationship Id="rIdAlignment64" Type="http://schemas.openxmlformats.org/officeDocument/2006/relationships/tags" Target="../tags/alignment_slide4_64.xml"/></Relationships>
</file>

<file path=ppt/slides/_rels/slide5.xml.rels><?xml version='1.0' encoding='utf-8' standalone='yes'?>
<Relationships xmlns="http://schemas.openxmlformats.org/package/2006/relationships"><Relationship Id="rId31" Type="http://schemas.openxmlformats.org/officeDocument/2006/relationships/notesSlide" Target="../notesSlides/notesSlide5.xml"/><Relationship Id="rId30" Type="http://schemas.openxmlformats.org/officeDocument/2006/relationships/slideLayout" Target="../slideLayouts/slideLayout1.xml"/><Relationship Id="rIdAlignment3" Type="http://schemas.openxmlformats.org/officeDocument/2006/relationships/tags" Target="../tags/alignment_slide5_3.xml"/><Relationship Id="rIdAlignment4" Type="http://schemas.openxmlformats.org/officeDocument/2006/relationships/tags" Target="../tags/alignment_slide5_4.xml"/><Relationship Id="rIdAlignment7" Type="http://schemas.openxmlformats.org/officeDocument/2006/relationships/tags" Target="../tags/alignment_slide5_7.xml"/><Relationship Id="rIdAlignment20" Type="http://schemas.openxmlformats.org/officeDocument/2006/relationships/tags" Target="../tags/alignment_slide5_20.xml"/><Relationship Id="rIdAlignment21" Type="http://schemas.openxmlformats.org/officeDocument/2006/relationships/tags" Target="../tags/alignment_slide5_21.xml"/><Relationship Id="rIdAlignment34" Type="http://schemas.openxmlformats.org/officeDocument/2006/relationships/tags" Target="../tags/alignment_slide5_34.xml"/><Relationship Id="rIdAlignment40" Type="http://schemas.openxmlformats.org/officeDocument/2006/relationships/tags" Target="../tags/alignment_slide5_40.xml"/><Relationship Id="rIdAlignment41" Type="http://schemas.openxmlformats.org/officeDocument/2006/relationships/tags" Target="../tags/alignment_slide5_41.xml"/><Relationship Id="rIdAlignment44" Type="http://schemas.openxmlformats.org/officeDocument/2006/relationships/tags" Target="../tags/alignment_slide5_44.xml"/><Relationship Id="rIdAlignment51" Type="http://schemas.openxmlformats.org/officeDocument/2006/relationships/tags" Target="../tags/alignment_slide5_51.xml"/><Relationship Id="rIdAlignment52" Type="http://schemas.openxmlformats.org/officeDocument/2006/relationships/tags" Target="../tags/alignment_slide5_52.xml"/><Relationship Id="rIdAlignment54" Type="http://schemas.openxmlformats.org/officeDocument/2006/relationships/tags" Target="../tags/alignment_slide5_54.xml"/><Relationship Id="rIdAlignment56" Type="http://schemas.openxmlformats.org/officeDocument/2006/relationships/tags" Target="../tags/alignment_slide5_56.xml"/><Relationship Id="rIdAlignment58" Type="http://schemas.openxmlformats.org/officeDocument/2006/relationships/tags" Target="../tags/alignment_slide5_58.xml"/><Relationship Id="rIdAlignment60" Type="http://schemas.openxmlformats.org/officeDocument/2006/relationships/tags" Target="../tags/alignment_slide5_60.xml"/><Relationship Id="rIdAlignment62" Type="http://schemas.openxmlformats.org/officeDocument/2006/relationships/tags" Target="../tags/alignment_slide5_62.xml"/><Relationship Id="rIdAlignment63" Type="http://schemas.openxmlformats.org/officeDocument/2006/relationships/tags" Target="../tags/alignment_slide5_63.xml"/><Relationship Id="rIdAlignment64" Type="http://schemas.openxmlformats.org/officeDocument/2006/relationships/tags" Target="../tags/alignment_slide5_64.xml"/><Relationship Id="rIdAlignment67" Type="http://schemas.openxmlformats.org/officeDocument/2006/relationships/tags" Target="../tags/alignment_slide5_67.xml"/><Relationship Id="rIdAlignment69" Type="http://schemas.openxmlformats.org/officeDocument/2006/relationships/tags" Target="../tags/alignment_slide5_69.xml"/><Relationship Id="rIdAlignment70" Type="http://schemas.openxmlformats.org/officeDocument/2006/relationships/tags" Target="../tags/alignment_slide5_70.xml"/><Relationship Id="rIdAlignment78" Type="http://schemas.openxmlformats.org/officeDocument/2006/relationships/tags" Target="../tags/alignment_slide5_78.xml"/><Relationship Id="rIdAlignment80" Type="http://schemas.openxmlformats.org/officeDocument/2006/relationships/tags" Target="../tags/alignment_slide5_80.xml"/><Relationship Id="rIdAlignment82" Type="http://schemas.openxmlformats.org/officeDocument/2006/relationships/tags" Target="../tags/alignment_slide5_82.xml"/><Relationship Id="rIdAlignment83" Type="http://schemas.openxmlformats.org/officeDocument/2006/relationships/tags" Target="../tags/alignment_slide5_83.xml"/><Relationship Id="rIdAlignment84" Type="http://schemas.openxmlformats.org/officeDocument/2006/relationships/tags" Target="../tags/alignment_slide5_84.xml"/><Relationship Id="rIdAlignment85" Type="http://schemas.openxmlformats.org/officeDocument/2006/relationships/tags" Target="../tags/alignment_slide5_85.xml"/><Relationship Id="rIdAlignment88" Type="http://schemas.openxmlformats.org/officeDocument/2006/relationships/tags" Target="../tags/alignment_slide5_88.xml"/><Relationship Id="rIdAlignment89" Type="http://schemas.openxmlformats.org/officeDocument/2006/relationships/tags" Target="../tags/alignment_slide5_89.xml"/></Relationships>
</file>

<file path=ppt/slides/_rels/slide6.xml.rels><?xml version='1.0' encoding='utf-8' standalone='yes'?>
<Relationships xmlns="http://schemas.openxmlformats.org/package/2006/relationships"><Relationship Id="rId20" Type="http://schemas.openxmlformats.org/officeDocument/2006/relationships/notesSlide" Target="../notesSlides/notesSlide6.xml"/><Relationship Id="rId19" Type="http://schemas.openxmlformats.org/officeDocument/2006/relationships/slideLayout" Target="../slideLayouts/slideLayout1.xml"/><Relationship Id="rIdAlignment3" Type="http://schemas.openxmlformats.org/officeDocument/2006/relationships/tags" Target="../tags/alignment_slide6_3.xml"/><Relationship Id="rIdAlignment4" Type="http://schemas.openxmlformats.org/officeDocument/2006/relationships/tags" Target="../tags/alignment_slide6_4.xml"/><Relationship Id="rIdAlignment8" Type="http://schemas.openxmlformats.org/officeDocument/2006/relationships/tags" Target="../tags/alignment_slide6_8.xml"/><Relationship Id="rIdAlignment13" Type="http://schemas.openxmlformats.org/officeDocument/2006/relationships/tags" Target="../tags/alignment_slide6_13.xml"/><Relationship Id="rIdAlignment14" Type="http://schemas.openxmlformats.org/officeDocument/2006/relationships/tags" Target="../tags/alignment_slide6_14.xml"/><Relationship Id="rIdAlignment18" Type="http://schemas.openxmlformats.org/officeDocument/2006/relationships/tags" Target="../tags/alignment_slide6_18.xml"/><Relationship Id="rIdAlignment29" Type="http://schemas.openxmlformats.org/officeDocument/2006/relationships/tags" Target="../tags/alignment_slide6_29.xml"/><Relationship Id="rIdAlignment30" Type="http://schemas.openxmlformats.org/officeDocument/2006/relationships/tags" Target="../tags/alignment_slide6_30.xml"/><Relationship Id="rIdAlignment34" Type="http://schemas.openxmlformats.org/officeDocument/2006/relationships/tags" Target="../tags/alignment_slide6_34.xml"/><Relationship Id="rIdAlignment41" Type="http://schemas.openxmlformats.org/officeDocument/2006/relationships/tags" Target="../tags/alignment_slide6_41.xml"/><Relationship Id="rIdAlignment42" Type="http://schemas.openxmlformats.org/officeDocument/2006/relationships/tags" Target="../tags/alignment_slide6_42.xml"/><Relationship Id="rIdAlignment46" Type="http://schemas.openxmlformats.org/officeDocument/2006/relationships/tags" Target="../tags/alignment_slide6_46.xml"/><Relationship Id="rIdAlignment53" Type="http://schemas.openxmlformats.org/officeDocument/2006/relationships/tags" Target="../tags/alignment_slide6_53.xml"/><Relationship Id="rIdAlignment54" Type="http://schemas.openxmlformats.org/officeDocument/2006/relationships/tags" Target="../tags/alignment_slide6_54.xml"/><Relationship Id="rIdAlignment64" Type="http://schemas.openxmlformats.org/officeDocument/2006/relationships/tags" Target="../tags/alignment_slide6_64.xml"/><Relationship Id="rIdAlignment66" Type="http://schemas.openxmlformats.org/officeDocument/2006/relationships/tags" Target="../tags/alignment_slide6_66.xml"/><Relationship Id="rIdAlignment69" Type="http://schemas.openxmlformats.org/officeDocument/2006/relationships/tags" Target="../tags/alignment_slide6_69.xml"/><Relationship Id="rIdAlignment70" Type="http://schemas.openxmlformats.org/officeDocument/2006/relationships/tags" Target="../tags/alignment_slide6_70.xml"/></Relationships>
</file>

<file path=ppt/slides/_rels/slide7.xml.rels><?xml version='1.0' encoding='utf-8' standalone='yes'?>
<Relationships xmlns="http://schemas.openxmlformats.org/package/2006/relationships"><Relationship Id="rId21" Type="http://schemas.openxmlformats.org/officeDocument/2006/relationships/notesSlide" Target="../notesSlides/notesSlide7.xml"/><Relationship Id="rId20" Type="http://schemas.openxmlformats.org/officeDocument/2006/relationships/slideLayout" Target="../slideLayouts/slideLayout1.xml"/><Relationship Id="rIdAlignment3" Type="http://schemas.openxmlformats.org/officeDocument/2006/relationships/tags" Target="../tags/alignment_slide7_3.xml"/><Relationship Id="rIdAlignment4" Type="http://schemas.openxmlformats.org/officeDocument/2006/relationships/tags" Target="../tags/alignment_slide7_4.xml"/><Relationship Id="rIdAlignment7" Type="http://schemas.openxmlformats.org/officeDocument/2006/relationships/tags" Target="../tags/alignment_slide7_7.xml"/><Relationship Id="rIdAlignment9" Type="http://schemas.openxmlformats.org/officeDocument/2006/relationships/tags" Target="../tags/alignment_slide7_9.xml"/><Relationship Id="rIdAlignment11" Type="http://schemas.openxmlformats.org/officeDocument/2006/relationships/tags" Target="../tags/alignment_slide7_11.xml"/><Relationship Id="rIdAlignment13" Type="http://schemas.openxmlformats.org/officeDocument/2006/relationships/tags" Target="../tags/alignment_slide7_13.xml"/><Relationship Id="rIdAlignment14" Type="http://schemas.openxmlformats.org/officeDocument/2006/relationships/tags" Target="../tags/alignment_slide7_14.xml"/><Relationship Id="rIdAlignment16" Type="http://schemas.openxmlformats.org/officeDocument/2006/relationships/tags" Target="../tags/alignment_slide7_16.xml"/><Relationship Id="rIdAlignment17" Type="http://schemas.openxmlformats.org/officeDocument/2006/relationships/tags" Target="../tags/alignment_slide7_17.xml"/><Relationship Id="rIdAlignment19" Type="http://schemas.openxmlformats.org/officeDocument/2006/relationships/tags" Target="../tags/alignment_slide7_19.xml"/><Relationship Id="rIdAlignment20" Type="http://schemas.openxmlformats.org/officeDocument/2006/relationships/tags" Target="../tags/alignment_slide7_20.xml"/><Relationship Id="rIdAlignment22" Type="http://schemas.openxmlformats.org/officeDocument/2006/relationships/tags" Target="../tags/alignment_slide7_22.xml"/><Relationship Id="rIdAlignment25" Type="http://schemas.openxmlformats.org/officeDocument/2006/relationships/tags" Target="../tags/alignment_slide7_25.xml"/><Relationship Id="rIdAlignment26" Type="http://schemas.openxmlformats.org/officeDocument/2006/relationships/tags" Target="../tags/alignment_slide7_26.xml"/><Relationship Id="rIdAlignment27" Type="http://schemas.openxmlformats.org/officeDocument/2006/relationships/tags" Target="../tags/alignment_slide7_27.xml"/><Relationship Id="rIdAlignment28" Type="http://schemas.openxmlformats.org/officeDocument/2006/relationships/tags" Target="../tags/alignment_slide7_28.xml"/><Relationship Id="rIdAlignment29" Type="http://schemas.openxmlformats.org/officeDocument/2006/relationships/tags" Target="../tags/alignment_slide7_29.xml"/><Relationship Id="rIdAlignment32" Type="http://schemas.openxmlformats.org/officeDocument/2006/relationships/tags" Target="../tags/alignment_slide7_32.xml"/><Relationship Id="rIdAlignment33" Type="http://schemas.openxmlformats.org/officeDocument/2006/relationships/tags" Target="../tags/alignment_slide7_33.xml"/></Relationships>
</file>

<file path=ppt/slides/_rels/slide8.xml.rels><?xml version='1.0' encoding='utf-8' standalone='yes'?>
<Relationships xmlns="http://schemas.openxmlformats.org/package/2006/relationships"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Relationship Id="rIdAlignment3" Type="http://schemas.openxmlformats.org/officeDocument/2006/relationships/tags" Target="../tags/alignment_slide8_3.xml"/><Relationship Id="rIdAlignment4" Type="http://schemas.openxmlformats.org/officeDocument/2006/relationships/tags" Target="../tags/alignment_slide8_4.xml"/><Relationship Id="rIdAlignment8" Type="http://schemas.openxmlformats.org/officeDocument/2006/relationships/tags" Target="../tags/alignment_slide8_8.xml"/><Relationship Id="rIdAlignment9" Type="http://schemas.openxmlformats.org/officeDocument/2006/relationships/tags" Target="../tags/alignment_slide8_9.xml"/><Relationship Id="rIdAlignment10" Type="http://schemas.openxmlformats.org/officeDocument/2006/relationships/tags" Target="../tags/alignment_slide8_10.xml"/><Relationship Id="rIdAlignment11" Type="http://schemas.openxmlformats.org/officeDocument/2006/relationships/tags" Target="../tags/alignment_slide8_11.xml"/><Relationship Id="rIdAlignment12" Type="http://schemas.openxmlformats.org/officeDocument/2006/relationships/tags" Target="../tags/alignment_slide8_12.xml"/><Relationship Id="rIdAlignment13" Type="http://schemas.openxmlformats.org/officeDocument/2006/relationships/tags" Target="../tags/alignment_slide8_13.xml"/><Relationship Id="rIdAlignment15" Type="http://schemas.openxmlformats.org/officeDocument/2006/relationships/tags" Target="../tags/alignment_slide8_15.xml"/><Relationship Id="rIdAlignment27" Type="http://schemas.openxmlformats.org/officeDocument/2006/relationships/tags" Target="../tags/alignment_slide8_27.xml"/><Relationship Id="rIdAlignment28" Type="http://schemas.openxmlformats.org/officeDocument/2006/relationships/tags" Target="../tags/alignment_slide8_28.xml"/><Relationship Id="rIdAlignment33" Type="http://schemas.openxmlformats.org/officeDocument/2006/relationships/tags" Target="../tags/alignment_slide8_33.xml"/><Relationship Id="rIdAlignment34" Type="http://schemas.openxmlformats.org/officeDocument/2006/relationships/tags" Target="../tags/alignment_slide8_34.xml"/><Relationship Id="rIdAlignment37" Type="http://schemas.openxmlformats.org/officeDocument/2006/relationships/tags" Target="../tags/alignment_slide8_37.xml"/><Relationship Id="rIdAlignment38" Type="http://schemas.openxmlformats.org/officeDocument/2006/relationships/tags" Target="../tags/alignment_slide8_38.xml"/><Relationship Id="rIdAlignment39" Type="http://schemas.openxmlformats.org/officeDocument/2006/relationships/tags" Target="../tags/alignment_slide8_39.xml"/><Relationship Id="rIdAlignment40" Type="http://schemas.openxmlformats.org/officeDocument/2006/relationships/tags" Target="../tags/alignment_slide8_40.xml"/><Relationship Id="rIdAlignment42" Type="http://schemas.openxmlformats.org/officeDocument/2006/relationships/tags" Target="../tags/alignment_slide8_42.xml"/><Relationship Id="rIdAlignment45" Type="http://schemas.openxmlformats.org/officeDocument/2006/relationships/tags" Target="../tags/alignment_slide8_45.xml"/><Relationship Id="rIdAlignment46" Type="http://schemas.openxmlformats.org/officeDocument/2006/relationships/tags" Target="../tags/alignment_slide8_46.xml"/></Relationships>
</file>

<file path=ppt/slides/_rels/slide9.xml.rels><?xml version='1.0' encoding='utf-8' standalone='yes'?>
<Relationships xmlns="http://schemas.openxmlformats.org/package/2006/relationships"><Relationship Id="rId18" Type="http://schemas.openxmlformats.org/officeDocument/2006/relationships/notesSlide" Target="../notesSlides/notesSlide9.xml"/><Relationship Id="rId17" Type="http://schemas.openxmlformats.org/officeDocument/2006/relationships/slideLayout" Target="../slideLayouts/slideLayout1.xml"/><Relationship Id="rIdAlignment3" Type="http://schemas.openxmlformats.org/officeDocument/2006/relationships/tags" Target="../tags/alignment_slide9_3.xml"/><Relationship Id="rIdAlignment4" Type="http://schemas.openxmlformats.org/officeDocument/2006/relationships/tags" Target="../tags/alignment_slide9_4.xml"/><Relationship Id="rIdAlignment7" Type="http://schemas.openxmlformats.org/officeDocument/2006/relationships/tags" Target="../tags/alignment_slide9_7.xml"/><Relationship Id="rIdAlignment15" Type="http://schemas.openxmlformats.org/officeDocument/2006/relationships/tags" Target="../tags/alignment_slide9_15.xml"/><Relationship Id="rIdAlignment16" Type="http://schemas.openxmlformats.org/officeDocument/2006/relationships/tags" Target="../tags/alignment_slide9_16.xml"/><Relationship Id="rIdAlignment23" Type="http://schemas.openxmlformats.org/officeDocument/2006/relationships/tags" Target="../tags/alignment_slide9_23.xml"/><Relationship Id="rIdAlignment24" Type="http://schemas.openxmlformats.org/officeDocument/2006/relationships/tags" Target="../tags/alignment_slide9_24.xml"/><Relationship Id="rIdAlignment32" Type="http://schemas.openxmlformats.org/officeDocument/2006/relationships/tags" Target="../tags/alignment_slide9_32.xml"/><Relationship Id="rIdAlignment33" Type="http://schemas.openxmlformats.org/officeDocument/2006/relationships/tags" Target="../tags/alignment_slide9_33.xml"/><Relationship Id="rIdAlignment43" Type="http://schemas.openxmlformats.org/officeDocument/2006/relationships/tags" Target="../tags/alignment_slide9_43.xml"/><Relationship Id="rIdAlignment44" Type="http://schemas.openxmlformats.org/officeDocument/2006/relationships/tags" Target="../tags/alignment_slide9_44.xml"/><Relationship Id="rIdAlignment46" Type="http://schemas.openxmlformats.org/officeDocument/2006/relationships/tags" Target="../tags/alignment_slide9_46.xml"/><Relationship Id="rIdAlignment47" Type="http://schemas.openxmlformats.org/officeDocument/2006/relationships/tags" Target="../tags/alignment_slide9_47.xml"/><Relationship Id="rIdAlignment48" Type="http://schemas.openxmlformats.org/officeDocument/2006/relationships/tags" Target="../tags/alignment_slide9_48.xml"/><Relationship Id="rIdAlignment51" Type="http://schemas.openxmlformats.org/officeDocument/2006/relationships/tags" Target="../tags/alignment_slide9_51.xml"/><Relationship Id="rIdAlignment52" Type="http://schemas.openxmlformats.org/officeDocument/2006/relationships/tags" Target="../tags/alignment_slide9_52.xml"/></Relationships>
</file>

<file path=ppt/slides/_rels/slide10.xml.rels><?xml version='1.0' encoding='utf-8' standalone='yes'?>
<Relationships xmlns="http://schemas.openxmlformats.org/package/2006/relationships"><Relationship Id="rId25" Type="http://schemas.openxmlformats.org/officeDocument/2006/relationships/notesSlide" Target="../notesSlides/notesSlide10.xml"/><Relationship Id="rId24" Type="http://schemas.openxmlformats.org/officeDocument/2006/relationships/slideLayout" Target="../slideLayouts/slideLayout1.xml"/><Relationship Id="rIdAlignment3" Type="http://schemas.openxmlformats.org/officeDocument/2006/relationships/tags" Target="../tags/alignment_slide10_3.xml"/><Relationship Id="rIdAlignment4" Type="http://schemas.openxmlformats.org/officeDocument/2006/relationships/tags" Target="../tags/alignment_slide10_4.xml"/><Relationship Id="rIdAlignment10" Type="http://schemas.openxmlformats.org/officeDocument/2006/relationships/tags" Target="../tags/alignment_slide10_10.xml"/><Relationship Id="rIdAlignment11" Type="http://schemas.openxmlformats.org/officeDocument/2006/relationships/tags" Target="../tags/alignment_slide10_11.xml"/><Relationship Id="rIdAlignment16" Type="http://schemas.openxmlformats.org/officeDocument/2006/relationships/tags" Target="../tags/alignment_slide10_16.xml"/><Relationship Id="rIdAlignment25" Type="http://schemas.openxmlformats.org/officeDocument/2006/relationships/tags" Target="../tags/alignment_slide10_25.xml"/><Relationship Id="rIdAlignment38" Type="http://schemas.openxmlformats.org/officeDocument/2006/relationships/tags" Target="../tags/alignment_slide10_38.xml"/><Relationship Id="rIdAlignment45" Type="http://schemas.openxmlformats.org/officeDocument/2006/relationships/tags" Target="../tags/alignment_slide10_45.xml"/><Relationship Id="rIdAlignment46" Type="http://schemas.openxmlformats.org/officeDocument/2006/relationships/tags" Target="../tags/alignment_slide10_46.xml"/><Relationship Id="rIdAlignment47" Type="http://schemas.openxmlformats.org/officeDocument/2006/relationships/tags" Target="../tags/alignment_slide10_47.xml"/><Relationship Id="rIdAlignment48" Type="http://schemas.openxmlformats.org/officeDocument/2006/relationships/tags" Target="../tags/alignment_slide10_48.xml"/><Relationship Id="rIdAlignment52" Type="http://schemas.openxmlformats.org/officeDocument/2006/relationships/tags" Target="../tags/alignment_slide10_52.xml"/><Relationship Id="rIdAlignment53" Type="http://schemas.openxmlformats.org/officeDocument/2006/relationships/tags" Target="../tags/alignment_slide10_53.xml"/><Relationship Id="rIdAlignment60" Type="http://schemas.openxmlformats.org/officeDocument/2006/relationships/tags" Target="../tags/alignment_slide10_60.xml"/><Relationship Id="rIdAlignment69" Type="http://schemas.openxmlformats.org/officeDocument/2006/relationships/tags" Target="../tags/alignment_slide10_69.xml"/><Relationship Id="rIdAlignment78" Type="http://schemas.openxmlformats.org/officeDocument/2006/relationships/tags" Target="../tags/alignment_slide10_78.xml"/><Relationship Id="rIdAlignment87" Type="http://schemas.openxmlformats.org/officeDocument/2006/relationships/tags" Target="../tags/alignment_slide10_87.xml"/><Relationship Id="rIdAlignment89" Type="http://schemas.openxmlformats.org/officeDocument/2006/relationships/tags" Target="../tags/alignment_slide10_89.xml"/><Relationship Id="rIdAlignment90" Type="http://schemas.openxmlformats.org/officeDocument/2006/relationships/tags" Target="../tags/alignment_slide10_90.xml"/><Relationship Id="rIdAlignment91" Type="http://schemas.openxmlformats.org/officeDocument/2006/relationships/tags" Target="../tags/alignment_slide10_91.xml"/><Relationship Id="rIdAlignment92" Type="http://schemas.openxmlformats.org/officeDocument/2006/relationships/tags" Target="../tags/alignment_slide10_92.xml"/><Relationship Id="rIdAlignment95" Type="http://schemas.openxmlformats.org/officeDocument/2006/relationships/tags" Target="../tags/alignment_slide10_95.xml"/><Relationship Id="rIdAlignment96" Type="http://schemas.openxmlformats.org/officeDocument/2006/relationships/tags" Target="../tags/alignment_slide10_96.xml"/></Relationships>
</file>

<file path=ppt/slides/_rels/slide11.xml.rels><?xml version='1.0' encoding='utf-8' standalone='yes'?>
<Relationships xmlns="http://schemas.openxmlformats.org/package/2006/relationships"><Relationship Id="rId24" Type="http://schemas.openxmlformats.org/officeDocument/2006/relationships/notesSlide" Target="../notesSlides/notesSlide11.xml"/><Relationship Id="rId23" Type="http://schemas.openxmlformats.org/officeDocument/2006/relationships/slideLayout" Target="../slideLayouts/slideLayout1.xml"/><Relationship Id="rIdAlignment3" Type="http://schemas.openxmlformats.org/officeDocument/2006/relationships/tags" Target="../tags/alignment_slide11_3.xml"/><Relationship Id="rIdAlignment4" Type="http://schemas.openxmlformats.org/officeDocument/2006/relationships/tags" Target="../tags/alignment_slide11_4.xml"/><Relationship Id="rIdAlignment10" Type="http://schemas.openxmlformats.org/officeDocument/2006/relationships/tags" Target="../tags/alignment_slide11_10.xml"/><Relationship Id="rIdAlignment11" Type="http://schemas.openxmlformats.org/officeDocument/2006/relationships/tags" Target="../tags/alignment_slide11_11.xml"/><Relationship Id="rIdAlignment18" Type="http://schemas.openxmlformats.org/officeDocument/2006/relationships/tags" Target="../tags/alignment_slide11_18.xml"/><Relationship Id="rIdAlignment22" Type="http://schemas.openxmlformats.org/officeDocument/2006/relationships/tags" Target="../tags/alignment_slide11_22.xml"/><Relationship Id="rIdAlignment29" Type="http://schemas.openxmlformats.org/officeDocument/2006/relationships/tags" Target="../tags/alignment_slide11_29.xml"/><Relationship Id="rIdAlignment34" Type="http://schemas.openxmlformats.org/officeDocument/2006/relationships/tags" Target="../tags/alignment_slide11_34.xml"/><Relationship Id="rIdAlignment35" Type="http://schemas.openxmlformats.org/officeDocument/2006/relationships/tags" Target="../tags/alignment_slide11_35.xml"/><Relationship Id="rIdAlignment36" Type="http://schemas.openxmlformats.org/officeDocument/2006/relationships/tags" Target="../tags/alignment_slide11_36.xml"/><Relationship Id="rIdAlignment40" Type="http://schemas.openxmlformats.org/officeDocument/2006/relationships/tags" Target="../tags/alignment_slide11_40.xml"/><Relationship Id="rIdAlignment41" Type="http://schemas.openxmlformats.org/officeDocument/2006/relationships/tags" Target="../tags/alignment_slide11_41.xml"/><Relationship Id="rIdAlignment43" Type="http://schemas.openxmlformats.org/officeDocument/2006/relationships/tags" Target="../tags/alignment_slide11_43.xml"/><Relationship Id="rIdAlignment49" Type="http://schemas.openxmlformats.org/officeDocument/2006/relationships/tags" Target="../tags/alignment_slide11_49.xml"/><Relationship Id="rIdAlignment51" Type="http://schemas.openxmlformats.org/officeDocument/2006/relationships/tags" Target="../tags/alignment_slide11_51.xml"/><Relationship Id="rIdAlignment57" Type="http://schemas.openxmlformats.org/officeDocument/2006/relationships/tags" Target="../tags/alignment_slide11_57.xml"/><Relationship Id="rIdAlignment59" Type="http://schemas.openxmlformats.org/officeDocument/2006/relationships/tags" Target="../tags/alignment_slide11_59.xml"/><Relationship Id="rIdAlignment60" Type="http://schemas.openxmlformats.org/officeDocument/2006/relationships/tags" Target="../tags/alignment_slide11_60.xml"/><Relationship Id="rIdAlignment61" Type="http://schemas.openxmlformats.org/officeDocument/2006/relationships/tags" Target="../tags/alignment_slide11_61.xml"/><Relationship Id="rIdAlignment62" Type="http://schemas.openxmlformats.org/officeDocument/2006/relationships/tags" Target="../tags/alignment_slide11_62.xml"/><Relationship Id="rIdAlignment65" Type="http://schemas.openxmlformats.org/officeDocument/2006/relationships/tags" Target="../tags/alignment_slide11_65.xml"/><Relationship Id="rIdAlignment66" Type="http://schemas.openxmlformats.org/officeDocument/2006/relationships/tags" Target="../tags/alignment_slide11_66.xml"/></Relationships>
</file>

<file path=ppt/slides/_rels/slide12.xml.rels><?xml version='1.0' encoding='utf-8' standalone='yes'?>
<Relationships xmlns="http://schemas.openxmlformats.org/package/2006/relationships"><Relationship Id="rId25" Type="http://schemas.openxmlformats.org/officeDocument/2006/relationships/notesSlide" Target="../notesSlides/notesSlide12.xml"/><Relationship Id="rId24" Type="http://schemas.openxmlformats.org/officeDocument/2006/relationships/slideLayout" Target="../slideLayouts/slideLayout1.xml"/><Relationship Id="rIdAlignment3" Type="http://schemas.openxmlformats.org/officeDocument/2006/relationships/tags" Target="../tags/alignment_slide12_3.xml"/><Relationship Id="rIdAlignment4" Type="http://schemas.openxmlformats.org/officeDocument/2006/relationships/tags" Target="../tags/alignment_slide12_4.xml"/><Relationship Id="rIdAlignment10" Type="http://schemas.openxmlformats.org/officeDocument/2006/relationships/tags" Target="../tags/alignment_slide12_10.xml"/><Relationship Id="rIdAlignment11" Type="http://schemas.openxmlformats.org/officeDocument/2006/relationships/tags" Target="../tags/alignment_slide12_11.xml"/><Relationship Id="rIdAlignment13" Type="http://schemas.openxmlformats.org/officeDocument/2006/relationships/tags" Target="../tags/alignment_slide12_13.xml"/><Relationship Id="rIdAlignment48" Type="http://schemas.openxmlformats.org/officeDocument/2006/relationships/tags" Target="../tags/alignment_slide12_48.xml"/><Relationship Id="rIdAlignment54" Type="http://schemas.openxmlformats.org/officeDocument/2006/relationships/tags" Target="../tags/alignment_slide12_54.xml"/><Relationship Id="rIdAlignment56" Type="http://schemas.openxmlformats.org/officeDocument/2006/relationships/tags" Target="../tags/alignment_slide12_56.xml"/><Relationship Id="rIdAlignment57" Type="http://schemas.openxmlformats.org/officeDocument/2006/relationships/tags" Target="../tags/alignment_slide12_57.xml"/><Relationship Id="rIdAlignment58" Type="http://schemas.openxmlformats.org/officeDocument/2006/relationships/tags" Target="../tags/alignment_slide12_58.xml"/><Relationship Id="rIdAlignment59" Type="http://schemas.openxmlformats.org/officeDocument/2006/relationships/tags" Target="../tags/alignment_slide12_59.xml"/><Relationship Id="rIdAlignment63" Type="http://schemas.openxmlformats.org/officeDocument/2006/relationships/tags" Target="../tags/alignment_slide12_63.xml"/><Relationship Id="rIdAlignment64" Type="http://schemas.openxmlformats.org/officeDocument/2006/relationships/tags" Target="../tags/alignment_slide12_64.xml"/><Relationship Id="rIdAlignment66" Type="http://schemas.openxmlformats.org/officeDocument/2006/relationships/tags" Target="../tags/alignment_slide12_66.xml"/><Relationship Id="rIdAlignment74" Type="http://schemas.openxmlformats.org/officeDocument/2006/relationships/tags" Target="../tags/alignment_slide12_74.xml"/><Relationship Id="rIdAlignment82" Type="http://schemas.openxmlformats.org/officeDocument/2006/relationships/tags" Target="../tags/alignment_slide12_82.xml"/><Relationship Id="rIdAlignment92" Type="http://schemas.openxmlformats.org/officeDocument/2006/relationships/tags" Target="../tags/alignment_slide12_92.xml"/><Relationship Id="rIdAlignment100" Type="http://schemas.openxmlformats.org/officeDocument/2006/relationships/tags" Target="../tags/alignment_slide12_100.xml"/><Relationship Id="rIdAlignment101" Type="http://schemas.openxmlformats.org/officeDocument/2006/relationships/tags" Target="../tags/alignment_slide12_101.xml"/><Relationship Id="rIdAlignment102" Type="http://schemas.openxmlformats.org/officeDocument/2006/relationships/tags" Target="../tags/alignment_slide12_102.xml"/><Relationship Id="rIdAlignment103" Type="http://schemas.openxmlformats.org/officeDocument/2006/relationships/tags" Target="../tags/alignment_slide12_103.xml"/><Relationship Id="rIdAlignment106" Type="http://schemas.openxmlformats.org/officeDocument/2006/relationships/tags" Target="../tags/alignment_slide12_106.xml"/><Relationship Id="rIdAlignment107" Type="http://schemas.openxmlformats.org/officeDocument/2006/relationships/tags" Target="../tags/alignment_slide12_1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31" cy="307467"/>
            <a:chOff x="609600" y="257175"/>
            <a:chExt cx="1926431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7805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593217" y="1558957"/>
            <a:ext cx="10911744" cy="3889343"/>
            <a:chOff x="593217" y="1558957"/>
            <a:chExt cx="10911744" cy="3889343"/>
          </a:xfrm>
        </p:grpSpPr>
        <p:sp>
          <p:nvSpPr>
            <p:cNvPr id="5" name="TextBox 5"/>
            <p:cNvSpPr/>
            <p:nvPr>
              <p:custDataLst>
                <p:tags r:id="rIdAlignment5"/>
              </p:custDataLst>
            </p:nvPr>
          </p:nvSpPr>
          <p:spPr>
            <a:xfrm>
              <a:off x="593217" y="1558957"/>
              <a:ext cx="6101429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/>
            <p:nvPr>
              <p:custDataLst>
                <p:tags r:id="rIdAlignment6"/>
              </p:custDataLst>
            </p:nvPr>
          </p:nvSpPr>
          <p:spPr>
            <a:xfrm>
              <a:off x="593217" y="2178082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/>
            <p:nvPr>
              <p:custDataLst>
                <p:tags r:id="rIdAlignment7"/>
              </p:custDataLst>
            </p:nvPr>
          </p:nvSpPr>
          <p:spPr>
            <a:xfrm>
              <a:off x="593217" y="2797207"/>
              <a:ext cx="3065050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/>
            <p:nvPr>
              <p:custDataLst>
                <p:tags r:id="rIdAlignment8"/>
              </p:custDataLst>
            </p:nvPr>
          </p:nvSpPr>
          <p:spPr>
            <a:xfrm>
              <a:off x="598932" y="3841718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15613" y="4878038"/>
              <a:ext cx="416719" cy="416719"/>
              <a:chOff x="715613" y="4878038"/>
              <a:chExt cx="416719" cy="416719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775144" y="4937570"/>
                <a:ext cx="297656" cy="297656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56964" y="5019389"/>
                <a:ext cx="133922" cy="133922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15613" y="4878038"/>
                <a:ext cx="416719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416719" h="416719">
                    <a:moveTo>
                      <a:pt x="126492" y="0"/>
                    </a:moveTo>
                    <a:lnTo>
                      <a:pt x="126492" y="59531"/>
                    </a:lnTo>
                    <a:moveTo>
                      <a:pt x="208312" y="0"/>
                    </a:moveTo>
                    <a:lnTo>
                      <a:pt x="208312" y="59531"/>
                    </a:lnTo>
                    <a:moveTo>
                      <a:pt x="290132" y="0"/>
                    </a:moveTo>
                    <a:lnTo>
                      <a:pt x="290132" y="59531"/>
                    </a:lnTo>
                    <a:moveTo>
                      <a:pt x="126492" y="357188"/>
                    </a:moveTo>
                    <a:lnTo>
                      <a:pt x="126492" y="416719"/>
                    </a:lnTo>
                    <a:moveTo>
                      <a:pt x="208312" y="357188"/>
                    </a:moveTo>
                    <a:lnTo>
                      <a:pt x="208312" y="416719"/>
                    </a:lnTo>
                    <a:moveTo>
                      <a:pt x="290132" y="357188"/>
                    </a:moveTo>
                    <a:lnTo>
                      <a:pt x="290132" y="416719"/>
                    </a:lnTo>
                    <a:moveTo>
                      <a:pt x="0" y="126492"/>
                    </a:moveTo>
                    <a:lnTo>
                      <a:pt x="59531" y="126492"/>
                    </a:lnTo>
                    <a:moveTo>
                      <a:pt x="0" y="208312"/>
                    </a:moveTo>
                    <a:lnTo>
                      <a:pt x="59531" y="208312"/>
                    </a:lnTo>
                    <a:moveTo>
                      <a:pt x="0" y="290132"/>
                    </a:moveTo>
                    <a:lnTo>
                      <a:pt x="59531" y="290132"/>
                    </a:lnTo>
                    <a:moveTo>
                      <a:pt x="357188" y="126492"/>
                    </a:moveTo>
                    <a:lnTo>
                      <a:pt x="416719" y="126492"/>
                    </a:lnTo>
                    <a:moveTo>
                      <a:pt x="357188" y="208312"/>
                    </a:moveTo>
                    <a:lnTo>
                      <a:pt x="416719" y="208312"/>
                    </a:lnTo>
                    <a:moveTo>
                      <a:pt x="357188" y="290132"/>
                    </a:moveTo>
                    <a:lnTo>
                      <a:pt x="416719" y="290132"/>
                    </a:ln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4" name="TextBox 14"/>
            <p:cNvSpPr/>
            <p:nvPr>
              <p:custDataLst>
                <p:tags r:id="rIdAlignment14"/>
              </p:custDataLst>
            </p:nvPr>
          </p:nvSpPr>
          <p:spPr>
            <a:xfrm>
              <a:off x="140160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2852452" y="4892897"/>
              <a:ext cx="394430" cy="386905"/>
              <a:chOff x="2852452" y="4892897"/>
              <a:chExt cx="394430" cy="38690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2852452" y="4944999"/>
                <a:ext cx="282797" cy="297656"/>
              </a:xfrm>
              <a:custGeom>
                <a:avLst/>
                <a:gdLst/>
                <a:ahLst/>
                <a:cxnLst/>
                <a:rect l="l" t="t" r="r" b="b"/>
                <a:pathLst>
                  <a:path w="282797" h="297656">
                    <a:moveTo>
                      <a:pt x="0" y="0"/>
                    </a:moveTo>
                    <a:lnTo>
                      <a:pt x="0" y="230696"/>
                    </a:lnTo>
                    <a:cubicBezTo>
                      <a:pt x="0" y="297656"/>
                      <a:pt x="282797" y="297656"/>
                      <a:pt x="282797" y="230696"/>
                    </a:cubicBezTo>
                    <a:lnTo>
                      <a:pt x="282797" y="0"/>
                    </a:lnTo>
                  </a:path>
                </a:pathLst>
              </a:cu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2852452" y="4892897"/>
                <a:ext cx="282797" cy="104204"/>
              </a:xfrm>
              <a:prstGeom prst="ellipse">
                <a:avLst/>
              </a:pr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852452" y="5049107"/>
                <a:ext cx="282797" cy="67056"/>
              </a:xfrm>
              <a:custGeom>
                <a:avLst/>
                <a:gdLst/>
                <a:ahLst/>
                <a:cxnLst/>
                <a:rect l="l" t="t" r="r" b="b"/>
                <a:pathLst>
                  <a:path w="282797" h="67056">
                    <a:moveTo>
                      <a:pt x="0" y="0"/>
                    </a:moveTo>
                    <a:cubicBezTo>
                      <a:pt x="0" y="67056"/>
                      <a:pt x="282797" y="67056"/>
                      <a:pt x="282797" y="0"/>
                    </a:cubicBez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038475" y="5064062"/>
                <a:ext cx="163735" cy="163735"/>
              </a:xfrm>
              <a:prstGeom prst="ellipse">
                <a:avLst/>
              </a:prstGeom>
              <a:solidFill>
                <a:srgbClr val="F4F7FA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179826" y="5205412"/>
                <a:ext cx="67056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67056" h="74390">
                    <a:moveTo>
                      <a:pt x="0" y="0"/>
                    </a:moveTo>
                    <a:lnTo>
                      <a:pt x="67056" y="74390"/>
                    </a:lnTo>
                  </a:path>
                </a:pathLst>
              </a:custGeom>
              <a:solidFill>
                <a:srgbClr val="FFFFFF"/>
              </a:solidFill>
              <a:ln w="29766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4" name="TextBox 24"/>
            <p:cNvSpPr/>
            <p:nvPr>
              <p:custDataLst>
                <p:tags r:id="rIdAlignment24"/>
              </p:custDataLst>
            </p:nvPr>
          </p:nvSpPr>
          <p:spPr>
            <a:xfrm>
              <a:off x="351615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995291" y="4881753"/>
              <a:ext cx="267938" cy="361664"/>
              <a:chOff x="4995291" y="4881753"/>
              <a:chExt cx="267938" cy="361664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995291" y="4881753"/>
                <a:ext cx="267938" cy="36166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6697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055584" y="4968812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055584" y="5042440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055584" y="5116163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055584" y="5189792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202460" y="5135785"/>
              <a:ext cx="148780" cy="148780"/>
              <a:chOff x="5202460" y="5135785"/>
              <a:chExt cx="148780" cy="14878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202460" y="5135785"/>
                <a:ext cx="148780" cy="148780"/>
              </a:xfrm>
              <a:prstGeom prst="ellipse">
                <a:avLst/>
              </a:prstGeom>
              <a:solidFill>
                <a:srgbClr val="EDF3FA"/>
              </a:solidFill>
              <a:ln w="7441">
                <a:solidFill>
                  <a:srgbClr val="245EA8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235130" y="5210175"/>
                <a:ext cx="29813" cy="29813"/>
              </a:xfrm>
              <a:custGeom>
                <a:avLst/>
                <a:gdLst/>
                <a:ahLst/>
                <a:cxnLst/>
                <a:rect l="l" t="t" r="r" b="b"/>
                <a:pathLst>
                  <a:path w="29813" h="29813">
                    <a:moveTo>
                      <a:pt x="0" y="0"/>
                    </a:moveTo>
                    <a:lnTo>
                      <a:pt x="29813" y="29813"/>
                    </a:lnTo>
                  </a:path>
                </a:pathLst>
              </a:custGeom>
              <a:noFill/>
              <a:ln w="11906" cap="rnd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264944" y="5177409"/>
                <a:ext cx="56579" cy="62579"/>
              </a:xfrm>
              <a:custGeom>
                <a:avLst/>
                <a:gdLst/>
                <a:ahLst/>
                <a:cxnLst/>
                <a:rect l="l" t="t" r="r" b="b"/>
                <a:pathLst>
                  <a:path w="56579" h="62579">
                    <a:moveTo>
                      <a:pt x="0" y="62579"/>
                    </a:moveTo>
                    <a:lnTo>
                      <a:pt x="56579" y="0"/>
                    </a:lnTo>
                  </a:path>
                </a:pathLst>
              </a:custGeom>
              <a:noFill/>
              <a:ln w="11906" cap="rnd">
                <a:solidFill>
                  <a:srgbClr val="245EA8"/>
                </a:solidFill>
              </a:ln>
            </p:spPr>
          </p:sp>
        </p:grpSp>
        <p:sp>
          <p:nvSpPr>
            <p:cNvPr id="38" name="TextBox 38"/>
            <p:cNvSpPr/>
            <p:nvPr>
              <p:custDataLst>
                <p:tags r:id="rIdAlignment38"/>
              </p:custDataLst>
            </p:nvPr>
          </p:nvSpPr>
          <p:spPr>
            <a:xfrm>
              <a:off x="563070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11270" y="4885468"/>
              <a:ext cx="349758" cy="409194"/>
              <a:chOff x="7111270" y="4885468"/>
              <a:chExt cx="349758" cy="409194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11270" y="4885468"/>
                <a:ext cx="312610" cy="401765"/>
              </a:xfrm>
              <a:custGeom>
                <a:avLst/>
                <a:gdLst/>
                <a:ahLst/>
                <a:cxnLst/>
                <a:rect l="l" t="t" r="r" b="b"/>
                <a:pathLst>
                  <a:path w="312610" h="401765">
                    <a:moveTo>
                      <a:pt x="156305" y="0"/>
                    </a:moveTo>
                    <a:lnTo>
                      <a:pt x="312610" y="66961"/>
                    </a:lnTo>
                    <a:lnTo>
                      <a:pt x="312610" y="186023"/>
                    </a:lnTo>
                    <a:cubicBezTo>
                      <a:pt x="312610" y="282702"/>
                      <a:pt x="238125" y="349663"/>
                      <a:pt x="156305" y="401765"/>
                    </a:cubicBezTo>
                    <a:cubicBezTo>
                      <a:pt x="74485" y="349663"/>
                      <a:pt x="0" y="282702"/>
                      <a:pt x="0" y="186023"/>
                    </a:cubicBezTo>
                    <a:lnTo>
                      <a:pt x="0" y="66961"/>
                    </a:lnTo>
                    <a:close/>
                  </a:path>
                </a:pathLst>
              </a:cu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185755" y="5011960"/>
                <a:ext cx="171164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71164" h="119062">
                    <a:moveTo>
                      <a:pt x="0" y="59531"/>
                    </a:moveTo>
                    <a:lnTo>
                      <a:pt x="59531" y="119062"/>
                    </a:lnTo>
                    <a:lnTo>
                      <a:pt x="171164" y="0"/>
                    </a:lnTo>
                  </a:path>
                </a:pathLst>
              </a:custGeom>
              <a:noFill/>
              <a:ln w="29766" cap="rnd">
                <a:solidFill>
                  <a:srgbClr val="245EA8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364349" y="5168170"/>
                <a:ext cx="96679" cy="126492"/>
              </a:xfrm>
              <a:custGeom>
                <a:avLst/>
                <a:gdLst/>
                <a:ahLst/>
                <a:cxnLst/>
                <a:rect l="l" t="t" r="r" b="b"/>
                <a:pathLst>
                  <a:path w="96679" h="126492">
                    <a:moveTo>
                      <a:pt x="22289" y="0"/>
                    </a:moveTo>
                    <a:lnTo>
                      <a:pt x="96679" y="0"/>
                    </a:lnTo>
                    <a:lnTo>
                      <a:pt x="96679" y="89344"/>
                    </a:lnTo>
                    <a:lnTo>
                      <a:pt x="0" y="89344"/>
                    </a:lnTo>
                    <a:moveTo>
                      <a:pt x="37147" y="52102"/>
                    </a:moveTo>
                    <a:lnTo>
                      <a:pt x="0" y="89344"/>
                    </a:lnTo>
                    <a:lnTo>
                      <a:pt x="37147" y="126492"/>
                    </a:ln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46" name="TextBox 46"/>
            <p:cNvSpPr/>
            <p:nvPr>
              <p:custDataLst>
                <p:tags r:id="rIdAlignment46"/>
              </p:custDataLst>
            </p:nvPr>
          </p:nvSpPr>
          <p:spPr>
            <a:xfrm>
              <a:off x="774525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grpSp>
          <p:nvGrpSpPr>
            <p:cNvPr id="78" name="Group 78"/>
            <p:cNvGrpSpPr/>
            <p:nvPr/>
          </p:nvGrpSpPr>
          <p:grpSpPr>
            <a:xfrm>
              <a:off x="8954738" y="1639538"/>
              <a:ext cx="2550223" cy="2550224"/>
              <a:chOff x="8954738" y="1639538"/>
              <a:chExt cx="2550223" cy="2550224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217819" y="1902619"/>
                <a:ext cx="2024062" cy="2024062"/>
              </a:xfrm>
              <a:prstGeom prst="ellipse">
                <a:avLst/>
              </a:prstGeom>
              <a:solidFill>
                <a:srgbClr val="EDF3FA"/>
              </a:solidFill>
              <a:ln w="40481">
                <a:solidFill>
                  <a:srgbClr val="D7E1EA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217819" y="1902619"/>
                <a:ext cx="2024062" cy="2024062"/>
              </a:xfrm>
              <a:custGeom>
                <a:avLst/>
                <a:gdLst/>
                <a:ahLst/>
                <a:cxnLst/>
                <a:rect l="l" t="t" r="r" b="b"/>
                <a:pathLst>
                  <a:path w="2024062" h="2024062">
                    <a:moveTo>
                      <a:pt x="1012031" y="0"/>
                    </a:moveTo>
                    <a:cubicBezTo>
                      <a:pt x="1686687" y="0"/>
                      <a:pt x="2024062" y="337375"/>
                      <a:pt x="2024062" y="1012031"/>
                    </a:cubicBezTo>
                    <a:cubicBezTo>
                      <a:pt x="2024062" y="1686687"/>
                      <a:pt x="1686687" y="2024062"/>
                      <a:pt x="1012031" y="2024062"/>
                    </a:cubicBezTo>
                    <a:cubicBezTo>
                      <a:pt x="337375" y="2024062"/>
                      <a:pt x="0" y="1686687"/>
                      <a:pt x="0" y="1012031"/>
                    </a:cubicBezTo>
                    <a:cubicBezTo>
                      <a:pt x="0" y="337375"/>
                      <a:pt x="337375" y="0"/>
                      <a:pt x="1012031" y="0"/>
                    </a:cubicBezTo>
                  </a:path>
                </a:pathLst>
              </a:custGeom>
              <a:noFill/>
              <a:ln w="52626">
                <a:solidFill>
                  <a:srgbClr val="245EA8"/>
                </a:solidFill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9884474" y="2470594"/>
                <a:ext cx="772953" cy="904495"/>
                <a:chOff x="9884474" y="2470594"/>
                <a:chExt cx="772953" cy="904495"/>
              </a:xfrm>
            </p:grpSpPr>
            <p:sp>
              <p:nvSpPr>
                <p:cNvPr id="49" name="Freeform 49"/>
                <p:cNvSpPr/>
                <p:nvPr/>
              </p:nvSpPr>
              <p:spPr>
                <a:xfrm>
                  <a:off x="9884474" y="2470594"/>
                  <a:ext cx="690753" cy="8881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0753" h="888111">
                      <a:moveTo>
                        <a:pt x="345376" y="0"/>
                      </a:moveTo>
                      <a:lnTo>
                        <a:pt x="690753" y="148019"/>
                      </a:lnTo>
                      <a:lnTo>
                        <a:pt x="690753" y="411194"/>
                      </a:lnTo>
                      <a:cubicBezTo>
                        <a:pt x="690753" y="624935"/>
                        <a:pt x="526256" y="772954"/>
                        <a:pt x="345376" y="888111"/>
                      </a:cubicBezTo>
                      <a:cubicBezTo>
                        <a:pt x="164497" y="772954"/>
                        <a:pt x="0" y="624935"/>
                        <a:pt x="0" y="411194"/>
                      </a:cubicBezTo>
                      <a:lnTo>
                        <a:pt x="0" y="14801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49337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10048970" y="2750153"/>
                  <a:ext cx="378238" cy="2631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38" h="263176">
                      <a:moveTo>
                        <a:pt x="0" y="131635"/>
                      </a:moveTo>
                      <a:lnTo>
                        <a:pt x="131540" y="263176"/>
                      </a:lnTo>
                      <a:lnTo>
                        <a:pt x="378238" y="0"/>
                      </a:lnTo>
                    </a:path>
                  </a:pathLst>
                </a:custGeom>
                <a:noFill/>
                <a:ln w="65782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0443686" y="3095530"/>
                  <a:ext cx="213741" cy="279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741" h="279559">
                      <a:moveTo>
                        <a:pt x="49340" y="0"/>
                      </a:moveTo>
                      <a:lnTo>
                        <a:pt x="213741" y="0"/>
                      </a:lnTo>
                      <a:lnTo>
                        <a:pt x="213741" y="197358"/>
                      </a:lnTo>
                      <a:lnTo>
                        <a:pt x="0" y="197358"/>
                      </a:lnTo>
                      <a:moveTo>
                        <a:pt x="82201" y="115157"/>
                      </a:moveTo>
                      <a:lnTo>
                        <a:pt x="0" y="197358"/>
                      </a:lnTo>
                      <a:lnTo>
                        <a:pt x="82201" y="279559"/>
                      </a:lnTo>
                    </a:path>
                  </a:pathLst>
                </a:custGeom>
                <a:noFill/>
                <a:ln w="49337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53" name="Ellipse 53"/>
              <p:cNvSpPr/>
              <p:nvPr/>
            </p:nvSpPr>
            <p:spPr>
              <a:xfrm>
                <a:off x="9966770" y="1639538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10052780" y="1725549"/>
                <a:ext cx="354139" cy="354140"/>
                <a:chOff x="10052780" y="1725549"/>
                <a:chExt cx="354139" cy="354140"/>
              </a:xfrm>
            </p:grpSpPr>
            <p:sp>
              <p:nvSpPr>
                <p:cNvPr id="54" name="Rectangle 54"/>
                <p:cNvSpPr/>
                <p:nvPr/>
              </p:nvSpPr>
              <p:spPr>
                <a:xfrm>
                  <a:off x="10103358" y="1776127"/>
                  <a:ext cx="252984" cy="252984"/>
                </a:xfrm>
                <a:prstGeom prst="roundRect">
                  <a:avLst>
                    <a:gd name="adj" fmla="val 12500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5" name="Rectangle 55"/>
                <p:cNvSpPr/>
                <p:nvPr/>
              </p:nvSpPr>
              <p:spPr>
                <a:xfrm>
                  <a:off x="10172890" y="1845659"/>
                  <a:ext cx="113824" cy="11382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4F7FA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10052780" y="1725549"/>
                  <a:ext cx="354139" cy="354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4139" h="354140">
                      <a:moveTo>
                        <a:pt x="107537" y="0"/>
                      </a:moveTo>
                      <a:lnTo>
                        <a:pt x="107537" y="50578"/>
                      </a:lnTo>
                      <a:moveTo>
                        <a:pt x="177070" y="0"/>
                      </a:moveTo>
                      <a:lnTo>
                        <a:pt x="177070" y="50578"/>
                      </a:lnTo>
                      <a:moveTo>
                        <a:pt x="246602" y="0"/>
                      </a:moveTo>
                      <a:lnTo>
                        <a:pt x="246602" y="50578"/>
                      </a:lnTo>
                      <a:moveTo>
                        <a:pt x="107537" y="303562"/>
                      </a:moveTo>
                      <a:lnTo>
                        <a:pt x="107537" y="354140"/>
                      </a:lnTo>
                      <a:moveTo>
                        <a:pt x="177070" y="303562"/>
                      </a:moveTo>
                      <a:lnTo>
                        <a:pt x="177070" y="354140"/>
                      </a:lnTo>
                      <a:moveTo>
                        <a:pt x="246602" y="303562"/>
                      </a:moveTo>
                      <a:lnTo>
                        <a:pt x="246602" y="354140"/>
                      </a:lnTo>
                      <a:moveTo>
                        <a:pt x="0" y="107537"/>
                      </a:moveTo>
                      <a:lnTo>
                        <a:pt x="50578" y="107537"/>
                      </a:lnTo>
                      <a:moveTo>
                        <a:pt x="0" y="177070"/>
                      </a:moveTo>
                      <a:lnTo>
                        <a:pt x="50578" y="177070"/>
                      </a:lnTo>
                      <a:moveTo>
                        <a:pt x="0" y="246602"/>
                      </a:moveTo>
                      <a:lnTo>
                        <a:pt x="50578" y="246602"/>
                      </a:lnTo>
                      <a:moveTo>
                        <a:pt x="303562" y="107537"/>
                      </a:moveTo>
                      <a:lnTo>
                        <a:pt x="354139" y="107537"/>
                      </a:lnTo>
                      <a:moveTo>
                        <a:pt x="303562" y="177070"/>
                      </a:moveTo>
                      <a:lnTo>
                        <a:pt x="354139" y="177070"/>
                      </a:lnTo>
                      <a:moveTo>
                        <a:pt x="303562" y="246602"/>
                      </a:moveTo>
                      <a:lnTo>
                        <a:pt x="354139" y="246602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58" name="Ellipse 58"/>
              <p:cNvSpPr/>
              <p:nvPr/>
            </p:nvSpPr>
            <p:spPr>
              <a:xfrm>
                <a:off x="10978705" y="2651570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11083766" y="2750153"/>
                <a:ext cx="335185" cy="328994"/>
                <a:chOff x="11083766" y="2750153"/>
                <a:chExt cx="335185" cy="328994"/>
              </a:xfrm>
            </p:grpSpPr>
            <p:sp>
              <p:nvSpPr>
                <p:cNvPr id="59" name="Freeform 59"/>
                <p:cNvSpPr/>
                <p:nvPr/>
              </p:nvSpPr>
              <p:spPr>
                <a:xfrm>
                  <a:off x="11083766" y="2794444"/>
                  <a:ext cx="240316" cy="2530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16" h="253079">
                      <a:moveTo>
                        <a:pt x="0" y="0"/>
                      </a:moveTo>
                      <a:lnTo>
                        <a:pt x="0" y="196120"/>
                      </a:lnTo>
                      <a:cubicBezTo>
                        <a:pt x="0" y="253079"/>
                        <a:pt x="240316" y="253079"/>
                        <a:pt x="240316" y="196120"/>
                      </a:cubicBezTo>
                      <a:lnTo>
                        <a:pt x="240316" y="0"/>
                      </a:lnTo>
                    </a:path>
                  </a:pathLst>
                </a:cu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0" name="Ellipse 60"/>
                <p:cNvSpPr/>
                <p:nvPr/>
              </p:nvSpPr>
              <p:spPr>
                <a:xfrm>
                  <a:off x="11083766" y="2750153"/>
                  <a:ext cx="240316" cy="88582"/>
                </a:xfrm>
                <a:prstGeom prst="ellipse">
                  <a:avLst/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11083766" y="2883027"/>
                  <a:ext cx="240316" cy="56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16" h="56960">
                      <a:moveTo>
                        <a:pt x="0" y="0"/>
                      </a:moveTo>
                      <a:cubicBezTo>
                        <a:pt x="0" y="56960"/>
                        <a:pt x="240316" y="56960"/>
                        <a:pt x="240316" y="0"/>
                      </a:cubicBez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2" name="Ellipse 62"/>
                <p:cNvSpPr/>
                <p:nvPr/>
              </p:nvSpPr>
              <p:spPr>
                <a:xfrm>
                  <a:off x="11241881" y="2895695"/>
                  <a:ext cx="139160" cy="139160"/>
                </a:xfrm>
                <a:prstGeom prst="ellipse">
                  <a:avLst/>
                </a:prstGeom>
                <a:solidFill>
                  <a:srgbClr val="F4F7FA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1362087" y="3015806"/>
                  <a:ext cx="56864" cy="63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64" h="63341">
                      <a:moveTo>
                        <a:pt x="0" y="0"/>
                      </a:moveTo>
                      <a:lnTo>
                        <a:pt x="56864" y="63341"/>
                      </a:lnTo>
                    </a:path>
                  </a:pathLst>
                </a:custGeom>
                <a:solidFill>
                  <a:srgbClr val="FFFFFF"/>
                </a:solidFill>
                <a:ln w="25301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65" name="Ellipse 65"/>
              <p:cNvSpPr/>
              <p:nvPr/>
            </p:nvSpPr>
            <p:spPr>
              <a:xfrm>
                <a:off x="9966770" y="3663506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10071735" y="3774853"/>
                <a:ext cx="316230" cy="303657"/>
                <a:chOff x="10071735" y="3774853"/>
                <a:chExt cx="316230" cy="303657"/>
              </a:xfrm>
            </p:grpSpPr>
            <p:sp>
              <p:nvSpPr>
                <p:cNvPr id="66" name="Rectangle 66"/>
                <p:cNvSpPr/>
                <p:nvPr/>
              </p:nvSpPr>
              <p:spPr>
                <a:xfrm>
                  <a:off x="10071735" y="3774853"/>
                  <a:ext cx="316230" cy="303562"/>
                </a:xfrm>
                <a:prstGeom prst="roundRect">
                  <a:avLst>
                    <a:gd name="adj" fmla="val 8333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10071735" y="3774853"/>
                  <a:ext cx="316230" cy="3036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6230" h="303657">
                      <a:moveTo>
                        <a:pt x="0" y="101251"/>
                      </a:moveTo>
                      <a:lnTo>
                        <a:pt x="316230" y="101251"/>
                      </a:lnTo>
                      <a:moveTo>
                        <a:pt x="0" y="202406"/>
                      </a:moveTo>
                      <a:lnTo>
                        <a:pt x="316230" y="202406"/>
                      </a:lnTo>
                      <a:moveTo>
                        <a:pt x="101155" y="0"/>
                      </a:moveTo>
                      <a:lnTo>
                        <a:pt x="101155" y="101251"/>
                      </a:lnTo>
                      <a:moveTo>
                        <a:pt x="227647" y="0"/>
                      </a:moveTo>
                      <a:lnTo>
                        <a:pt x="227647" y="101251"/>
                      </a:lnTo>
                      <a:moveTo>
                        <a:pt x="56960" y="101251"/>
                      </a:moveTo>
                      <a:lnTo>
                        <a:pt x="56960" y="202406"/>
                      </a:lnTo>
                      <a:moveTo>
                        <a:pt x="189738" y="101251"/>
                      </a:moveTo>
                      <a:lnTo>
                        <a:pt x="189738" y="202406"/>
                      </a:lnTo>
                      <a:moveTo>
                        <a:pt x="101155" y="202406"/>
                      </a:moveTo>
                      <a:lnTo>
                        <a:pt x="101155" y="303657"/>
                      </a:lnTo>
                      <a:moveTo>
                        <a:pt x="227647" y="202406"/>
                      </a:moveTo>
                      <a:lnTo>
                        <a:pt x="227647" y="303657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69" name="Ellipse 69"/>
              <p:cNvSpPr/>
              <p:nvPr/>
            </p:nvSpPr>
            <p:spPr>
              <a:xfrm>
                <a:off x="8954738" y="2651570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9034367" y="2743867"/>
                <a:ext cx="366903" cy="335185"/>
                <a:chOff x="9034367" y="2743867"/>
                <a:chExt cx="366903" cy="335185"/>
              </a:xfrm>
            </p:grpSpPr>
            <p:sp>
              <p:nvSpPr>
                <p:cNvPr id="70" name="Rectangle 70"/>
                <p:cNvSpPr/>
                <p:nvPr/>
              </p:nvSpPr>
              <p:spPr>
                <a:xfrm>
                  <a:off x="9091327" y="2743867"/>
                  <a:ext cx="252984" cy="126492"/>
                </a:xfrm>
                <a:prstGeom prst="roundRect">
                  <a:avLst>
                    <a:gd name="adj" fmla="val 20000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9078658" y="2870359"/>
                  <a:ext cx="278321" cy="1264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321" h="126492">
                      <a:moveTo>
                        <a:pt x="139160" y="0"/>
                      </a:moveTo>
                      <a:lnTo>
                        <a:pt x="139160" y="82201"/>
                      </a:lnTo>
                      <a:moveTo>
                        <a:pt x="0" y="82201"/>
                      </a:moveTo>
                      <a:lnTo>
                        <a:pt x="278321" y="82201"/>
                      </a:lnTo>
                      <a:moveTo>
                        <a:pt x="0" y="82201"/>
                      </a:moveTo>
                      <a:lnTo>
                        <a:pt x="0" y="126492"/>
                      </a:lnTo>
                      <a:moveTo>
                        <a:pt x="139160" y="82201"/>
                      </a:moveTo>
                      <a:lnTo>
                        <a:pt x="139160" y="126492"/>
                      </a:lnTo>
                      <a:moveTo>
                        <a:pt x="278321" y="82201"/>
                      </a:moveTo>
                      <a:lnTo>
                        <a:pt x="278321" y="126492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2" name="Rectangle 72"/>
                <p:cNvSpPr/>
                <p:nvPr/>
              </p:nvSpPr>
              <p:spPr>
                <a:xfrm>
                  <a:off x="9034367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3" name="Rectangle 73"/>
                <p:cNvSpPr/>
                <p:nvPr/>
              </p:nvSpPr>
              <p:spPr>
                <a:xfrm>
                  <a:off x="9173528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4" name="Rectangle 74"/>
                <p:cNvSpPr/>
                <p:nvPr/>
              </p:nvSpPr>
              <p:spPr>
                <a:xfrm>
                  <a:off x="9312688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9141904" y="2807113"/>
                  <a:ext cx="15182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829" h="9525">
                      <a:moveTo>
                        <a:pt x="0" y="0"/>
                      </a:moveTo>
                      <a:lnTo>
                        <a:pt x="151829" y="0"/>
                      </a:lnTo>
                    </a:path>
                  </a:pathLst>
                </a:cu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77" name="Ellipse 77"/>
              <p:cNvSpPr/>
              <p:nvPr/>
            </p:nvSpPr>
            <p:spPr>
              <a:xfrm>
                <a:off x="10857262" y="2125313"/>
                <a:ext cx="161925" cy="161925"/>
              </a:xfrm>
              <a:prstGeom prst="ellipse">
                <a:avLst/>
              </a:prstGeom>
              <a:solidFill>
                <a:srgbClr val="E3A338"/>
              </a:solidFill>
              <a:ln>
                <a:noFill/>
              </a:ln>
            </p:spPr>
          </p:sp>
        </p:grpSp>
      </p:grpSp>
      <p:grpSp>
        <p:nvGrpSpPr>
          <p:cNvPr id="9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81" name="TextBox 81"/>
            <p:cNvSpPr/>
            <p:nvPr>
              <p:custDataLst>
                <p:tags r:id="rIdAlignment8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/>
            <p:nvPr>
              <p:custDataLst>
                <p:tags r:id="rIdAlignment8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696587" cy="1085850"/>
            <a:chOff x="593598" y="257175"/>
            <a:chExt cx="4696587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54809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89" name="page-content"/>
          <p:cNvGrpSpPr/>
          <p:nvPr/>
        </p:nvGrpSpPr>
        <p:grpSpPr>
          <a:xfrm>
            <a:off x="47625" y="1504950"/>
            <a:ext cx="11991975" cy="4824889"/>
            <a:chOff x="47625" y="1504950"/>
            <a:chExt cx="11991975" cy="4824889"/>
          </a:xfrm>
        </p:grpSpPr>
        <p:sp>
          <p:nvSpPr>
            <p:cNvPr id="7" name="Rectangle 7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sp>
          <p:nvSpPr>
            <p:cNvPr id="8" name="TextBox 8"/>
            <p:cNvSpPr/>
            <p:nvPr>
              <p:custDataLst>
                <p:tags r:id="rIdAlignment8"/>
              </p:custDataLst>
            </p:nvPr>
          </p:nvSpPr>
          <p:spPr>
            <a:xfrm>
              <a:off x="314706" y="1593818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824895" y="1568386"/>
              <a:ext cx="293560" cy="268225"/>
              <a:chOff x="1824895" y="1568386"/>
              <a:chExt cx="293560" cy="2682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870520" y="1568386"/>
                <a:ext cx="202406" cy="101155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860328" y="1669542"/>
                <a:ext cx="222694" cy="101251"/>
              </a:xfrm>
              <a:custGeom>
                <a:avLst/>
                <a:gdLst/>
                <a:ahLst/>
                <a:cxnLst/>
                <a:rect l="l" t="t" r="r" b="b"/>
                <a:pathLst>
                  <a:path w="222694" h="101251">
                    <a:moveTo>
                      <a:pt x="111347" y="0"/>
                    </a:moveTo>
                    <a:lnTo>
                      <a:pt x="111347" y="65818"/>
                    </a:lnTo>
                    <a:moveTo>
                      <a:pt x="0" y="65818"/>
                    </a:moveTo>
                    <a:lnTo>
                      <a:pt x="222694" y="65818"/>
                    </a:lnTo>
                    <a:moveTo>
                      <a:pt x="0" y="65818"/>
                    </a:moveTo>
                    <a:lnTo>
                      <a:pt x="0" y="101251"/>
                    </a:lnTo>
                    <a:moveTo>
                      <a:pt x="111347" y="65818"/>
                    </a:moveTo>
                    <a:lnTo>
                      <a:pt x="111347" y="101251"/>
                    </a:lnTo>
                    <a:moveTo>
                      <a:pt x="222694" y="65818"/>
                    </a:moveTo>
                    <a:lnTo>
                      <a:pt x="222694" y="101251"/>
                    </a:lnTo>
                  </a:path>
                </a:pathLst>
              </a:custGeom>
              <a:noFill/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1824895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1936242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2047589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910906" y="1618964"/>
                <a:ext cx="1215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1539" h="9525">
                    <a:moveTo>
                      <a:pt x="0" y="0"/>
                    </a:moveTo>
                    <a:lnTo>
                      <a:pt x="121539" y="0"/>
                    </a:lnTo>
                  </a:path>
                </a:pathLst>
              </a:cu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6" name="TextBox 16"/>
            <p:cNvSpPr/>
            <p:nvPr>
              <p:custDataLst>
                <p:tags r:id="rIdAlignment16"/>
              </p:custDataLst>
            </p:nvPr>
          </p:nvSpPr>
          <p:spPr>
            <a:xfrm>
              <a:off x="315849" y="208597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7" name="TextBox 17"/>
            <p:cNvSpPr/>
            <p:nvPr>
              <p:custDataLst>
                <p:tags r:id="rIdAlignment17"/>
              </p:custDataLst>
            </p:nvPr>
          </p:nvSpPr>
          <p:spPr>
            <a:xfrm>
              <a:off x="315468" y="25019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8" name="TextBox 18"/>
            <p:cNvSpPr/>
            <p:nvPr>
              <p:custDataLst>
                <p:tags r:id="rIdAlignment18"/>
              </p:custDataLst>
            </p:nvPr>
          </p:nvSpPr>
          <p:spPr>
            <a:xfrm>
              <a:off x="315468" y="2806732"/>
              <a:ext cx="12055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時間差·方向</a:t>
              </a:r>
            </a:p>
          </p:txBody>
        </p:sp>
        <p:sp>
          <p:nvSpPr>
            <p:cNvPr id="19" name="TextBox 19"/>
            <p:cNvSpPr/>
            <p:nvPr>
              <p:custDataLst>
                <p:tags r:id="rIdAlignment19"/>
              </p:custDataLst>
            </p:nvPr>
          </p:nvSpPr>
          <p:spPr>
            <a:xfrm>
              <a:off x="316230" y="3117818"/>
              <a:ext cx="17017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遮罩欄位·流量切窗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707481" y="1583531"/>
              <a:ext cx="300038" cy="300038"/>
              <a:chOff x="2707481" y="1583531"/>
              <a:chExt cx="300038" cy="300038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2750344" y="1626394"/>
                <a:ext cx="214312" cy="214312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2809304" y="1685354"/>
                <a:ext cx="96488" cy="96488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707481" y="1583531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91059" y="0"/>
                    </a:moveTo>
                    <a:lnTo>
                      <a:pt x="91059" y="42862"/>
                    </a:lnTo>
                    <a:moveTo>
                      <a:pt x="150019" y="0"/>
                    </a:moveTo>
                    <a:lnTo>
                      <a:pt x="150019" y="42862"/>
                    </a:lnTo>
                    <a:moveTo>
                      <a:pt x="208978" y="0"/>
                    </a:moveTo>
                    <a:lnTo>
                      <a:pt x="208978" y="42862"/>
                    </a:lnTo>
                    <a:moveTo>
                      <a:pt x="91059" y="257175"/>
                    </a:moveTo>
                    <a:lnTo>
                      <a:pt x="91059" y="300038"/>
                    </a:lnTo>
                    <a:moveTo>
                      <a:pt x="150019" y="257175"/>
                    </a:moveTo>
                    <a:lnTo>
                      <a:pt x="150019" y="300038"/>
                    </a:lnTo>
                    <a:moveTo>
                      <a:pt x="208978" y="257175"/>
                    </a:moveTo>
                    <a:lnTo>
                      <a:pt x="208978" y="300038"/>
                    </a:lnTo>
                    <a:moveTo>
                      <a:pt x="0" y="91059"/>
                    </a:moveTo>
                    <a:lnTo>
                      <a:pt x="42862" y="91059"/>
                    </a:lnTo>
                    <a:moveTo>
                      <a:pt x="0" y="150019"/>
                    </a:moveTo>
                    <a:lnTo>
                      <a:pt x="42862" y="150019"/>
                    </a:lnTo>
                    <a:moveTo>
                      <a:pt x="0" y="208978"/>
                    </a:moveTo>
                    <a:lnTo>
                      <a:pt x="42862" y="208978"/>
                    </a:lnTo>
                    <a:moveTo>
                      <a:pt x="257175" y="91059"/>
                    </a:moveTo>
                    <a:lnTo>
                      <a:pt x="300038" y="91059"/>
                    </a:lnTo>
                    <a:moveTo>
                      <a:pt x="257175" y="150019"/>
                    </a:moveTo>
                    <a:lnTo>
                      <a:pt x="300038" y="150019"/>
                    </a:lnTo>
                    <a:moveTo>
                      <a:pt x="257175" y="208978"/>
                    </a:moveTo>
                    <a:lnTo>
                      <a:pt x="300038" y="208978"/>
                    </a:ln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5" name="TextBox 25"/>
            <p:cNvSpPr/>
            <p:nvPr>
              <p:custDataLst>
                <p:tags r:id="rIdAlignment25"/>
              </p:custDataLst>
            </p:nvPr>
          </p:nvSpPr>
          <p:spPr>
            <a:xfrm>
              <a:off x="3115056" y="1593818"/>
              <a:ext cx="25472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27" name="TextBox 27"/>
            <p:cNvSpPr/>
            <p:nvPr>
              <p:custDataLst>
                <p:tags r:id="rIdAlignment27"/>
              </p:custDataLst>
            </p:nvPr>
          </p:nvSpPr>
          <p:spPr>
            <a:xfrm>
              <a:off x="2943606" y="2051018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28" name="TextBox 28"/>
            <p:cNvSpPr/>
            <p:nvPr>
              <p:custDataLst>
                <p:tags r:id="rIdAlignment28"/>
              </p:custDataLst>
            </p:nvPr>
          </p:nvSpPr>
          <p:spPr>
            <a:xfrm>
              <a:off x="2945130" y="2317718"/>
              <a:ext cx="15708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內容·時間差·方向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0" name="TextBox 30"/>
            <p:cNvSpPr/>
            <p:nvPr>
              <p:custDataLst>
                <p:tags r:id="rIdAlignment30"/>
              </p:custDataLst>
            </p:nvPr>
          </p:nvSpPr>
          <p:spPr>
            <a:xfrm>
              <a:off x="2943606" y="2793968"/>
              <a:ext cx="1089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1" name="TextBox 31"/>
            <p:cNvSpPr/>
            <p:nvPr>
              <p:custDataLst>
                <p:tags r:id="rIdAlignment31"/>
              </p:custDataLst>
            </p:nvPr>
          </p:nvSpPr>
          <p:spPr>
            <a:xfrm>
              <a:off x="2945130" y="306066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3" name="TextBox 33"/>
            <p:cNvSpPr/>
            <p:nvPr>
              <p:custDataLst>
                <p:tags r:id="rIdAlignment33"/>
              </p:custDataLst>
            </p:nvPr>
          </p:nvSpPr>
          <p:spPr>
            <a:xfrm>
              <a:off x="6486906" y="2308193"/>
              <a:ext cx="20301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34" name="TextBox 34"/>
            <p:cNvSpPr/>
            <p:nvPr>
              <p:custDataLst>
                <p:tags r:id="rIdAlignment34"/>
              </p:custDataLst>
            </p:nvPr>
          </p:nvSpPr>
          <p:spPr>
            <a:xfrm>
              <a:off x="6487668" y="26733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6" name="TextBox 36"/>
            <p:cNvSpPr/>
            <p:nvPr>
              <p:custDataLst>
                <p:tags r:id="rIdAlignment36"/>
              </p:custDataLst>
            </p:nvPr>
          </p:nvSpPr>
          <p:spPr>
            <a:xfrm>
              <a:off x="9382506" y="2308193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37" name="TextBox 37"/>
            <p:cNvSpPr/>
            <p:nvPr>
              <p:custDataLst>
                <p:tags r:id="rIdAlignment37"/>
              </p:custDataLst>
            </p:nvPr>
          </p:nvSpPr>
          <p:spPr>
            <a:xfrm>
              <a:off x="9384030" y="2698718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61378" y="4127944"/>
              <a:ext cx="283941" cy="278512"/>
              <a:chOff x="361378" y="4127944"/>
              <a:chExt cx="283941" cy="278512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361378" y="4165378"/>
                <a:ext cx="203549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03549" h="214312">
                    <a:moveTo>
                      <a:pt x="0" y="0"/>
                    </a:moveTo>
                    <a:lnTo>
                      <a:pt x="0" y="166116"/>
                    </a:lnTo>
                    <a:cubicBezTo>
                      <a:pt x="0" y="214312"/>
                      <a:pt x="203549" y="214312"/>
                      <a:pt x="203549" y="166116"/>
                    </a:cubicBezTo>
                    <a:lnTo>
                      <a:pt x="203549" y="0"/>
                    </a:lnTo>
                  </a:path>
                </a:pathLst>
              </a:cu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361378" y="4127944"/>
                <a:ext cx="203644" cy="74962"/>
              </a:xfrm>
              <a:prstGeom prst="ellipse">
                <a:avLst/>
              </a:pr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1378" y="4240435"/>
                <a:ext cx="203549" cy="48197"/>
              </a:xfrm>
              <a:custGeom>
                <a:avLst/>
                <a:gdLst/>
                <a:ahLst/>
                <a:cxnLst/>
                <a:rect l="l" t="t" r="r" b="b"/>
                <a:pathLst>
                  <a:path w="203549" h="48197">
                    <a:moveTo>
                      <a:pt x="0" y="0"/>
                    </a:moveTo>
                    <a:cubicBezTo>
                      <a:pt x="0" y="48197"/>
                      <a:pt x="203549" y="48197"/>
                      <a:pt x="203549" y="0"/>
                    </a:cubicBez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495300" y="4251103"/>
                <a:ext cx="117920" cy="117920"/>
              </a:xfrm>
              <a:prstGeom prst="ellipse">
                <a:avLst/>
              </a:prstGeom>
              <a:solidFill>
                <a:srgbClr val="F4F7FA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97122" y="4352925"/>
                <a:ext cx="48197" cy="53531"/>
              </a:xfrm>
              <a:custGeom>
                <a:avLst/>
                <a:gdLst/>
                <a:ahLst/>
                <a:cxnLst/>
                <a:rect l="l" t="t" r="r" b="b"/>
                <a:pathLst>
                  <a:path w="48197" h="53531">
                    <a:moveTo>
                      <a:pt x="0" y="0"/>
                    </a:moveTo>
                    <a:lnTo>
                      <a:pt x="48197" y="53531"/>
                    </a:lnTo>
                  </a:path>
                </a:pathLst>
              </a:custGeom>
              <a:solidFill>
                <a:srgbClr val="FFFFFF"/>
              </a:solidFill>
              <a:ln w="21431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55" name="TextBox 55"/>
            <p:cNvSpPr/>
            <p:nvPr>
              <p:custDataLst>
                <p:tags r:id="rIdAlignment55"/>
              </p:custDataLst>
            </p:nvPr>
          </p:nvSpPr>
          <p:spPr>
            <a:xfrm>
              <a:off x="752856" y="4127468"/>
              <a:ext cx="28777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57" name="TextBox 57"/>
            <p:cNvSpPr/>
            <p:nvPr>
              <p:custDataLst>
                <p:tags r:id="rIdAlignment57"/>
              </p:custDataLst>
            </p:nvPr>
          </p:nvSpPr>
          <p:spPr>
            <a:xfrm>
              <a:off x="505968" y="4711732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58" name="TextBox 58"/>
            <p:cNvSpPr/>
            <p:nvPr>
              <p:custDataLst>
                <p:tags r:id="rIdAlignment58"/>
              </p:custDataLst>
            </p:nvPr>
          </p:nvSpPr>
          <p:spPr>
            <a:xfrm>
              <a:off x="506730" y="5032343"/>
              <a:ext cx="973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60" name="TextBox 60"/>
            <p:cNvSpPr/>
            <p:nvPr>
              <p:custDataLst>
                <p:tags r:id="rIdAlignment60"/>
              </p:custDataLst>
            </p:nvPr>
          </p:nvSpPr>
          <p:spPr>
            <a:xfrm>
              <a:off x="2601468" y="4711732"/>
              <a:ext cx="16108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en-US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1" name="TextBox 61"/>
            <p:cNvSpPr/>
            <p:nvPr>
              <p:custDataLst>
                <p:tags r:id="rIdAlignment61"/>
              </p:custDataLst>
            </p:nvPr>
          </p:nvSpPr>
          <p:spPr>
            <a:xfrm>
              <a:off x="2602230" y="5032343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63" name="TextBox 63"/>
            <p:cNvSpPr/>
            <p:nvPr>
              <p:custDataLst>
                <p:tags r:id="rIdAlignment63"/>
              </p:custDataLst>
            </p:nvPr>
          </p:nvSpPr>
          <p:spPr>
            <a:xfrm>
              <a:off x="5268468" y="4711732"/>
              <a:ext cx="13644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4" name="TextBox 64"/>
            <p:cNvSpPr/>
            <p:nvPr>
              <p:custDataLst>
                <p:tags r:id="rIdAlignment64"/>
              </p:custDataLst>
            </p:nvPr>
          </p:nvSpPr>
          <p:spPr>
            <a:xfrm>
              <a:off x="5269230" y="50323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7" name="TextBox 67"/>
            <p:cNvSpPr/>
            <p:nvPr>
              <p:custDataLst>
                <p:tags r:id="rIdAlignment67"/>
              </p:custDataLst>
            </p:nvPr>
          </p:nvSpPr>
          <p:spPr>
            <a:xfrm>
              <a:off x="4682109" y="3435382"/>
              <a:ext cx="239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正式類別·信心·模型表徵</a:t>
              </a:r>
            </a:p>
          </p:txBody>
        </p:sp>
        <p:sp>
          <p:nvSpPr>
            <p:cNvPr id="68" name="Freeform 68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2" name="TextBox 72"/>
            <p:cNvSpPr/>
            <p:nvPr>
              <p:custDataLst>
                <p:tags r:id="rIdAlignment72"/>
              </p:custDataLst>
            </p:nvPr>
          </p:nvSpPr>
          <p:spPr>
            <a:xfrm>
              <a:off x="3083242" y="549906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73" name="Freeform 73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26477"/>
              </a:solidFill>
              <a:custDash>
                <a:ds d="250000" sp="200000"/>
              </a:custDash>
            </a:ln>
          </p:spPr>
        </p:sp>
        <p:sp>
          <p:nvSpPr>
            <p:cNvPr id="74" name="Freeform 74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26477"/>
              </a:solidFill>
            </a:ln>
          </p:spPr>
        </p:sp>
        <p:sp>
          <p:nvSpPr>
            <p:cNvPr id="75" name="TextBox 75"/>
            <p:cNvSpPr/>
            <p:nvPr>
              <p:custDataLst>
                <p:tags r:id="rIdAlignment75"/>
              </p:custDataLst>
            </p:nvPr>
          </p:nvSpPr>
          <p:spPr>
            <a:xfrm>
              <a:off x="5269230" y="549906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8612410" y="4112990"/>
              <a:ext cx="251841" cy="294704"/>
              <a:chOff x="8612410" y="4112990"/>
              <a:chExt cx="251841" cy="29470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8612410" y="4112990"/>
                <a:ext cx="224980" cy="289369"/>
              </a:xfrm>
              <a:custGeom>
                <a:avLst/>
                <a:gdLst/>
                <a:ahLst/>
                <a:cxnLst/>
                <a:rect l="l" t="t" r="r" b="b"/>
                <a:pathLst>
                  <a:path w="224980" h="289369">
                    <a:moveTo>
                      <a:pt x="112490" y="0"/>
                    </a:moveTo>
                    <a:lnTo>
                      <a:pt x="224980" y="48197"/>
                    </a:lnTo>
                    <a:lnTo>
                      <a:pt x="224980" y="133922"/>
                    </a:lnTo>
                    <a:cubicBezTo>
                      <a:pt x="224980" y="203644"/>
                      <a:pt x="171450" y="251841"/>
                      <a:pt x="112490" y="289369"/>
                    </a:cubicBezTo>
                    <a:cubicBezTo>
                      <a:pt x="53530" y="251841"/>
                      <a:pt x="0" y="203644"/>
                      <a:pt x="0" y="133922"/>
                    </a:cubicBezTo>
                    <a:lnTo>
                      <a:pt x="0" y="48197"/>
                    </a:lnTo>
                    <a:close/>
                  </a:path>
                </a:pathLst>
              </a:cu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665940" y="4204144"/>
                <a:ext cx="123254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23254" h="85725">
                    <a:moveTo>
                      <a:pt x="0" y="42767"/>
                    </a:moveTo>
                    <a:lnTo>
                      <a:pt x="42862" y="85725"/>
                    </a:lnTo>
                    <a:lnTo>
                      <a:pt x="123254" y="0"/>
                    </a:lnTo>
                  </a:path>
                </a:pathLst>
              </a:custGeom>
              <a:noFill/>
              <a:ln w="21431" cap="rnd">
                <a:solidFill>
                  <a:srgbClr val="245EA8"/>
                </a:solidFill>
                <a:round/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794528" y="4316635"/>
                <a:ext cx="69723" cy="91059"/>
              </a:xfrm>
              <a:custGeom>
                <a:avLst/>
                <a:gdLst/>
                <a:ahLst/>
                <a:cxnLst/>
                <a:rect l="l" t="t" r="r" b="b"/>
                <a:pathLst>
                  <a:path w="69723" h="91059">
                    <a:moveTo>
                      <a:pt x="16097" y="0"/>
                    </a:moveTo>
                    <a:lnTo>
                      <a:pt x="69723" y="0"/>
                    </a:lnTo>
                    <a:lnTo>
                      <a:pt x="69723" y="64294"/>
                    </a:lnTo>
                    <a:lnTo>
                      <a:pt x="0" y="64294"/>
                    </a:lnTo>
                    <a:moveTo>
                      <a:pt x="26861" y="37528"/>
                    </a:moveTo>
                    <a:lnTo>
                      <a:pt x="0" y="64294"/>
                    </a:lnTo>
                    <a:lnTo>
                      <a:pt x="26861" y="91059"/>
                    </a:ln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81" name="TextBox 81"/>
            <p:cNvSpPr/>
            <p:nvPr>
              <p:custDataLst>
                <p:tags r:id="rIdAlignment81"/>
              </p:custDataLst>
            </p:nvPr>
          </p:nvSpPr>
          <p:spPr>
            <a:xfrm>
              <a:off x="8982456" y="4127468"/>
              <a:ext cx="19209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82" name="TextBox 82"/>
            <p:cNvSpPr/>
            <p:nvPr>
              <p:custDataLst>
                <p:tags r:id="rIdAlignment82"/>
              </p:custDataLst>
            </p:nvPr>
          </p:nvSpPr>
          <p:spPr>
            <a:xfrm>
              <a:off x="8601456" y="4603718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83" name="TextBox 83"/>
            <p:cNvSpPr/>
            <p:nvPr>
              <p:custDataLst>
                <p:tags r:id="rIdAlignment83"/>
              </p:custDataLst>
            </p:nvPr>
          </p:nvSpPr>
          <p:spPr>
            <a:xfrm>
              <a:off x="8601456" y="4956143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84" name="TextBox 84"/>
            <p:cNvSpPr/>
            <p:nvPr>
              <p:custDataLst>
                <p:tags r:id="rIdAlignment84"/>
              </p:custDataLst>
            </p:nvPr>
          </p:nvSpPr>
          <p:spPr>
            <a:xfrm>
              <a:off x="8602980" y="5470493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sp>
          <p:nvSpPr>
            <p:cNvPr id="88" name="TextBox 88"/>
            <p:cNvSpPr/>
            <p:nvPr>
              <p:custDataLst>
                <p:tags r:id="rIdAlignment88"/>
              </p:custDataLst>
            </p:nvPr>
          </p:nvSpPr>
          <p:spPr>
            <a:xfrm>
              <a:off x="2796350" y="6007132"/>
              <a:ext cx="65469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10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90" name="Line 9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91" name="TextBox 91"/>
            <p:cNvSpPr/>
            <p:nvPr>
              <p:custDataLst>
                <p:tags r:id="rIdAlignment9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2" name="TextBox 92"/>
            <p:cNvSpPr/>
            <p:nvPr>
              <p:custDataLst>
                <p:tags r:id="rIdAlignment9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120640" cy="1085850"/>
            <a:chOff x="593598" y="257175"/>
            <a:chExt cx="5120640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33978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1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Alignment8"/>
              </p:custDataLst>
            </p:nvPr>
          </p:nvSpPr>
          <p:spPr>
            <a:xfrm>
              <a:off x="809244" y="1968532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9" name="TextBox 9"/>
            <p:cNvSpPr/>
            <p:nvPr>
              <p:custDataLst>
                <p:tags r:id="rIdAlignment9"/>
              </p:custDataLst>
            </p:nvPr>
          </p:nvSpPr>
          <p:spPr>
            <a:xfrm>
              <a:off x="810006" y="2565368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5" name="TextBox 15"/>
            <p:cNvSpPr/>
            <p:nvPr>
              <p:custDataLst>
                <p:tags r:id="rIdAlignment15"/>
              </p:custDataLst>
            </p:nvPr>
          </p:nvSpPr>
          <p:spPr>
            <a:xfrm>
              <a:off x="810006" y="334641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1" name="TextBox 21"/>
            <p:cNvSpPr/>
            <p:nvPr>
              <p:custDataLst>
                <p:tags r:id="rIdAlignment21"/>
              </p:custDataLst>
            </p:nvPr>
          </p:nvSpPr>
          <p:spPr>
            <a:xfrm>
              <a:off x="810006" y="41274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524250" y="1866900"/>
              <a:ext cx="38100" cy="14097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3763613" y="2058638"/>
              <a:ext cx="683419" cy="683419"/>
              <a:chOff x="3763613" y="2058638"/>
              <a:chExt cx="683419" cy="683419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3861244" y="2156270"/>
                <a:ext cx="488156" cy="488156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36612" cap="rnd">
                <a:solidFill>
                  <a:srgbClr val="245EA8"/>
                </a:solidFill>
                <a:round/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3995452" y="2290477"/>
                <a:ext cx="219646" cy="219646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36612" cap="rnd">
                <a:solidFill>
                  <a:srgbClr val="245EA8"/>
                </a:solidFill>
                <a:round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763613" y="2058638"/>
                <a:ext cx="683419" cy="683419"/>
              </a:xfrm>
              <a:custGeom>
                <a:avLst/>
                <a:gdLst/>
                <a:ahLst/>
                <a:cxnLst/>
                <a:rect l="l" t="t" r="r" b="b"/>
                <a:pathLst>
                  <a:path w="683419" h="683419">
                    <a:moveTo>
                      <a:pt x="207455" y="0"/>
                    </a:moveTo>
                    <a:lnTo>
                      <a:pt x="207455" y="97631"/>
                    </a:lnTo>
                    <a:moveTo>
                      <a:pt x="341662" y="0"/>
                    </a:moveTo>
                    <a:lnTo>
                      <a:pt x="341662" y="97631"/>
                    </a:lnTo>
                    <a:moveTo>
                      <a:pt x="475869" y="0"/>
                    </a:moveTo>
                    <a:lnTo>
                      <a:pt x="475869" y="97631"/>
                    </a:lnTo>
                    <a:moveTo>
                      <a:pt x="207455" y="585788"/>
                    </a:moveTo>
                    <a:lnTo>
                      <a:pt x="207455" y="683419"/>
                    </a:lnTo>
                    <a:moveTo>
                      <a:pt x="341662" y="585788"/>
                    </a:moveTo>
                    <a:lnTo>
                      <a:pt x="341662" y="683419"/>
                    </a:lnTo>
                    <a:moveTo>
                      <a:pt x="475869" y="585788"/>
                    </a:moveTo>
                    <a:lnTo>
                      <a:pt x="475869" y="683419"/>
                    </a:lnTo>
                    <a:moveTo>
                      <a:pt x="0" y="207454"/>
                    </a:moveTo>
                    <a:lnTo>
                      <a:pt x="97631" y="207454"/>
                    </a:lnTo>
                    <a:moveTo>
                      <a:pt x="0" y="341662"/>
                    </a:moveTo>
                    <a:lnTo>
                      <a:pt x="97631" y="341662"/>
                    </a:lnTo>
                    <a:moveTo>
                      <a:pt x="0" y="475869"/>
                    </a:moveTo>
                    <a:lnTo>
                      <a:pt x="97631" y="475869"/>
                    </a:lnTo>
                    <a:moveTo>
                      <a:pt x="585788" y="207454"/>
                    </a:moveTo>
                    <a:lnTo>
                      <a:pt x="683419" y="207454"/>
                    </a:lnTo>
                    <a:moveTo>
                      <a:pt x="585788" y="341662"/>
                    </a:moveTo>
                    <a:lnTo>
                      <a:pt x="683419" y="341662"/>
                    </a:lnTo>
                    <a:moveTo>
                      <a:pt x="585788" y="475869"/>
                    </a:moveTo>
                    <a:lnTo>
                      <a:pt x="683419" y="475869"/>
                    </a:lnTo>
                  </a:path>
                </a:pathLst>
              </a:custGeom>
              <a:noFill/>
              <a:ln w="3661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37" name="TextBox 37"/>
            <p:cNvSpPr/>
            <p:nvPr>
              <p:custDataLst>
                <p:tags r:id="rIdAlignment37"/>
              </p:custDataLst>
            </p:nvPr>
          </p:nvSpPr>
          <p:spPr>
            <a:xfrm>
              <a:off x="4674108" y="1993868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24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8" name="TextBox 38"/>
            <p:cNvSpPr/>
            <p:nvPr>
              <p:custDataLst>
                <p:tags r:id="rIdAlignment38"/>
              </p:custDataLst>
            </p:nvPr>
          </p:nvSpPr>
          <p:spPr>
            <a:xfrm>
              <a:off x="4678299" y="2457450"/>
              <a:ext cx="14418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內容·時序·方向</a:t>
              </a:r>
            </a:p>
          </p:txBody>
        </p:sp>
        <p:sp>
          <p:nvSpPr>
            <p:cNvPr id="39" name="TextBox 39"/>
            <p:cNvSpPr/>
            <p:nvPr>
              <p:custDataLst>
                <p:tags r:id="rIdAlignment39"/>
              </p:custDataLst>
            </p:nvPr>
          </p:nvSpPr>
          <p:spPr>
            <a:xfrm>
              <a:off x="3744849" y="2886075"/>
              <a:ext cx="19303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3524250" y="3629025"/>
              <a:ext cx="38100" cy="14097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3804952" y="3947255"/>
              <a:ext cx="562546" cy="375094"/>
              <a:chOff x="3804952" y="3947255"/>
              <a:chExt cx="562546" cy="375094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3804952" y="3947255"/>
                <a:ext cx="562546" cy="375094"/>
              </a:xfrm>
              <a:prstGeom prst="roundRect">
                <a:avLst>
                  <a:gd name="adj" fmla="val 13889"/>
                </a:avLst>
              </a:prstGeom>
              <a:solidFill>
                <a:srgbClr val="FFFFFF"/>
              </a:solidFill>
              <a:ln w="10418">
                <a:solidFill>
                  <a:srgbClr val="245EA8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3804952" y="3947255"/>
                <a:ext cx="281273" cy="208312"/>
              </a:xfrm>
              <a:custGeom>
                <a:avLst/>
                <a:gdLst/>
                <a:ahLst/>
                <a:cxnLst/>
                <a:rect l="l" t="t" r="r" b="b"/>
                <a:pathLst>
                  <a:path w="281273" h="208312">
                    <a:moveTo>
                      <a:pt x="0" y="0"/>
                    </a:moveTo>
                    <a:lnTo>
                      <a:pt x="281273" y="208312"/>
                    </a:lnTo>
                  </a:path>
                </a:pathLst>
              </a:custGeom>
              <a:noFill/>
              <a:ln w="26045" cap="rnd">
                <a:solidFill>
                  <a:srgbClr val="245EA8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4086225" y="3947255"/>
                <a:ext cx="281273" cy="208312"/>
              </a:xfrm>
              <a:custGeom>
                <a:avLst/>
                <a:gdLst/>
                <a:ahLst/>
                <a:cxnLst/>
                <a:rect l="l" t="t" r="r" b="b"/>
                <a:pathLst>
                  <a:path w="281273" h="208312">
                    <a:moveTo>
                      <a:pt x="0" y="208312"/>
                    </a:moveTo>
                    <a:lnTo>
                      <a:pt x="281273" y="0"/>
                    </a:lnTo>
                  </a:path>
                </a:pathLst>
              </a:custGeom>
              <a:noFill/>
              <a:ln w="26045" cap="rnd">
                <a:solidFill>
                  <a:srgbClr val="245EA8"/>
                </a:solidFill>
              </a:ln>
            </p:spPr>
          </p:sp>
        </p:grpSp>
        <p:sp>
          <p:nvSpPr>
            <p:cNvPr id="46" name="TextBox 46"/>
            <p:cNvSpPr/>
            <p:nvPr>
              <p:custDataLst>
                <p:tags r:id="rIdAlignment46"/>
              </p:custDataLst>
            </p:nvPr>
          </p:nvSpPr>
          <p:spPr>
            <a:xfrm>
              <a:off x="4674108" y="3755993"/>
              <a:ext cx="145218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24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7" name="TextBox 47"/>
            <p:cNvSpPr/>
            <p:nvPr>
              <p:custDataLst>
                <p:tags r:id="rIdAlignment47"/>
              </p:custDataLst>
            </p:nvPr>
          </p:nvSpPr>
          <p:spPr>
            <a:xfrm>
              <a:off x="4678299" y="423862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8" name="TextBox 48"/>
            <p:cNvSpPr/>
            <p:nvPr>
              <p:custDataLst>
                <p:tags r:id="rIdAlignment48"/>
              </p:custDataLst>
            </p:nvPr>
          </p:nvSpPr>
          <p:spPr>
            <a:xfrm>
              <a:off x="3744849" y="46482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4" name="TextBox 54"/>
            <p:cNvSpPr/>
            <p:nvPr>
              <p:custDataLst>
                <p:tags r:id="rIdAlignment54"/>
              </p:custDataLst>
            </p:nvPr>
          </p:nvSpPr>
          <p:spPr>
            <a:xfrm>
              <a:off x="7941945" y="2768632"/>
              <a:ext cx="2537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55" name="TextBox 55"/>
            <p:cNvSpPr/>
            <p:nvPr>
              <p:custDataLst>
                <p:tags r:id="rIdAlignment55"/>
              </p:custDataLst>
            </p:nvPr>
          </p:nvSpPr>
          <p:spPr>
            <a:xfrm>
              <a:off x="7943850" y="3248025"/>
              <a:ext cx="179060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6" name="TextBox 56"/>
            <p:cNvSpPr/>
            <p:nvPr>
              <p:custDataLst>
                <p:tags r:id="rIdAlignment56"/>
              </p:custDataLst>
            </p:nvPr>
          </p:nvSpPr>
          <p:spPr>
            <a:xfrm>
              <a:off x="7944612" y="3708368"/>
              <a:ext cx="210140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0" name="TextBox 60"/>
            <p:cNvSpPr/>
            <p:nvPr>
              <p:custDataLst>
                <p:tags r:id="rIdAlignment60"/>
              </p:custDataLst>
            </p:nvPr>
          </p:nvSpPr>
          <p:spPr>
            <a:xfrm>
              <a:off x="828675" y="5534025"/>
              <a:ext cx="608352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2" name="Line 6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3" name="TextBox 63"/>
            <p:cNvSpPr/>
            <p:nvPr>
              <p:custDataLst>
                <p:tags r:id="rIdAlignment63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4" name="TextBox 64"/>
            <p:cNvSpPr/>
            <p:nvPr>
              <p:custDataLst>
                <p:tags r:id="rIdAlignment64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18005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86" name="page-content"/>
          <p:cNvGrpSpPr/>
          <p:nvPr/>
        </p:nvGrpSpPr>
        <p:grpSpPr>
          <a:xfrm>
            <a:off x="600456" y="1612868"/>
            <a:ext cx="10981944" cy="4504944"/>
            <a:chOff x="600456" y="1612868"/>
            <a:chExt cx="10981944" cy="4504944"/>
          </a:xfrm>
        </p:grpSpPr>
        <p:sp>
          <p:nvSpPr>
            <p:cNvPr id="7" name="TextBox 7"/>
            <p:cNvSpPr/>
            <p:nvPr>
              <p:custDataLst>
                <p:tags r:id="rIdAlignment7"/>
              </p:custDataLst>
            </p:nvPr>
          </p:nvSpPr>
          <p:spPr>
            <a:xfrm>
              <a:off x="600837" y="1612868"/>
              <a:ext cx="17125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69906" y="2318004"/>
              <a:ext cx="403288" cy="374142"/>
              <a:chOff x="769906" y="2318004"/>
              <a:chExt cx="403288" cy="374142"/>
            </a:xfrm>
          </p:grpSpPr>
          <p:sp>
            <p:nvSpPr>
              <p:cNvPr id="9" name="Line 9"/>
              <p:cNvSpPr/>
              <p:nvPr/>
            </p:nvSpPr>
            <p:spPr>
              <a:xfrm>
                <a:off x="769906" y="23180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906" y="23180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769906" y="26826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12615" y="23180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63669" y="23180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112615" y="26826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80" y="2361724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80" y="24420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80" y="25222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864680" y="2602421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</p:grpSp>
        <p:sp>
          <p:nvSpPr>
            <p:cNvPr id="20" name="TextBox 20"/>
            <p:cNvSpPr/>
            <p:nvPr>
              <p:custDataLst>
                <p:tags r:id="rIdAlignment20"/>
              </p:custDataLst>
            </p:nvPr>
          </p:nvSpPr>
          <p:spPr>
            <a:xfrm>
              <a:off x="1470279" y="2374868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1" name="TextBox 21"/>
            <p:cNvSpPr/>
            <p:nvPr>
              <p:custDataLst>
                <p:tags r:id="rIdAlignment21"/>
              </p:custDataLst>
            </p:nvPr>
          </p:nvSpPr>
          <p:spPr>
            <a:xfrm>
              <a:off x="1649254" y="2911507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69906" y="3575304"/>
              <a:ext cx="403288" cy="374142"/>
              <a:chOff x="769906" y="3575304"/>
              <a:chExt cx="403288" cy="374142"/>
            </a:xfrm>
          </p:grpSpPr>
          <p:sp>
            <p:nvSpPr>
              <p:cNvPr id="23" name="Line 23"/>
              <p:cNvSpPr/>
              <p:nvPr/>
            </p:nvSpPr>
            <p:spPr>
              <a:xfrm>
                <a:off x="769906" y="35753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906" y="35753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9906" y="39399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12615" y="35753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63669" y="35753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1112615" y="39399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80" y="3619024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80" y="36993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80" y="37795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864680" y="3859721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</p:grpSp>
        <p:sp>
          <p:nvSpPr>
            <p:cNvPr id="34" name="TextBox 34"/>
            <p:cNvSpPr/>
            <p:nvPr>
              <p:custDataLst>
                <p:tags r:id="rIdAlignment34"/>
              </p:custDataLst>
            </p:nvPr>
          </p:nvSpPr>
          <p:spPr>
            <a:xfrm>
              <a:off x="1327975" y="3622643"/>
              <a:ext cx="14810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40" name="TextBox 40"/>
            <p:cNvSpPr/>
            <p:nvPr>
              <p:custDataLst>
                <p:tags r:id="rIdAlignment40"/>
              </p:custDataLst>
            </p:nvPr>
          </p:nvSpPr>
          <p:spPr>
            <a:xfrm>
              <a:off x="908018" y="4721257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1" name="TextBox 41"/>
            <p:cNvSpPr/>
            <p:nvPr>
              <p:custDataLst>
                <p:tags r:id="rIdAlignment41"/>
              </p:custDataLst>
            </p:nvPr>
          </p:nvSpPr>
          <p:spPr>
            <a:xfrm>
              <a:off x="1309688" y="5105400"/>
              <a:ext cx="102546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4" name="TextBox 44"/>
            <p:cNvSpPr/>
            <p:nvPr>
              <p:custDataLst>
                <p:tags r:id="rIdAlignment44"/>
              </p:custDataLst>
            </p:nvPr>
          </p:nvSpPr>
          <p:spPr>
            <a:xfrm>
              <a:off x="4086987" y="1612868"/>
              <a:ext cx="17125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4369784" y="2149412"/>
              <a:ext cx="1064800" cy="1044701"/>
              <a:chOff x="4369784" y="2149412"/>
              <a:chExt cx="1064800" cy="104470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4369784" y="2290000"/>
                <a:ext cx="763429" cy="803720"/>
              </a:xfrm>
              <a:custGeom>
                <a:avLst/>
                <a:gdLst/>
                <a:ahLst/>
                <a:cxnLst/>
                <a:rect l="l" t="t" r="r" b="b"/>
                <a:pathLst>
                  <a:path w="763429" h="803720">
                    <a:moveTo>
                      <a:pt x="0" y="0"/>
                    </a:moveTo>
                    <a:lnTo>
                      <a:pt x="0" y="622840"/>
                    </a:lnTo>
                    <a:cubicBezTo>
                      <a:pt x="0" y="803720"/>
                      <a:pt x="763429" y="803720"/>
                      <a:pt x="763429" y="622840"/>
                    </a:cubicBezTo>
                    <a:lnTo>
                      <a:pt x="763429" y="0"/>
                    </a:lnTo>
                  </a:path>
                </a:pathLst>
              </a:custGeom>
              <a:solidFill>
                <a:srgbClr val="FFFFFF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6" name="Ellipse 46"/>
              <p:cNvSpPr/>
              <p:nvPr/>
            </p:nvSpPr>
            <p:spPr>
              <a:xfrm>
                <a:off x="4369784" y="2149412"/>
                <a:ext cx="763524" cy="281273"/>
              </a:xfrm>
              <a:prstGeom prst="ellipse">
                <a:avLst/>
              </a:prstGeom>
              <a:solidFill>
                <a:srgbClr val="FFFFFF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4369784" y="2571274"/>
                <a:ext cx="763429" cy="180880"/>
              </a:xfrm>
              <a:custGeom>
                <a:avLst/>
                <a:gdLst/>
                <a:ahLst/>
                <a:cxnLst/>
                <a:rect l="l" t="t" r="r" b="b"/>
                <a:pathLst>
                  <a:path w="763429" h="180880">
                    <a:moveTo>
                      <a:pt x="0" y="0"/>
                    </a:moveTo>
                    <a:cubicBezTo>
                      <a:pt x="0" y="180880"/>
                      <a:pt x="763429" y="180880"/>
                      <a:pt x="763429" y="0"/>
                    </a:cubicBezTo>
                  </a:path>
                </a:pathLst>
              </a:custGeom>
              <a:noFill/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4872038" y="2611469"/>
                <a:ext cx="442055" cy="442055"/>
              </a:xfrm>
              <a:prstGeom prst="ellipse">
                <a:avLst/>
              </a:prstGeom>
              <a:solidFill>
                <a:srgbClr val="F4F7FA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253800" y="2993231"/>
                <a:ext cx="180784" cy="200882"/>
              </a:xfrm>
              <a:custGeom>
                <a:avLst/>
                <a:gdLst/>
                <a:ahLst/>
                <a:cxnLst/>
                <a:rect l="l" t="t" r="r" b="b"/>
                <a:pathLst>
                  <a:path w="180784" h="200882">
                    <a:moveTo>
                      <a:pt x="0" y="0"/>
                    </a:moveTo>
                    <a:lnTo>
                      <a:pt x="180784" y="200882"/>
                    </a:lnTo>
                  </a:path>
                </a:pathLst>
              </a:custGeom>
              <a:solidFill>
                <a:srgbClr val="FFFFFF"/>
              </a:solidFill>
              <a:ln w="80367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51" name="TextBox 51"/>
            <p:cNvSpPr/>
            <p:nvPr>
              <p:custDataLst>
                <p:tags r:id="rIdAlignment51"/>
              </p:custDataLst>
            </p:nvPr>
          </p:nvSpPr>
          <p:spPr>
            <a:xfrm>
              <a:off x="5762625" y="2143125"/>
              <a:ext cx="128444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2" name="TextBox 52"/>
            <p:cNvSpPr/>
            <p:nvPr>
              <p:custDataLst>
                <p:tags r:id="rIdAlignment52"/>
              </p:custDataLst>
            </p:nvPr>
          </p:nvSpPr>
          <p:spPr>
            <a:xfrm>
              <a:off x="5763768" y="2520982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4" name="TextBox 54"/>
            <p:cNvSpPr/>
            <p:nvPr>
              <p:custDataLst>
                <p:tags r:id="rIdAlignment54"/>
              </p:custDataLst>
            </p:nvPr>
          </p:nvSpPr>
          <p:spPr>
            <a:xfrm>
              <a:off x="42607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6" name="TextBox 56"/>
            <p:cNvSpPr/>
            <p:nvPr>
              <p:custDataLst>
                <p:tags r:id="rIdAlignment56"/>
              </p:custDataLst>
            </p:nvPr>
          </p:nvSpPr>
          <p:spPr>
            <a:xfrm>
              <a:off x="488937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8" name="TextBox 58"/>
            <p:cNvSpPr/>
            <p:nvPr>
              <p:custDataLst>
                <p:tags r:id="rIdAlignment58"/>
              </p:custDataLst>
            </p:nvPr>
          </p:nvSpPr>
          <p:spPr>
            <a:xfrm>
              <a:off x="55180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60" name="TextBox 60"/>
            <p:cNvSpPr/>
            <p:nvPr>
              <p:custDataLst>
                <p:tags r:id="rIdAlignment60"/>
              </p:custDataLst>
            </p:nvPr>
          </p:nvSpPr>
          <p:spPr>
            <a:xfrm>
              <a:off x="614667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62" name="TextBox 62"/>
            <p:cNvSpPr/>
            <p:nvPr>
              <p:custDataLst>
                <p:tags r:id="rIdAlignment62"/>
              </p:custDataLst>
            </p:nvPr>
          </p:nvSpPr>
          <p:spPr>
            <a:xfrm>
              <a:off x="67753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63" name="TextBox 63"/>
            <p:cNvSpPr/>
            <p:nvPr>
              <p:custDataLst>
                <p:tags r:id="rIdAlignment63"/>
              </p:custDataLst>
            </p:nvPr>
          </p:nvSpPr>
          <p:spPr>
            <a:xfrm>
              <a:off x="4086225" y="4724400"/>
              <a:ext cx="18031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4" name="TextBox 64"/>
            <p:cNvSpPr/>
            <p:nvPr>
              <p:custDataLst>
                <p:tags r:id="rIdAlignment64"/>
              </p:custDataLst>
            </p:nvPr>
          </p:nvSpPr>
          <p:spPr>
            <a:xfrm>
              <a:off x="4087749" y="511492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7" name="TextBox 67"/>
            <p:cNvSpPr/>
            <p:nvPr>
              <p:custDataLst>
                <p:tags r:id="rIdAlignment67"/>
              </p:custDataLst>
            </p:nvPr>
          </p:nvSpPr>
          <p:spPr>
            <a:xfrm>
              <a:off x="8087487" y="1612868"/>
              <a:ext cx="17282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9" name="TextBox 69"/>
            <p:cNvSpPr/>
            <p:nvPr>
              <p:custDataLst>
                <p:tags r:id="rIdAlignment69"/>
              </p:custDataLst>
            </p:nvPr>
          </p:nvSpPr>
          <p:spPr>
            <a:xfrm>
              <a:off x="8879681" y="2501932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70" name="TextBox 70"/>
            <p:cNvSpPr/>
            <p:nvPr>
              <p:custDataLst>
                <p:tags r:id="rIdAlignment70"/>
              </p:custDataLst>
            </p:nvPr>
          </p:nvSpPr>
          <p:spPr>
            <a:xfrm>
              <a:off x="9138380" y="2892457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78" name="TextBox 78"/>
            <p:cNvSpPr/>
            <p:nvPr>
              <p:custDataLst>
                <p:tags r:id="rIdAlignment78"/>
              </p:custDataLst>
            </p:nvPr>
          </p:nvSpPr>
          <p:spPr>
            <a:xfrm>
              <a:off x="8378190" y="38988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0" name="TextBox 80"/>
            <p:cNvSpPr/>
            <p:nvPr>
              <p:custDataLst>
                <p:tags r:id="rIdAlignment80"/>
              </p:custDataLst>
            </p:nvPr>
          </p:nvSpPr>
          <p:spPr>
            <a:xfrm>
              <a:off x="9559290" y="38988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2" name="TextBox 82"/>
            <p:cNvSpPr/>
            <p:nvPr>
              <p:custDataLst>
                <p:tags r:id="rIdAlignment82"/>
              </p:custDataLst>
            </p:nvPr>
          </p:nvSpPr>
          <p:spPr>
            <a:xfrm>
              <a:off x="10619232" y="389886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83" name="TextBox 83"/>
            <p:cNvSpPr/>
            <p:nvPr>
              <p:custDataLst>
                <p:tags r:id="rIdAlignment83"/>
              </p:custDataLst>
            </p:nvPr>
          </p:nvSpPr>
          <p:spPr>
            <a:xfrm>
              <a:off x="8086725" y="4724400"/>
              <a:ext cx="153752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84" name="TextBox 84"/>
            <p:cNvSpPr/>
            <p:nvPr>
              <p:custDataLst>
                <p:tags r:id="rIdAlignment84"/>
              </p:custDataLst>
            </p:nvPr>
          </p:nvSpPr>
          <p:spPr>
            <a:xfrm>
              <a:off x="8088249" y="5114925"/>
              <a:ext cx="21430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85" name="TextBox 85"/>
            <p:cNvSpPr/>
            <p:nvPr>
              <p:custDataLst>
                <p:tags r:id="rIdAlignment85"/>
              </p:custDataLst>
            </p:nvPr>
          </p:nvSpPr>
          <p:spPr>
            <a:xfrm>
              <a:off x="600456" y="5765768"/>
              <a:ext cx="52703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99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87" name="Line 87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88" name="TextBox 88"/>
            <p:cNvSpPr/>
            <p:nvPr>
              <p:custDataLst>
                <p:tags r:id="rIdAlignment88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9" name="TextBox 89"/>
            <p:cNvSpPr/>
            <p:nvPr>
              <p:custDataLst>
                <p:tags r:id="rIdAlignment89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6392799" cy="1085850"/>
            <a:chOff x="593598" y="257175"/>
            <a:chExt cx="639279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1308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7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7" name="Rectangle 7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Alignment8"/>
              </p:custDataLst>
            </p:nvPr>
          </p:nvSpPr>
          <p:spPr>
            <a:xfrm>
              <a:off x="81153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532954" y="2362772"/>
              <a:ext cx="811434" cy="949547"/>
              <a:chOff x="1532954" y="2362772"/>
              <a:chExt cx="811434" cy="94954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532954" y="2362772"/>
                <a:ext cx="725043" cy="932307"/>
              </a:xfrm>
              <a:custGeom>
                <a:avLst/>
                <a:gdLst/>
                <a:ahLst/>
                <a:cxnLst/>
                <a:rect l="l" t="t" r="r" b="b"/>
                <a:pathLst>
                  <a:path w="725043" h="932307">
                    <a:moveTo>
                      <a:pt x="362522" y="0"/>
                    </a:moveTo>
                    <a:lnTo>
                      <a:pt x="725043" y="155448"/>
                    </a:lnTo>
                    <a:lnTo>
                      <a:pt x="725043" y="431673"/>
                    </a:lnTo>
                    <a:cubicBezTo>
                      <a:pt x="725043" y="656082"/>
                      <a:pt x="552450" y="811435"/>
                      <a:pt x="362522" y="932307"/>
                    </a:cubicBezTo>
                    <a:cubicBezTo>
                      <a:pt x="172593" y="811435"/>
                      <a:pt x="0" y="656082"/>
                      <a:pt x="0" y="431673"/>
                    </a:cubicBezTo>
                    <a:lnTo>
                      <a:pt x="0" y="155448"/>
                    </a:lnTo>
                    <a:close/>
                  </a:path>
                </a:pathLst>
              </a:custGeom>
              <a:solidFill>
                <a:srgbClr val="FFFFFF"/>
              </a:solidFill>
              <a:ln w="51792" cap="rnd">
                <a:solidFill>
                  <a:srgbClr val="245EA8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705546" y="2656237"/>
                <a:ext cx="397097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7097" h="276225">
                    <a:moveTo>
                      <a:pt x="0" y="138112"/>
                    </a:moveTo>
                    <a:lnTo>
                      <a:pt x="138112" y="276225"/>
                    </a:lnTo>
                    <a:lnTo>
                      <a:pt x="397097" y="0"/>
                    </a:lnTo>
                  </a:path>
                </a:pathLst>
              </a:custGeom>
              <a:noFill/>
              <a:ln w="69056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119884" y="3018854"/>
                <a:ext cx="224504" cy="293465"/>
              </a:xfrm>
              <a:custGeom>
                <a:avLst/>
                <a:gdLst/>
                <a:ahLst/>
                <a:cxnLst/>
                <a:rect l="l" t="t" r="r" b="b"/>
                <a:pathLst>
                  <a:path w="224504" h="293465">
                    <a:moveTo>
                      <a:pt x="51816" y="0"/>
                    </a:moveTo>
                    <a:lnTo>
                      <a:pt x="224504" y="0"/>
                    </a:lnTo>
                    <a:lnTo>
                      <a:pt x="224504" y="207169"/>
                    </a:lnTo>
                    <a:lnTo>
                      <a:pt x="0" y="207169"/>
                    </a:lnTo>
                    <a:moveTo>
                      <a:pt x="86297" y="120777"/>
                    </a:moveTo>
                    <a:lnTo>
                      <a:pt x="0" y="207169"/>
                    </a:lnTo>
                    <a:lnTo>
                      <a:pt x="86297" y="293465"/>
                    </a:lnTo>
                  </a:path>
                </a:pathLst>
              </a:custGeom>
              <a:noFill/>
              <a:ln w="5179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3" name="TextBox 13"/>
            <p:cNvSpPr/>
            <p:nvPr>
              <p:custDataLst>
                <p:tags r:id="rIdAlignment13"/>
              </p:custDataLst>
            </p:nvPr>
          </p:nvSpPr>
          <p:spPr>
            <a:xfrm>
              <a:off x="126253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4" name="TextBox 14"/>
            <p:cNvSpPr/>
            <p:nvPr>
              <p:custDataLst>
                <p:tags r:id="rIdAlignment14"/>
              </p:custDataLst>
            </p:nvPr>
          </p:nvSpPr>
          <p:spPr>
            <a:xfrm>
              <a:off x="985266" y="3927443"/>
              <a:ext cx="17727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範圍·允許動作·期限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18" name="TextBox 18"/>
            <p:cNvSpPr/>
            <p:nvPr>
              <p:custDataLst>
                <p:tags r:id="rIdAlignment18"/>
              </p:custDataLst>
            </p:nvPr>
          </p:nvSpPr>
          <p:spPr>
            <a:xfrm>
              <a:off x="361188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4310062" y="2495550"/>
              <a:ext cx="771525" cy="685800"/>
              <a:chOff x="4310062" y="2495550"/>
              <a:chExt cx="771525" cy="6858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14288">
                <a:solidFill>
                  <a:srgbClr val="245EA8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</p:grpSp>
        <p:sp>
          <p:nvSpPr>
            <p:cNvPr id="29" name="TextBox 29"/>
            <p:cNvSpPr/>
            <p:nvPr>
              <p:custDataLst>
                <p:tags r:id="rIdAlignment29"/>
              </p:custDataLst>
            </p:nvPr>
          </p:nvSpPr>
          <p:spPr>
            <a:xfrm>
              <a:off x="406288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30" name="TextBox 30"/>
            <p:cNvSpPr/>
            <p:nvPr>
              <p:custDataLst>
                <p:tags r:id="rIdAlignment30"/>
              </p:custDataLst>
            </p:nvPr>
          </p:nvSpPr>
          <p:spPr>
            <a:xfrm>
              <a:off x="3856672" y="3927443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4" name="TextBox 34"/>
            <p:cNvSpPr/>
            <p:nvPr>
              <p:custDataLst>
                <p:tags r:id="rIdAlignment34"/>
              </p:custDataLst>
            </p:nvPr>
          </p:nvSpPr>
          <p:spPr>
            <a:xfrm>
              <a:off x="641223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210425" y="2452688"/>
              <a:ext cx="571500" cy="771525"/>
              <a:chOff x="7210425" y="2452688"/>
              <a:chExt cx="571500" cy="771525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4288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</p:grpSp>
        <p:sp>
          <p:nvSpPr>
            <p:cNvPr id="41" name="TextBox 41"/>
            <p:cNvSpPr/>
            <p:nvPr>
              <p:custDataLst>
                <p:tags r:id="rIdAlignment41"/>
              </p:custDataLst>
            </p:nvPr>
          </p:nvSpPr>
          <p:spPr>
            <a:xfrm>
              <a:off x="686323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42" name="TextBox 42"/>
            <p:cNvSpPr/>
            <p:nvPr>
              <p:custDataLst>
                <p:tags r:id="rIdAlignment42"/>
              </p:custDataLst>
            </p:nvPr>
          </p:nvSpPr>
          <p:spPr>
            <a:xfrm>
              <a:off x="6556058" y="39274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46" name="TextBox 46"/>
            <p:cNvSpPr/>
            <p:nvPr>
              <p:custDataLst>
                <p:tags r:id="rIdAlignment46"/>
              </p:custDataLst>
            </p:nvPr>
          </p:nvSpPr>
          <p:spPr>
            <a:xfrm>
              <a:off x="921258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9939338" y="2438400"/>
              <a:ext cx="714375" cy="800100"/>
              <a:chOff x="9939338" y="2438400"/>
              <a:chExt cx="714375" cy="8001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rgbClr val="FFFFFF"/>
              </a:solidFill>
              <a:ln w="35719">
                <a:solidFill>
                  <a:srgbClr val="245EA8"/>
                </a:solidFill>
              </a:ln>
            </p:spPr>
          </p:sp>
          <p:sp>
            <p:nvSpPr>
              <p:cNvPr id="48" name="Line 48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49" name="Line 49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</p:grpSp>
        <p:sp>
          <p:nvSpPr>
            <p:cNvPr id="53" name="TextBox 53"/>
            <p:cNvSpPr/>
            <p:nvPr>
              <p:custDataLst>
                <p:tags r:id="rIdAlignment53"/>
              </p:custDataLst>
            </p:nvPr>
          </p:nvSpPr>
          <p:spPr>
            <a:xfrm>
              <a:off x="966358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4" name="TextBox 54"/>
            <p:cNvSpPr/>
            <p:nvPr>
              <p:custDataLst>
                <p:tags r:id="rIdAlignment54"/>
              </p:custDataLst>
            </p:nvPr>
          </p:nvSpPr>
          <p:spPr>
            <a:xfrm>
              <a:off x="9356408" y="39274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26477"/>
              </a:solidFill>
              <a:custDash>
                <a:ds d="240000" sp="200000"/>
              </a:custDash>
            </a:ln>
          </p:spPr>
        </p:sp>
        <p:sp>
          <p:nvSpPr>
            <p:cNvPr id="56" name="Freeform 56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26477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4285012" y="4698492"/>
              <a:ext cx="250031" cy="337566"/>
              <a:chOff x="4285012" y="4698492"/>
              <a:chExt cx="250031" cy="337566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285012" y="4698492"/>
                <a:ext cx="250031" cy="337566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6251">
                <a:solidFill>
                  <a:srgbClr val="245EA8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4341304" y="4779740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4341304" y="4848511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4341304" y="4917281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4341304" y="4986052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</p:grpSp>
        <p:sp>
          <p:nvSpPr>
            <p:cNvPr id="64" name="TextBox 64"/>
            <p:cNvSpPr/>
            <p:nvPr>
              <p:custDataLst>
                <p:tags r:id="rIdAlignment64"/>
              </p:custDataLst>
            </p:nvPr>
          </p:nvSpPr>
          <p:spPr>
            <a:xfrm>
              <a:off x="4752594" y="4721257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6" name="TextBox 66"/>
            <p:cNvSpPr/>
            <p:nvPr>
              <p:custDataLst>
                <p:tags r:id="rIdAlignment66"/>
              </p:custDataLst>
            </p:nvPr>
          </p:nvSpPr>
          <p:spPr>
            <a:xfrm>
              <a:off x="829818" y="5664232"/>
              <a:ext cx="77880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8" name="Line 6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9" name="TextBox 69"/>
            <p:cNvSpPr/>
            <p:nvPr>
              <p:custDataLst>
                <p:tags r:id="rIdAlignment69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0" name="TextBox 70"/>
            <p:cNvSpPr/>
            <p:nvPr>
              <p:custDataLst>
                <p:tags r:id="rIdAlignment70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544693" cy="1085850"/>
            <a:chOff x="593598" y="257175"/>
            <a:chExt cx="5544693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234105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30" name="page-content"/>
          <p:cNvGrpSpPr/>
          <p:nvPr/>
        </p:nvGrpSpPr>
        <p:grpSpPr>
          <a:xfrm>
            <a:off x="600456" y="1498568"/>
            <a:ext cx="10981944" cy="4642676"/>
            <a:chOff x="600456" y="1498568"/>
            <a:chExt cx="10981944" cy="4642676"/>
          </a:xfrm>
        </p:grpSpPr>
        <p:sp>
          <p:nvSpPr>
            <p:cNvPr id="7" name="TextBox 7"/>
            <p:cNvSpPr/>
            <p:nvPr>
              <p:custDataLst>
                <p:tags r:id="rIdAlignment7"/>
              </p:custDataLst>
            </p:nvPr>
          </p:nvSpPr>
          <p:spPr>
            <a:xfrm>
              <a:off x="600456" y="1498568"/>
              <a:ext cx="38721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3" name="detector-comparison-chartArea"/>
            <p:cNvGrpSpPr/>
            <p:nvPr/>
          </p:nvGrpSpPr>
          <p:grpSpPr>
            <a:xfrm>
              <a:off x="600837" y="2095500"/>
              <a:ext cx="7983379" cy="3592163"/>
              <a:chOff x="600837" y="2095500"/>
              <a:chExt cx="7983379" cy="3592163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9" name="TextBox 9"/>
              <p:cNvSpPr/>
              <p:nvPr>
                <p:custDataLst>
                  <p:tags r:id="rIdAlignment9"/>
                </p:custDataLst>
              </p:nvPr>
            </p:nvSpPr>
            <p:spPr>
              <a:xfrm>
                <a:off x="1731359" y="5394293"/>
                <a:ext cx="29965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11" name="TextBox 11"/>
              <p:cNvSpPr/>
              <p:nvPr>
                <p:custDataLst>
                  <p:tags r:id="rIdAlignment11"/>
                </p:custDataLst>
              </p:nvPr>
            </p:nvSpPr>
            <p:spPr>
              <a:xfrm>
                <a:off x="4773644" y="5394293"/>
                <a:ext cx="40633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2" name="Line 12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13" name="TextBox 13"/>
              <p:cNvSpPr/>
              <p:nvPr>
                <p:custDataLst>
                  <p:tags r:id="rIdAlignment13"/>
                </p:custDataLst>
              </p:nvPr>
            </p:nvSpPr>
            <p:spPr>
              <a:xfrm>
                <a:off x="7815929" y="5394293"/>
                <a:ext cx="51301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4" name="TextBox 14"/>
              <p:cNvSpPr/>
              <p:nvPr>
                <p:custDataLst>
                  <p:tags r:id="rIdAlignment14"/>
                </p:custDataLst>
              </p:nvPr>
            </p:nvSpPr>
            <p:spPr>
              <a:xfrm>
                <a:off x="600837" y="2479643"/>
                <a:ext cx="100812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1905000" y="2419350"/>
                <a:ext cx="4937379" cy="400050"/>
              </a:xfrm>
              <a:prstGeom prst="rect">
                <a:avLst/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6" name="TextBox 16"/>
              <p:cNvSpPr/>
              <p:nvPr>
                <p:custDataLst>
                  <p:tags r:id="rIdAlignment16"/>
                </p:custDataLst>
              </p:nvPr>
            </p:nvSpPr>
            <p:spPr>
              <a:xfrm>
                <a:off x="6947916" y="247964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7" name="TextBox 17"/>
              <p:cNvSpPr/>
              <p:nvPr>
                <p:custDataLst>
                  <p:tags r:id="rIdAlignment17"/>
                </p:custDataLst>
              </p:nvPr>
            </p:nvSpPr>
            <p:spPr>
              <a:xfrm>
                <a:off x="600837" y="3527393"/>
                <a:ext cx="859441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905000" y="3467100"/>
                <a:ext cx="5702332" cy="400050"/>
              </a:xfrm>
              <a:prstGeom prst="rect">
                <a:avLst/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9" name="TextBox 19"/>
              <p:cNvSpPr/>
              <p:nvPr>
                <p:custDataLst>
                  <p:tags r:id="rIdAlignment19"/>
                </p:custDataLst>
              </p:nvPr>
            </p:nvSpPr>
            <p:spPr>
              <a:xfrm>
                <a:off x="7712869" y="352739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20" name="TextBox 20"/>
              <p:cNvSpPr/>
              <p:nvPr>
                <p:custDataLst>
                  <p:tags r:id="rIdAlignment20"/>
                </p:custDataLst>
              </p:nvPr>
            </p:nvSpPr>
            <p:spPr>
              <a:xfrm>
                <a:off x="600837" y="4575143"/>
                <a:ext cx="124529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b="1" dirty="0">
                    <a:solidFill>
                      <a:srgbClr val="245EA8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1905000" y="4514850"/>
                <a:ext cx="5761006" cy="400050"/>
              </a:xfrm>
              <a:prstGeom prst="rect">
                <a:avLst/>
              </a:prstGeom>
              <a:solidFill>
                <a:srgbClr val="087F8C"/>
              </a:solidFill>
              <a:ln>
                <a:noFill/>
              </a:ln>
            </p:spPr>
          </p:sp>
          <p:sp>
            <p:nvSpPr>
              <p:cNvPr id="22" name="TextBox 22"/>
              <p:cNvSpPr/>
              <p:nvPr>
                <p:custDataLst>
                  <p:tags r:id="rIdAlignment22"/>
                </p:custDataLst>
              </p:nvPr>
            </p:nvSpPr>
            <p:spPr>
              <a:xfrm>
                <a:off x="7771543" y="457514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b="1" dirty="0">
                    <a:solidFill>
                      <a:srgbClr val="087F8C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4" name="Rectangle 24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25" name="TextBox 25"/>
            <p:cNvSpPr/>
            <p:nvPr>
              <p:custDataLst>
                <p:tags r:id="rIdAlignment25"/>
              </p:custDataLst>
            </p:nvPr>
          </p:nvSpPr>
          <p:spPr>
            <a:xfrm>
              <a:off x="9305544" y="2387632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6" name="TextBox 26"/>
            <p:cNvSpPr/>
            <p:nvPr>
              <p:custDataLst>
                <p:tags r:id="rIdAlignment26"/>
              </p:custDataLst>
            </p:nvPr>
          </p:nvSpPr>
          <p:spPr>
            <a:xfrm>
              <a:off x="9297162" y="3041618"/>
              <a:ext cx="16152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8068" rIns="0" bIns="0" anchor="t" anchorCtr="0">
              <a:noAutofit/>
            </a:bodyPr>
            <a:lstStyle/>
            <a:p>
              <a:pPr algn="l"/>
              <a:r>
                <a:rPr lang="en-US" sz="390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7" name="TextBox 27"/>
            <p:cNvSpPr/>
            <p:nvPr>
              <p:custDataLst>
                <p:tags r:id="rIdAlignment27"/>
              </p:custDataLst>
            </p:nvPr>
          </p:nvSpPr>
          <p:spPr>
            <a:xfrm>
              <a:off x="9305925" y="3819525"/>
              <a:ext cx="111261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8" name="TextBox 28"/>
            <p:cNvSpPr/>
            <p:nvPr>
              <p:custDataLst>
                <p:tags r:id="rIdAlignment28"/>
              </p:custDataLst>
            </p:nvPr>
          </p:nvSpPr>
          <p:spPr>
            <a:xfrm>
              <a:off x="9307449" y="437197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9" name="TextBox 29"/>
            <p:cNvSpPr/>
            <p:nvPr>
              <p:custDataLst>
                <p:tags r:id="rIdAlignment29"/>
              </p:custDataLst>
            </p:nvPr>
          </p:nvSpPr>
          <p:spPr>
            <a:xfrm>
              <a:off x="600837" y="5803868"/>
              <a:ext cx="80013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31" name="Line 3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32" name="TextBox 32"/>
            <p:cNvSpPr/>
            <p:nvPr>
              <p:custDataLst>
                <p:tags r:id="rIdAlignment32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3" name="TextBox 33"/>
            <p:cNvSpPr/>
            <p:nvPr>
              <p:custDataLst>
                <p:tags r:id="rIdAlignment33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270659" cy="1085850"/>
            <a:chOff x="593598" y="257175"/>
            <a:chExt cx="527065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234105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527065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43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Alignment8"/>
              </p:custDataLst>
            </p:nvPr>
          </p:nvSpPr>
          <p:spPr>
            <a:xfrm>
              <a:off x="828675" y="1981200"/>
              <a:ext cx="103136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9" name="TextBox 9"/>
            <p:cNvSpPr/>
            <p:nvPr>
              <p:custDataLst>
                <p:tags r:id="rIdAlignment9"/>
              </p:custDataLst>
            </p:nvPr>
          </p:nvSpPr>
          <p:spPr>
            <a:xfrm>
              <a:off x="819912" y="2498693"/>
              <a:ext cx="16152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8068" rIns="0" bIns="0" anchor="t" anchorCtr="0">
              <a:noAutofit/>
            </a:bodyPr>
            <a:lstStyle/>
            <a:p>
              <a:pPr algn="l"/>
              <a:r>
                <a:rPr lang="en-US" sz="390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10" name="TextBox 10"/>
            <p:cNvSpPr/>
            <p:nvPr>
              <p:custDataLst>
                <p:tags r:id="rIdAlignment10"/>
              </p:custDataLst>
            </p:nvPr>
          </p:nvSpPr>
          <p:spPr>
            <a:xfrm>
              <a:off x="829056" y="3089243"/>
              <a:ext cx="14841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1" name="TextBox 11"/>
            <p:cNvSpPr/>
            <p:nvPr>
              <p:custDataLst>
                <p:tags r:id="rIdAlignment11"/>
              </p:custDataLst>
            </p:nvPr>
          </p:nvSpPr>
          <p:spPr>
            <a:xfrm>
              <a:off x="821436" y="3651218"/>
              <a:ext cx="14806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8068" rIns="0" bIns="0" anchor="t" anchorCtr="0">
              <a:noAutofit/>
            </a:bodyPr>
            <a:lstStyle/>
            <a:p>
              <a:pPr algn="l"/>
              <a:r>
                <a:rPr lang="en-US" sz="360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2" name="TextBox 12"/>
            <p:cNvSpPr/>
            <p:nvPr>
              <p:custDataLst>
                <p:tags r:id="rIdAlignment12"/>
              </p:custDataLst>
            </p:nvPr>
          </p:nvSpPr>
          <p:spPr>
            <a:xfrm>
              <a:off x="829056" y="4194143"/>
              <a:ext cx="21981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3" name="TextBox 13"/>
            <p:cNvSpPr/>
            <p:nvPr>
              <p:custDataLst>
                <p:tags r:id="rIdAlignment13"/>
              </p:custDataLst>
            </p:nvPr>
          </p:nvSpPr>
          <p:spPr>
            <a:xfrm>
              <a:off x="830199" y="4829175"/>
              <a:ext cx="20346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5" name="TextBox 15"/>
            <p:cNvSpPr/>
            <p:nvPr>
              <p:custDataLst>
                <p:tags r:id="rIdAlignment15"/>
              </p:custDataLst>
            </p:nvPr>
          </p:nvSpPr>
          <p:spPr>
            <a:xfrm>
              <a:off x="6097238" y="1987582"/>
              <a:ext cx="342014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5337620" y="3356420"/>
              <a:ext cx="297656" cy="297656"/>
              <a:chOff x="5337620" y="3356420"/>
              <a:chExt cx="297656" cy="297656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5337620" y="3356420"/>
                <a:ext cx="297656" cy="297656"/>
              </a:xfrm>
              <a:prstGeom prst="ellipse">
                <a:avLst/>
              </a:prstGeom>
              <a:solidFill>
                <a:srgbClr val="EDF3FA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462588" y="3439763"/>
                <a:ext cx="113157" cy="124968"/>
              </a:xfrm>
              <a:custGeom>
                <a:avLst/>
                <a:gdLst/>
                <a:ahLst/>
                <a:cxnLst/>
                <a:rect l="l" t="t" r="r" b="b"/>
                <a:pathLst>
                  <a:path w="113157" h="124968">
                    <a:moveTo>
                      <a:pt x="0" y="124968"/>
                    </a:moveTo>
                    <a:lnTo>
                      <a:pt x="113157" y="0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</p:grpSp>
        <p:sp>
          <p:nvSpPr>
            <p:cNvPr id="27" name="TextBox 27"/>
            <p:cNvSpPr/>
            <p:nvPr>
              <p:custDataLst>
                <p:tags r:id="rIdAlignment27"/>
              </p:custDataLst>
            </p:nvPr>
          </p:nvSpPr>
          <p:spPr>
            <a:xfrm>
              <a:off x="5113972" y="3730657"/>
              <a:ext cx="652748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292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8" name="TextBox 28"/>
            <p:cNvSpPr/>
            <p:nvPr>
              <p:custDataLst>
                <p:tags r:id="rIdAlignment28"/>
              </p:custDataLst>
            </p:nvPr>
          </p:nvSpPr>
          <p:spPr>
            <a:xfrm>
              <a:off x="5206365" y="42417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702106" y="3368230"/>
              <a:ext cx="279844" cy="279846"/>
              <a:chOff x="7702106" y="3368230"/>
              <a:chExt cx="279844" cy="279846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7702106" y="3368230"/>
                <a:ext cx="202406" cy="202406"/>
              </a:xfrm>
              <a:prstGeom prst="ellipse">
                <a:avLst/>
              </a:prstGeom>
              <a:solidFill>
                <a:srgbClr val="FFFFFF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7880794" y="3546920"/>
                <a:ext cx="101156" cy="101156"/>
              </a:xfrm>
              <a:custGeom>
                <a:avLst/>
                <a:gdLst/>
                <a:ahLst/>
                <a:cxnLst/>
                <a:rect l="l" t="t" r="r" b="b"/>
                <a:pathLst>
                  <a:path w="101156" h="101156">
                    <a:moveTo>
                      <a:pt x="0" y="0"/>
                    </a:moveTo>
                    <a:lnTo>
                      <a:pt x="101156" y="101156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</p:grpSp>
        <p:sp>
          <p:nvSpPr>
            <p:cNvPr id="33" name="TextBox 33"/>
            <p:cNvSpPr/>
            <p:nvPr>
              <p:custDataLst>
                <p:tags r:id="rIdAlignment33"/>
              </p:custDataLst>
            </p:nvPr>
          </p:nvSpPr>
          <p:spPr>
            <a:xfrm>
              <a:off x="7570470" y="37306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292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4" name="TextBox 34"/>
            <p:cNvSpPr/>
            <p:nvPr>
              <p:custDataLst>
                <p:tags r:id="rIdAlignment34"/>
              </p:custDataLst>
            </p:nvPr>
          </p:nvSpPr>
          <p:spPr>
            <a:xfrm>
              <a:off x="7559040" y="42417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042970" y="3356420"/>
              <a:ext cx="297656" cy="297656"/>
            </a:xfrm>
            <a:prstGeom prst="ellipse">
              <a:avLst/>
            </a:prstGeom>
            <a:solidFill>
              <a:srgbClr val="EDF3FA"/>
            </a:solidFill>
            <a:ln w="14883">
              <a:solidFill>
                <a:srgbClr val="245EA8"/>
              </a:solidFill>
            </a:ln>
          </p:spPr>
        </p:sp>
        <p:sp>
          <p:nvSpPr>
            <p:cNvPr id="37" name="TextBox 37"/>
            <p:cNvSpPr/>
            <p:nvPr>
              <p:custDataLst>
                <p:tags r:id="rIdAlignment37"/>
              </p:custDataLst>
            </p:nvPr>
          </p:nvSpPr>
          <p:spPr>
            <a:xfrm>
              <a:off x="10092023" y="3365468"/>
              <a:ext cx="143828" cy="3461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77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8" name="TextBox 38"/>
            <p:cNvSpPr/>
            <p:nvPr>
              <p:custDataLst>
                <p:tags r:id="rIdAlignment38"/>
              </p:custDataLst>
            </p:nvPr>
          </p:nvSpPr>
          <p:spPr>
            <a:xfrm>
              <a:off x="9923145" y="37306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292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9" name="TextBox 39"/>
            <p:cNvSpPr/>
            <p:nvPr>
              <p:custDataLst>
                <p:tags r:id="rIdAlignment39"/>
              </p:custDataLst>
            </p:nvPr>
          </p:nvSpPr>
          <p:spPr>
            <a:xfrm>
              <a:off x="9790557" y="424176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40" name="TextBox 40"/>
            <p:cNvSpPr/>
            <p:nvPr>
              <p:custDataLst>
                <p:tags r:id="rIdAlignment40"/>
              </p:custDataLst>
            </p:nvPr>
          </p:nvSpPr>
          <p:spPr>
            <a:xfrm>
              <a:off x="4467987" y="4908518"/>
              <a:ext cx="42784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42" name="TextBox 42"/>
            <p:cNvSpPr/>
            <p:nvPr>
              <p:custDataLst>
                <p:tags r:id="rIdAlignment42"/>
              </p:custDataLst>
            </p:nvPr>
          </p:nvSpPr>
          <p:spPr>
            <a:xfrm>
              <a:off x="828675" y="5715000"/>
              <a:ext cx="67977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44" name="Line 4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45" name="TextBox 45"/>
            <p:cNvSpPr/>
            <p:nvPr>
              <p:custDataLst>
                <p:tags r:id="rIdAlignment45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6" name="TextBox 46"/>
            <p:cNvSpPr/>
            <p:nvPr>
              <p:custDataLst>
                <p:tags r:id="rIdAlignment46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age-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</p:sp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304695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49" name="page-content"/>
          <p:cNvGrpSpPr/>
          <p:nvPr/>
        </p:nvGrpSpPr>
        <p:grpSpPr>
          <a:xfrm>
            <a:off x="595884" y="1527143"/>
            <a:ext cx="10986516" cy="4752594"/>
            <a:chOff x="595884" y="1527143"/>
            <a:chExt cx="10986516" cy="4752594"/>
          </a:xfrm>
        </p:grpSpPr>
        <p:sp>
          <p:nvSpPr>
            <p:cNvPr id="7" name="TextBox 7"/>
            <p:cNvSpPr/>
            <p:nvPr>
              <p:custDataLst>
                <p:tags r:id="rIdAlignment7"/>
              </p:custDataLst>
            </p:nvPr>
          </p:nvSpPr>
          <p:spPr>
            <a:xfrm>
              <a:off x="595884" y="1527143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7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710880" y="2951226"/>
              <a:ext cx="369094" cy="498253"/>
              <a:chOff x="1710880" y="2951226"/>
              <a:chExt cx="369094" cy="498253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710880" y="2951226"/>
                <a:ext cx="369094" cy="498253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227">
                <a:solidFill>
                  <a:srgbClr val="245EA8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38" y="3071241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38" y="3172682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38" y="3274219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793938" y="3375755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</p:grpSp>
        <p:sp>
          <p:nvSpPr>
            <p:cNvPr id="15" name="TextBox 15"/>
            <p:cNvSpPr/>
            <p:nvPr>
              <p:custDataLst>
                <p:tags r:id="rIdAlignment15"/>
              </p:custDataLst>
            </p:nvPr>
          </p:nvSpPr>
          <p:spPr>
            <a:xfrm>
              <a:off x="130959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6" name="TextBox 16"/>
            <p:cNvSpPr/>
            <p:nvPr>
              <p:custDataLst>
                <p:tags r:id="rIdAlignment16"/>
              </p:custDataLst>
            </p:nvPr>
          </p:nvSpPr>
          <p:spPr>
            <a:xfrm>
              <a:off x="1326832" y="4041743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4465130" y="2969704"/>
              <a:ext cx="479869" cy="479870"/>
              <a:chOff x="4465130" y="2969704"/>
              <a:chExt cx="479869" cy="479870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465130" y="2969704"/>
                <a:ext cx="350615" cy="350615"/>
              </a:xfrm>
              <a:prstGeom prst="ellipse">
                <a:avLst/>
              </a:prstGeom>
              <a:solidFill>
                <a:srgbClr val="FFFFFF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9644" y="3274219"/>
                <a:ext cx="175355" cy="175355"/>
              </a:xfrm>
              <a:custGeom>
                <a:avLst/>
                <a:gdLst/>
                <a:ahLst/>
                <a:cxnLst/>
                <a:rect l="l" t="t" r="r" b="b"/>
                <a:pathLst>
                  <a:path w="175355" h="175355">
                    <a:moveTo>
                      <a:pt x="0" y="0"/>
                    </a:moveTo>
                    <a:lnTo>
                      <a:pt x="175355" y="175355"/>
                    </a:lnTo>
                  </a:path>
                </a:pathLst>
              </a:custGeom>
              <a:noFill/>
              <a:ln w="46137" cap="rnd">
                <a:solidFill>
                  <a:srgbClr val="245EA8"/>
                </a:solidFill>
              </a:ln>
            </p:spPr>
          </p:sp>
        </p:grpSp>
        <p:sp>
          <p:nvSpPr>
            <p:cNvPr id="23" name="TextBox 23"/>
            <p:cNvSpPr/>
            <p:nvPr>
              <p:custDataLst>
                <p:tags r:id="rIdAlignment23"/>
              </p:custDataLst>
            </p:nvPr>
          </p:nvSpPr>
          <p:spPr>
            <a:xfrm>
              <a:off x="410994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4" name="TextBox 24"/>
            <p:cNvSpPr/>
            <p:nvPr>
              <p:custDataLst>
                <p:tags r:id="rIdAlignment24"/>
              </p:custDataLst>
            </p:nvPr>
          </p:nvSpPr>
          <p:spPr>
            <a:xfrm>
              <a:off x="3952589" y="4041743"/>
              <a:ext cx="1438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en-US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5480" y="2969704"/>
              <a:ext cx="461391" cy="461391"/>
              <a:chOff x="7265480" y="2969704"/>
              <a:chExt cx="461391" cy="461391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7265480" y="2969704"/>
                <a:ext cx="461391" cy="461391"/>
              </a:xfrm>
              <a:prstGeom prst="ellipse">
                <a:avLst/>
              </a:prstGeom>
              <a:solidFill>
                <a:srgbClr val="EDF3FA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367016" y="3200400"/>
                <a:ext cx="92202" cy="92297"/>
              </a:xfrm>
              <a:custGeom>
                <a:avLst/>
                <a:gdLst/>
                <a:ahLst/>
                <a:cxnLst/>
                <a:rect l="l" t="t" r="r" b="b"/>
                <a:pathLst>
                  <a:path w="92202" h="92297">
                    <a:moveTo>
                      <a:pt x="0" y="0"/>
                    </a:moveTo>
                    <a:lnTo>
                      <a:pt x="92202" y="92297"/>
                    </a:lnTo>
                  </a:path>
                </a:pathLst>
              </a:custGeom>
              <a:noFill/>
              <a:ln w="36909" cap="rnd">
                <a:solidFill>
                  <a:srgbClr val="245EA8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459313" y="3098863"/>
                <a:ext cx="175260" cy="193834"/>
              </a:xfrm>
              <a:custGeom>
                <a:avLst/>
                <a:gdLst/>
                <a:ahLst/>
                <a:cxnLst/>
                <a:rect l="l" t="t" r="r" b="b"/>
                <a:pathLst>
                  <a:path w="175260" h="193834">
                    <a:moveTo>
                      <a:pt x="0" y="193834"/>
                    </a:moveTo>
                    <a:lnTo>
                      <a:pt x="175260" y="0"/>
                    </a:lnTo>
                  </a:path>
                </a:pathLst>
              </a:custGeom>
              <a:noFill/>
              <a:ln w="36909" cap="rnd">
                <a:solidFill>
                  <a:srgbClr val="245EA8"/>
                </a:solidFill>
              </a:ln>
            </p:spPr>
          </p:sp>
        </p:grpSp>
        <p:sp>
          <p:nvSpPr>
            <p:cNvPr id="32" name="TextBox 32"/>
            <p:cNvSpPr/>
            <p:nvPr>
              <p:custDataLst>
                <p:tags r:id="rIdAlignment32"/>
              </p:custDataLst>
            </p:nvPr>
          </p:nvSpPr>
          <p:spPr>
            <a:xfrm>
              <a:off x="691029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3" name="TextBox 33"/>
            <p:cNvSpPr/>
            <p:nvPr>
              <p:custDataLst>
                <p:tags r:id="rIdAlignment33"/>
              </p:custDataLst>
            </p:nvPr>
          </p:nvSpPr>
          <p:spPr>
            <a:xfrm>
              <a:off x="6556058" y="40417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065830" y="2941987"/>
              <a:ext cx="461391" cy="516826"/>
              <a:chOff x="10065830" y="2941987"/>
              <a:chExt cx="461391" cy="516826"/>
            </a:xfrm>
          </p:grpSpPr>
          <p:sp>
            <p:nvSpPr>
              <p:cNvPr id="37" name="Ellipse 37"/>
              <p:cNvSpPr/>
              <p:nvPr/>
            </p:nvSpPr>
            <p:spPr>
              <a:xfrm>
                <a:off x="10065830" y="2969704"/>
                <a:ext cx="461391" cy="461391"/>
              </a:xfrm>
              <a:prstGeom prst="ellipse">
                <a:avLst/>
              </a:prstGeom>
              <a:solidFill>
                <a:srgbClr val="FFFFFF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034284"/>
                <a:ext cx="9525" cy="16611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116">
                    <a:moveTo>
                      <a:pt x="0" y="166116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3200400"/>
                <a:ext cx="129159" cy="64579"/>
              </a:xfrm>
              <a:custGeom>
                <a:avLst/>
                <a:gdLst/>
                <a:ahLst/>
                <a:cxnLst/>
                <a:rect l="l" t="t" r="r" b="b"/>
                <a:pathLst>
                  <a:path w="129159" h="64579">
                    <a:moveTo>
                      <a:pt x="0" y="0"/>
                    </a:moveTo>
                    <a:lnTo>
                      <a:pt x="129159" y="64579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2941987"/>
                <a:ext cx="9525" cy="4619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96">
                    <a:moveTo>
                      <a:pt x="0" y="0"/>
                    </a:moveTo>
                    <a:lnTo>
                      <a:pt x="0" y="46196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0296525" y="3412617"/>
                <a:ext cx="9525" cy="4619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96">
                    <a:moveTo>
                      <a:pt x="0" y="0"/>
                    </a:moveTo>
                    <a:lnTo>
                      <a:pt x="0" y="46196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</p:grpSp>
        <p:sp>
          <p:nvSpPr>
            <p:cNvPr id="43" name="TextBox 43"/>
            <p:cNvSpPr/>
            <p:nvPr>
              <p:custDataLst>
                <p:tags r:id="rIdAlignment43"/>
              </p:custDataLst>
            </p:nvPr>
          </p:nvSpPr>
          <p:spPr>
            <a:xfrm>
              <a:off x="971064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4" name="TextBox 44"/>
            <p:cNvSpPr/>
            <p:nvPr>
              <p:custDataLst>
                <p:tags r:id="rIdAlignment44"/>
              </p:custDataLst>
            </p:nvPr>
          </p:nvSpPr>
          <p:spPr>
            <a:xfrm>
              <a:off x="9558338" y="4041743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46" name="TextBox 46"/>
            <p:cNvSpPr/>
            <p:nvPr>
              <p:custDataLst>
                <p:tags r:id="rIdAlignment46"/>
              </p:custDataLst>
            </p:nvPr>
          </p:nvSpPr>
          <p:spPr>
            <a:xfrm>
              <a:off x="3078956" y="4902232"/>
              <a:ext cx="597208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7" name="TextBox 47"/>
            <p:cNvSpPr/>
            <p:nvPr>
              <p:custDataLst>
                <p:tags r:id="rIdAlignment47"/>
              </p:custDataLst>
            </p:nvPr>
          </p:nvSpPr>
          <p:spPr>
            <a:xfrm>
              <a:off x="599694" y="5511832"/>
              <a:ext cx="526684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8" name="TextBox 48"/>
            <p:cNvSpPr/>
            <p:nvPr>
              <p:custDataLst>
                <p:tags r:id="rIdAlignment48"/>
              </p:custDataLst>
            </p:nvPr>
          </p:nvSpPr>
          <p:spPr>
            <a:xfrm>
              <a:off x="600456" y="5927693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50" name="Line 5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51" name="TextBox 51"/>
            <p:cNvSpPr/>
            <p:nvPr>
              <p:custDataLst>
                <p:tags r:id="rIdAlignment5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2" name="TextBox 52"/>
            <p:cNvSpPr/>
            <p:nvPr>
              <p:custDataLst>
                <p:tags r:id="rIdAlignment5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9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Alignment10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11" name="TextBox 11"/>
            <p:cNvSpPr/>
            <p:nvPr>
              <p:custDataLst>
                <p:tags r:id="rIdAlignment11"/>
              </p:custDataLst>
            </p:nvPr>
          </p:nvSpPr>
          <p:spPr>
            <a:xfrm>
              <a:off x="1361694" y="1711357"/>
              <a:ext cx="586682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383506" y="2250281"/>
              <a:ext cx="700088" cy="700088"/>
              <a:chOff x="1383506" y="2250281"/>
              <a:chExt cx="700088" cy="700088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483519" y="2350294"/>
                <a:ext cx="500062" cy="500062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1621060" y="2487835"/>
                <a:ext cx="224980" cy="22498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383506" y="2250281"/>
                <a:ext cx="700088" cy="700088"/>
              </a:xfrm>
              <a:custGeom>
                <a:avLst/>
                <a:gdLst/>
                <a:ahLst/>
                <a:cxnLst/>
                <a:rect l="l" t="t" r="r" b="b"/>
                <a:pathLst>
                  <a:path w="700088" h="700088">
                    <a:moveTo>
                      <a:pt x="212503" y="0"/>
                    </a:moveTo>
                    <a:lnTo>
                      <a:pt x="212503" y="100012"/>
                    </a:lnTo>
                    <a:moveTo>
                      <a:pt x="350044" y="0"/>
                    </a:moveTo>
                    <a:lnTo>
                      <a:pt x="350044" y="100012"/>
                    </a:lnTo>
                    <a:moveTo>
                      <a:pt x="487585" y="0"/>
                    </a:moveTo>
                    <a:lnTo>
                      <a:pt x="487585" y="100012"/>
                    </a:lnTo>
                    <a:moveTo>
                      <a:pt x="212503" y="600075"/>
                    </a:moveTo>
                    <a:lnTo>
                      <a:pt x="212503" y="700088"/>
                    </a:lnTo>
                    <a:moveTo>
                      <a:pt x="350044" y="600075"/>
                    </a:moveTo>
                    <a:lnTo>
                      <a:pt x="350044" y="700088"/>
                    </a:lnTo>
                    <a:moveTo>
                      <a:pt x="487585" y="600075"/>
                    </a:moveTo>
                    <a:lnTo>
                      <a:pt x="487585" y="700088"/>
                    </a:lnTo>
                    <a:moveTo>
                      <a:pt x="0" y="212503"/>
                    </a:moveTo>
                    <a:lnTo>
                      <a:pt x="100012" y="212503"/>
                    </a:lnTo>
                    <a:moveTo>
                      <a:pt x="0" y="350044"/>
                    </a:moveTo>
                    <a:lnTo>
                      <a:pt x="100012" y="350044"/>
                    </a:lnTo>
                    <a:moveTo>
                      <a:pt x="0" y="487585"/>
                    </a:moveTo>
                    <a:lnTo>
                      <a:pt x="100012" y="487585"/>
                    </a:lnTo>
                    <a:moveTo>
                      <a:pt x="600075" y="212503"/>
                    </a:moveTo>
                    <a:lnTo>
                      <a:pt x="700088" y="212503"/>
                    </a:lnTo>
                    <a:moveTo>
                      <a:pt x="600075" y="350044"/>
                    </a:moveTo>
                    <a:lnTo>
                      <a:pt x="700088" y="350044"/>
                    </a:lnTo>
                    <a:moveTo>
                      <a:pt x="600075" y="487585"/>
                    </a:moveTo>
                    <a:lnTo>
                      <a:pt x="700088" y="487585"/>
                    </a:ln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6" name="TextBox 16"/>
            <p:cNvSpPr/>
            <p:nvPr>
              <p:custDataLst>
                <p:tags r:id="rIdAlignment16"/>
              </p:custDataLst>
            </p:nvPr>
          </p:nvSpPr>
          <p:spPr>
            <a:xfrm>
              <a:off x="1254728" y="3054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3421285" y="2275237"/>
              <a:ext cx="662559" cy="650176"/>
              <a:chOff x="3421285" y="2275237"/>
              <a:chExt cx="662559" cy="65017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421285" y="2362772"/>
                <a:ext cx="475012" cy="500062"/>
              </a:xfrm>
              <a:custGeom>
                <a:avLst/>
                <a:gdLst/>
                <a:ahLst/>
                <a:cxnLst/>
                <a:rect l="l" t="t" r="r" b="b"/>
                <a:pathLst>
                  <a:path w="475012" h="500062">
                    <a:moveTo>
                      <a:pt x="0" y="0"/>
                    </a:moveTo>
                    <a:lnTo>
                      <a:pt x="0" y="387572"/>
                    </a:lnTo>
                    <a:cubicBezTo>
                      <a:pt x="0" y="500062"/>
                      <a:pt x="475012" y="500062"/>
                      <a:pt x="475012" y="387572"/>
                    </a:cubicBezTo>
                    <a:lnTo>
                      <a:pt x="475012" y="0"/>
                    </a:lnTo>
                  </a:path>
                </a:pathLst>
              </a:cu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3421285" y="2275237"/>
                <a:ext cx="475012" cy="175070"/>
              </a:xfrm>
              <a:prstGeom prst="ellipse">
                <a:avLst/>
              </a:pr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421285" y="2537841"/>
                <a:ext cx="475012" cy="112490"/>
              </a:xfrm>
              <a:custGeom>
                <a:avLst/>
                <a:gdLst/>
                <a:ahLst/>
                <a:cxnLst/>
                <a:rect l="l" t="t" r="r" b="b"/>
                <a:pathLst>
                  <a:path w="475012" h="112490">
                    <a:moveTo>
                      <a:pt x="0" y="0"/>
                    </a:moveTo>
                    <a:cubicBezTo>
                      <a:pt x="0" y="112490"/>
                      <a:pt x="475012" y="112490"/>
                      <a:pt x="475012" y="0"/>
                    </a:cubicBez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3733800" y="2562796"/>
                <a:ext cx="274987" cy="274987"/>
              </a:xfrm>
              <a:prstGeom prst="ellipse">
                <a:avLst/>
              </a:prstGeom>
              <a:solidFill>
                <a:srgbClr val="F4F7FA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971354" y="2800350"/>
                <a:ext cx="112490" cy="125063"/>
              </a:xfrm>
              <a:custGeom>
                <a:avLst/>
                <a:gdLst/>
                <a:ahLst/>
                <a:cxnLst/>
                <a:rect l="l" t="t" r="r" b="b"/>
                <a:pathLst>
                  <a:path w="112490" h="125063">
                    <a:moveTo>
                      <a:pt x="0" y="0"/>
                    </a:moveTo>
                    <a:lnTo>
                      <a:pt x="112490" y="125063"/>
                    </a:lnTo>
                  </a:path>
                </a:pathLst>
              </a:custGeom>
              <a:solidFill>
                <a:srgbClr val="FFFFFF"/>
              </a:solidFill>
              <a:ln w="50006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5" name="TextBox 25"/>
            <p:cNvSpPr/>
            <p:nvPr>
              <p:custDataLst>
                <p:tags r:id="rIdAlignment25"/>
              </p:custDataLst>
            </p:nvPr>
          </p:nvSpPr>
          <p:spPr>
            <a:xfrm>
              <a:off x="3160681" y="3054382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469064" y="2256568"/>
              <a:ext cx="450056" cy="607600"/>
              <a:chOff x="5469064" y="2256568"/>
              <a:chExt cx="450056" cy="6076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469064" y="2256568"/>
                <a:ext cx="450056" cy="6076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1251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570315" y="2402776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570315" y="2526602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570315" y="2650331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570315" y="2774061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817013" y="2683288"/>
              <a:ext cx="250031" cy="250031"/>
              <a:chOff x="5817013" y="2683288"/>
              <a:chExt cx="250031" cy="250031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817013" y="2683288"/>
                <a:ext cx="250031" cy="250031"/>
              </a:xfrm>
              <a:prstGeom prst="ellipse">
                <a:avLst/>
              </a:prstGeom>
              <a:solidFill>
                <a:srgbClr val="EDF3FA"/>
              </a:solidFill>
              <a:ln w="12502">
                <a:solidFill>
                  <a:srgbClr val="245EA8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922074" y="2753296"/>
                <a:ext cx="95060" cy="105061"/>
              </a:xfrm>
              <a:custGeom>
                <a:avLst/>
                <a:gdLst/>
                <a:ahLst/>
                <a:cxnLst/>
                <a:rect l="l" t="t" r="r" b="b"/>
                <a:pathLst>
                  <a:path w="95060" h="105061">
                    <a:moveTo>
                      <a:pt x="0" y="105061"/>
                    </a:moveTo>
                    <a:lnTo>
                      <a:pt x="95060" y="0"/>
                    </a:lnTo>
                  </a:path>
                </a:pathLst>
              </a:custGeom>
              <a:noFill/>
              <a:ln w="20002" cap="rnd">
                <a:solidFill>
                  <a:srgbClr val="245EA8"/>
                </a:solidFill>
              </a:ln>
            </p:spPr>
          </p:sp>
        </p:grpSp>
        <p:sp>
          <p:nvSpPr>
            <p:cNvPr id="38" name="TextBox 38"/>
            <p:cNvSpPr/>
            <p:nvPr>
              <p:custDataLst>
                <p:tags r:id="rIdAlignment38"/>
              </p:custDataLst>
            </p:nvPr>
          </p:nvSpPr>
          <p:spPr>
            <a:xfrm>
              <a:off x="5291328" y="3054382"/>
              <a:ext cx="8329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471791" y="2262759"/>
              <a:ext cx="587502" cy="687610"/>
              <a:chOff x="7471791" y="2262759"/>
              <a:chExt cx="587502" cy="68761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471791" y="2262759"/>
                <a:ext cx="525018" cy="675132"/>
              </a:xfrm>
              <a:custGeom>
                <a:avLst/>
                <a:gdLst/>
                <a:ahLst/>
                <a:cxnLst/>
                <a:rect l="l" t="t" r="r" b="b"/>
                <a:pathLst>
                  <a:path w="525018" h="675132">
                    <a:moveTo>
                      <a:pt x="262509" y="0"/>
                    </a:moveTo>
                    <a:lnTo>
                      <a:pt x="525018" y="112585"/>
                    </a:lnTo>
                    <a:lnTo>
                      <a:pt x="525018" y="312610"/>
                    </a:lnTo>
                    <a:cubicBezTo>
                      <a:pt x="525018" y="475107"/>
                      <a:pt x="400050" y="587597"/>
                      <a:pt x="262509" y="675132"/>
                    </a:cubicBezTo>
                    <a:cubicBezTo>
                      <a:pt x="124968" y="587597"/>
                      <a:pt x="0" y="475107"/>
                      <a:pt x="0" y="312610"/>
                    </a:cubicBezTo>
                    <a:lnTo>
                      <a:pt x="0" y="112585"/>
                    </a:lnTo>
                    <a:close/>
                  </a:path>
                </a:pathLst>
              </a:cu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596759" y="2475262"/>
                <a:ext cx="28756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87560" h="200025">
                    <a:moveTo>
                      <a:pt x="0" y="100012"/>
                    </a:moveTo>
                    <a:lnTo>
                      <a:pt x="100012" y="200025"/>
                    </a:lnTo>
                    <a:lnTo>
                      <a:pt x="287560" y="0"/>
                    </a:lnTo>
                  </a:path>
                </a:pathLst>
              </a:custGeom>
              <a:noFill/>
              <a:ln w="50006" cap="rnd">
                <a:solidFill>
                  <a:srgbClr val="245EA8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896796" y="2737866"/>
                <a:ext cx="162497" cy="212503"/>
              </a:xfrm>
              <a:custGeom>
                <a:avLst/>
                <a:gdLst/>
                <a:ahLst/>
                <a:cxnLst/>
                <a:rect l="l" t="t" r="r" b="b"/>
                <a:pathLst>
                  <a:path w="162497" h="212503">
                    <a:moveTo>
                      <a:pt x="37529" y="0"/>
                    </a:moveTo>
                    <a:lnTo>
                      <a:pt x="162497" y="0"/>
                    </a:lnTo>
                    <a:lnTo>
                      <a:pt x="162497" y="150019"/>
                    </a:lnTo>
                    <a:lnTo>
                      <a:pt x="0" y="150019"/>
                    </a:lnTo>
                    <a:moveTo>
                      <a:pt x="62484" y="87440"/>
                    </a:moveTo>
                    <a:lnTo>
                      <a:pt x="0" y="150019"/>
                    </a:lnTo>
                    <a:lnTo>
                      <a:pt x="62484" y="212503"/>
                    </a:ln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45" name="TextBox 45"/>
            <p:cNvSpPr/>
            <p:nvPr>
              <p:custDataLst>
                <p:tags r:id="rIdAlignment45"/>
              </p:custDataLst>
            </p:nvPr>
          </p:nvSpPr>
          <p:spPr>
            <a:xfrm>
              <a:off x="7144417" y="30543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46" name="TextBox 46"/>
            <p:cNvSpPr/>
            <p:nvPr>
              <p:custDataLst>
                <p:tags r:id="rIdAlignment46"/>
              </p:custDataLst>
            </p:nvPr>
          </p:nvSpPr>
          <p:spPr>
            <a:xfrm>
              <a:off x="830580" y="3336893"/>
              <a:ext cx="40054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47" name="TextBox 47"/>
            <p:cNvSpPr/>
            <p:nvPr>
              <p:custDataLst>
                <p:tags r:id="rIdAlignment47"/>
              </p:custDataLst>
            </p:nvPr>
          </p:nvSpPr>
          <p:spPr>
            <a:xfrm>
              <a:off x="9823609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48" name="TextBox 48"/>
            <p:cNvSpPr/>
            <p:nvPr>
              <p:custDataLst>
                <p:tags r:id="rIdAlignment48"/>
              </p:custDataLst>
            </p:nvPr>
          </p:nvSpPr>
          <p:spPr>
            <a:xfrm>
              <a:off x="9545669" y="27813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52" name="TextBox 52"/>
            <p:cNvSpPr/>
            <p:nvPr>
              <p:custDataLst>
                <p:tags r:id="rIdAlignment52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53" name="TextBox 53"/>
            <p:cNvSpPr/>
            <p:nvPr>
              <p:custDataLst>
                <p:tags r:id="rIdAlignment53"/>
              </p:custDataLst>
            </p:nvPr>
          </p:nvSpPr>
          <p:spPr>
            <a:xfrm>
              <a:off x="1361694" y="4035457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1586484" y="4571810"/>
              <a:ext cx="303562" cy="409861"/>
              <a:chOff x="1586484" y="4571810"/>
              <a:chExt cx="303562" cy="409861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158648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5477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165477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165477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165477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60" name="TextBox 60"/>
            <p:cNvSpPr/>
            <p:nvPr>
              <p:custDataLst>
                <p:tags r:id="rIdAlignment60"/>
              </p:custDataLst>
            </p:nvPr>
          </p:nvSpPr>
          <p:spPr>
            <a:xfrm>
              <a:off x="127473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3586734" y="4571810"/>
              <a:ext cx="303562" cy="409861"/>
              <a:chOff x="3586734" y="4571810"/>
              <a:chExt cx="303562" cy="409861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358673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5502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5" name="Line 65"/>
              <p:cNvSpPr/>
              <p:nvPr/>
            </p:nvSpPr>
            <p:spPr>
              <a:xfrm>
                <a:off x="365502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365502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365502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69" name="TextBox 69"/>
            <p:cNvSpPr/>
            <p:nvPr>
              <p:custDataLst>
                <p:tags r:id="rIdAlignment69"/>
              </p:custDataLst>
            </p:nvPr>
          </p:nvSpPr>
          <p:spPr>
            <a:xfrm>
              <a:off x="3163348" y="5038725"/>
              <a:ext cx="10900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70" name="Freeform 70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5586984" y="4571810"/>
              <a:ext cx="303562" cy="409861"/>
              <a:chOff x="5586984" y="4571810"/>
              <a:chExt cx="303562" cy="409861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558698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65527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565527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565527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6" name="Line 76"/>
              <p:cNvSpPr/>
              <p:nvPr/>
            </p:nvSpPr>
            <p:spPr>
              <a:xfrm>
                <a:off x="565527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78" name="TextBox 78"/>
            <p:cNvSpPr/>
            <p:nvPr>
              <p:custDataLst>
                <p:tags r:id="rIdAlignment78"/>
              </p:custDataLst>
            </p:nvPr>
          </p:nvSpPr>
          <p:spPr>
            <a:xfrm>
              <a:off x="527523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79" name="Freeform 79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587234" y="4571810"/>
              <a:ext cx="303562" cy="409861"/>
              <a:chOff x="7587234" y="4571810"/>
              <a:chExt cx="303562" cy="409861"/>
            </a:xfrm>
          </p:grpSpPr>
          <p:sp>
            <p:nvSpPr>
              <p:cNvPr id="81" name="Rectangle 81"/>
              <p:cNvSpPr/>
              <p:nvPr/>
            </p:nvSpPr>
            <p:spPr>
              <a:xfrm>
                <a:off x="758723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65552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765552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765552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5" name="Line 85"/>
              <p:cNvSpPr/>
              <p:nvPr/>
            </p:nvSpPr>
            <p:spPr>
              <a:xfrm>
                <a:off x="765552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87" name="TextBox 87"/>
            <p:cNvSpPr/>
            <p:nvPr>
              <p:custDataLst>
                <p:tags r:id="rIdAlignment87"/>
              </p:custDataLst>
            </p:nvPr>
          </p:nvSpPr>
          <p:spPr>
            <a:xfrm>
              <a:off x="727548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89" name="TextBox 89"/>
            <p:cNvSpPr/>
            <p:nvPr>
              <p:custDataLst>
                <p:tags r:id="rIdAlignment89"/>
              </p:custDataLst>
            </p:nvPr>
          </p:nvSpPr>
          <p:spPr>
            <a:xfrm>
              <a:off x="3016568" y="5349907"/>
              <a:ext cx="33823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90" name="TextBox 90"/>
            <p:cNvSpPr/>
            <p:nvPr>
              <p:custDataLst>
                <p:tags r:id="rIdAlignment90"/>
              </p:custDataLst>
            </p:nvPr>
          </p:nvSpPr>
          <p:spPr>
            <a:xfrm>
              <a:off x="830580" y="5660993"/>
              <a:ext cx="4323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91" name="TextBox 91"/>
            <p:cNvSpPr/>
            <p:nvPr>
              <p:custDataLst>
                <p:tags r:id="rIdAlignment91"/>
              </p:custDataLst>
            </p:nvPr>
          </p:nvSpPr>
          <p:spPr>
            <a:xfrm>
              <a:off x="9665208" y="4476750"/>
              <a:ext cx="143875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0" rIns="0" bIns="0" anchor="t" anchorCtr="0">
              <a:noAutofit/>
            </a:bodyPr>
            <a:lstStyle/>
            <a:p>
              <a:pPr algn="ctr"/>
              <a:r>
                <a:rPr lang="zh-CN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92" name="TextBox 92"/>
            <p:cNvSpPr/>
            <p:nvPr>
              <p:custDataLst>
                <p:tags r:id="rIdAlignment92"/>
              </p:custDataLst>
            </p:nvPr>
          </p:nvSpPr>
          <p:spPr>
            <a:xfrm>
              <a:off x="9545669" y="51054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94" name="Line 9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95" name="TextBox 95"/>
            <p:cNvSpPr/>
            <p:nvPr>
              <p:custDataLst>
                <p:tags r:id="rIdAlignment95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6" name="TextBox 96"/>
            <p:cNvSpPr/>
            <p:nvPr>
              <p:custDataLst>
                <p:tags r:id="rIdAlignment96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Alignment10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11" name="TextBox 11"/>
            <p:cNvSpPr/>
            <p:nvPr>
              <p:custDataLst>
                <p:tags r:id="rIdAlignment11"/>
              </p:custDataLst>
            </p:nvPr>
          </p:nvSpPr>
          <p:spPr>
            <a:xfrm>
              <a:off x="1361694" y="1711357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715357" y="2323528"/>
              <a:ext cx="583787" cy="572643"/>
              <a:chOff x="1715357" y="2323528"/>
              <a:chExt cx="583787" cy="57264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715357" y="2400586"/>
                <a:ext cx="418528" cy="440531"/>
              </a:xfrm>
              <a:custGeom>
                <a:avLst/>
                <a:gdLst/>
                <a:ahLst/>
                <a:cxnLst/>
                <a:rect l="l" t="t" r="r" b="b"/>
                <a:pathLst>
                  <a:path w="418528" h="440531">
                    <a:moveTo>
                      <a:pt x="0" y="0"/>
                    </a:moveTo>
                    <a:lnTo>
                      <a:pt x="0" y="341471"/>
                    </a:lnTo>
                    <a:cubicBezTo>
                      <a:pt x="0" y="440531"/>
                      <a:pt x="418528" y="440531"/>
                      <a:pt x="418528" y="341471"/>
                    </a:cubicBezTo>
                    <a:lnTo>
                      <a:pt x="418528" y="0"/>
                    </a:lnTo>
                  </a:path>
                </a:pathLst>
              </a:custGeom>
              <a:solidFill>
                <a:srgbClr val="FFFFFF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715357" y="2323528"/>
                <a:ext cx="418528" cy="154210"/>
              </a:xfrm>
              <a:prstGeom prst="ellipse">
                <a:avLst/>
              </a:prstGeom>
              <a:solidFill>
                <a:srgbClr val="FFFFFF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715357" y="2554796"/>
                <a:ext cx="418528" cy="99155"/>
              </a:xfrm>
              <a:custGeom>
                <a:avLst/>
                <a:gdLst/>
                <a:ahLst/>
                <a:cxnLst/>
                <a:rect l="l" t="t" r="r" b="b"/>
                <a:pathLst>
                  <a:path w="418528" h="99155">
                    <a:moveTo>
                      <a:pt x="0" y="0"/>
                    </a:moveTo>
                    <a:cubicBezTo>
                      <a:pt x="0" y="99155"/>
                      <a:pt x="418528" y="99155"/>
                      <a:pt x="418528" y="0"/>
                    </a:cubicBezTo>
                  </a:path>
                </a:pathLst>
              </a:custGeom>
              <a:noFill/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990725" y="2576798"/>
                <a:ext cx="242316" cy="242316"/>
              </a:xfrm>
              <a:prstGeom prst="ellipse">
                <a:avLst/>
              </a:prstGeom>
              <a:solidFill>
                <a:srgbClr val="F4F7FA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2199989" y="2786062"/>
                <a:ext cx="99155" cy="110109"/>
              </a:xfrm>
              <a:custGeom>
                <a:avLst/>
                <a:gdLst/>
                <a:ahLst/>
                <a:cxnLst/>
                <a:rect l="l" t="t" r="r" b="b"/>
                <a:pathLst>
                  <a:path w="99155" h="110109">
                    <a:moveTo>
                      <a:pt x="0" y="0"/>
                    </a:moveTo>
                    <a:lnTo>
                      <a:pt x="99155" y="110109"/>
                    </a:lnTo>
                  </a:path>
                </a:pathLst>
              </a:custGeom>
              <a:solidFill>
                <a:srgbClr val="FFFFFF"/>
              </a:solidFill>
              <a:ln w="4405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8" name="TextBox 18"/>
            <p:cNvSpPr/>
            <p:nvPr>
              <p:custDataLst>
                <p:tags r:id="rIdAlignment18"/>
              </p:custDataLst>
            </p:nvPr>
          </p:nvSpPr>
          <p:spPr>
            <a:xfrm>
              <a:off x="1186053" y="2889218"/>
              <a:ext cx="15553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4595241" y="2318766"/>
              <a:ext cx="526257" cy="526256"/>
              <a:chOff x="4595241" y="2318766"/>
              <a:chExt cx="526257" cy="526256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595241" y="2318766"/>
                <a:ext cx="384620" cy="384620"/>
              </a:xfrm>
              <a:prstGeom prst="ellipse">
                <a:avLst/>
              </a:prstGeom>
              <a:solidFill>
                <a:srgbClr val="FFFFFF"/>
              </a:solidFill>
              <a:ln w="25301">
                <a:solidFill>
                  <a:srgbClr val="245EA8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929188" y="2652712"/>
                <a:ext cx="192310" cy="192310"/>
              </a:xfrm>
              <a:custGeom>
                <a:avLst/>
                <a:gdLst/>
                <a:ahLst/>
                <a:cxnLst/>
                <a:rect l="l" t="t" r="r" b="b"/>
                <a:pathLst>
                  <a:path w="192310" h="192310">
                    <a:moveTo>
                      <a:pt x="0" y="0"/>
                    </a:moveTo>
                    <a:lnTo>
                      <a:pt x="192310" y="192310"/>
                    </a:lnTo>
                  </a:path>
                </a:pathLst>
              </a:custGeom>
              <a:noFill/>
              <a:ln w="50602" cap="rnd">
                <a:solidFill>
                  <a:srgbClr val="245EA8"/>
                </a:solidFill>
              </a:ln>
            </p:spPr>
          </p:sp>
        </p:grpSp>
        <p:sp>
          <p:nvSpPr>
            <p:cNvPr id="22" name="TextBox 22"/>
            <p:cNvSpPr/>
            <p:nvPr>
              <p:custDataLst>
                <p:tags r:id="rIdAlignment22"/>
              </p:custDataLst>
            </p:nvPr>
          </p:nvSpPr>
          <p:spPr>
            <a:xfrm>
              <a:off x="4199287" y="2889218"/>
              <a:ext cx="11867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en-US" sz="17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7540180" y="2332101"/>
              <a:ext cx="369094" cy="498253"/>
              <a:chOff x="7540180" y="2332101"/>
              <a:chExt cx="369094" cy="498253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7540180" y="2332101"/>
                <a:ext cx="369094" cy="498253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227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23238" y="2452116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23238" y="2553557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623238" y="2655094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7623238" y="2756630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</p:grpSp>
        <p:sp>
          <p:nvSpPr>
            <p:cNvPr id="29" name="TextBox 29"/>
            <p:cNvSpPr/>
            <p:nvPr>
              <p:custDataLst>
                <p:tags r:id="rIdAlignment29"/>
              </p:custDataLst>
            </p:nvPr>
          </p:nvSpPr>
          <p:spPr>
            <a:xfrm>
              <a:off x="7011829" y="2889218"/>
              <a:ext cx="13718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4" name="TextBox 34"/>
            <p:cNvSpPr/>
            <p:nvPr>
              <p:custDataLst>
                <p:tags r:id="rIdAlignment34"/>
              </p:custDataLst>
            </p:nvPr>
          </p:nvSpPr>
          <p:spPr>
            <a:xfrm>
              <a:off x="830580" y="3336893"/>
              <a:ext cx="3977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35" name="TextBox 35"/>
            <p:cNvSpPr/>
            <p:nvPr>
              <p:custDataLst>
                <p:tags r:id="rIdAlignment35"/>
              </p:custDataLst>
            </p:nvPr>
          </p:nvSpPr>
          <p:spPr>
            <a:xfrm>
              <a:off x="10268807" y="2139982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36" name="TextBox 36"/>
            <p:cNvSpPr/>
            <p:nvPr>
              <p:custDataLst>
                <p:tags r:id="rIdAlignment36"/>
              </p:custDataLst>
            </p:nvPr>
          </p:nvSpPr>
          <p:spPr>
            <a:xfrm>
              <a:off x="9652064" y="2781300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40" name="TextBox 40"/>
            <p:cNvSpPr/>
            <p:nvPr>
              <p:custDataLst>
                <p:tags r:id="rIdAlignment40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41" name="TextBox 41"/>
            <p:cNvSpPr/>
            <p:nvPr>
              <p:custDataLst>
                <p:tags r:id="rIdAlignment41"/>
              </p:custDataLst>
            </p:nvPr>
          </p:nvSpPr>
          <p:spPr>
            <a:xfrm>
              <a:off x="1361694" y="4035457"/>
              <a:ext cx="49409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/>
            <p:nvPr>
              <p:custDataLst>
                <p:tags r:id="rIdAlignment43"/>
              </p:custDataLst>
            </p:nvPr>
          </p:nvSpPr>
          <p:spPr>
            <a:xfrm>
              <a:off x="1038130" y="5016532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9" name="TextBox 49"/>
            <p:cNvSpPr/>
            <p:nvPr>
              <p:custDataLst>
                <p:tags r:id="rIdAlignment49"/>
              </p:custDataLst>
            </p:nvPr>
          </p:nvSpPr>
          <p:spPr>
            <a:xfrm>
              <a:off x="3267170" y="4635532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51" name="TextBox 51"/>
            <p:cNvSpPr/>
            <p:nvPr>
              <p:custDataLst>
                <p:tags r:id="rIdAlignment51"/>
              </p:custDataLst>
            </p:nvPr>
          </p:nvSpPr>
          <p:spPr>
            <a:xfrm>
              <a:off x="3600355" y="5226082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7" name="TextBox 57"/>
            <p:cNvSpPr/>
            <p:nvPr>
              <p:custDataLst>
                <p:tags r:id="rIdAlignment57"/>
              </p:custDataLst>
            </p:nvPr>
          </p:nvSpPr>
          <p:spPr>
            <a:xfrm>
              <a:off x="6649117" y="4635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9" name="TextBox 59"/>
            <p:cNvSpPr/>
            <p:nvPr>
              <p:custDataLst>
                <p:tags r:id="rIdAlignment59"/>
              </p:custDataLst>
            </p:nvPr>
          </p:nvSpPr>
          <p:spPr>
            <a:xfrm>
              <a:off x="6292596" y="5238750"/>
              <a:ext cx="18420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60" name="TextBox 60"/>
            <p:cNvSpPr/>
            <p:nvPr>
              <p:custDataLst>
                <p:tags r:id="rIdAlignment60"/>
              </p:custDataLst>
            </p:nvPr>
          </p:nvSpPr>
          <p:spPr>
            <a:xfrm>
              <a:off x="830580" y="5660993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61" name="TextBox 61"/>
            <p:cNvSpPr/>
            <p:nvPr>
              <p:custDataLst>
                <p:tags r:id="rIdAlignment61"/>
              </p:custDataLst>
            </p:nvPr>
          </p:nvSpPr>
          <p:spPr>
            <a:xfrm>
              <a:off x="9807130" y="4464082"/>
              <a:ext cx="115500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62" name="TextBox 62"/>
            <p:cNvSpPr/>
            <p:nvPr>
              <p:custDataLst>
                <p:tags r:id="rIdAlignment62"/>
              </p:custDataLst>
            </p:nvPr>
          </p:nvSpPr>
          <p:spPr>
            <a:xfrm>
              <a:off x="9758362" y="5105400"/>
              <a:ext cx="129216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5" name="TextBox 65"/>
            <p:cNvSpPr/>
            <p:nvPr>
              <p:custDataLst>
                <p:tags r:id="rIdAlignment65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/>
            <p:nvPr>
              <p:custDataLst>
                <p:tags r:id="rIdAlignment66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Alignment3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Alignment4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104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Alignment10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11" name="TextBox 11"/>
            <p:cNvSpPr/>
            <p:nvPr>
              <p:custDataLst>
                <p:tags r:id="rIdAlignment11"/>
              </p:custDataLst>
            </p:nvPr>
          </p:nvSpPr>
          <p:spPr>
            <a:xfrm>
              <a:off x="1361694" y="1711357"/>
              <a:ext cx="490623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/>
            <p:nvPr>
              <p:custDataLst>
                <p:tags r:id="rIdAlignment13"/>
              </p:custDataLst>
            </p:nvPr>
          </p:nvSpPr>
          <p:spPr>
            <a:xfrm>
              <a:off x="1487329" y="2282857"/>
              <a:ext cx="17925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234630" y="2632520"/>
              <a:ext cx="273844" cy="297561"/>
              <a:chOff x="1234630" y="2632520"/>
              <a:chExt cx="273844" cy="297561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1234630" y="263252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449038" y="2662238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1270444" y="2674144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234630" y="273958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1449038" y="2769394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1270444" y="2781300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1234630" y="2846737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1449038" y="2876550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1270444" y="2888456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2249138" y="2638425"/>
              <a:ext cx="321469" cy="285750"/>
              <a:chOff x="2249138" y="2638425"/>
              <a:chExt cx="321469" cy="285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2249138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249138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249138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56294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75262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08670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39638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2356294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2475262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grpSp>
          <p:nvGrpSpPr>
            <p:cNvPr id="43" name="Group 43"/>
            <p:cNvGrpSpPr/>
            <p:nvPr/>
          </p:nvGrpSpPr>
          <p:grpSpPr>
            <a:xfrm>
              <a:off x="3311080" y="2632520"/>
              <a:ext cx="273844" cy="297561"/>
              <a:chOff x="3311080" y="2632520"/>
              <a:chExt cx="273844" cy="297561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3311080" y="263252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35" name="Ellipse 35"/>
              <p:cNvSpPr/>
              <p:nvPr/>
            </p:nvSpPr>
            <p:spPr>
              <a:xfrm>
                <a:off x="3525488" y="2662238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3346894" y="2674144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3311080" y="273958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38" name="Ellipse 38"/>
              <p:cNvSpPr/>
              <p:nvPr/>
            </p:nvSpPr>
            <p:spPr>
              <a:xfrm>
                <a:off x="3525488" y="2769394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3346894" y="2781300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3311080" y="2846737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3525488" y="2876550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3346894" y="2888456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sp>
          <p:nvSpPr>
            <p:cNvPr id="44" name="Freeform 44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8" name="TextBox 48"/>
            <p:cNvSpPr/>
            <p:nvPr>
              <p:custDataLst>
                <p:tags r:id="rIdAlignment48"/>
              </p:custDataLst>
            </p:nvPr>
          </p:nvSpPr>
          <p:spPr>
            <a:xfrm>
              <a:off x="1713548" y="3013043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4" name="TextBox 54"/>
            <p:cNvSpPr/>
            <p:nvPr>
              <p:custDataLst>
                <p:tags r:id="rIdAlignment54"/>
              </p:custDataLst>
            </p:nvPr>
          </p:nvSpPr>
          <p:spPr>
            <a:xfrm>
              <a:off x="5671471" y="2359057"/>
              <a:ext cx="18254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95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6" name="TextBox 56"/>
            <p:cNvSpPr/>
            <p:nvPr>
              <p:custDataLst>
                <p:tags r:id="rIdAlignment56"/>
              </p:custDataLst>
            </p:nvPr>
          </p:nvSpPr>
          <p:spPr>
            <a:xfrm>
              <a:off x="5782532" y="2892457"/>
              <a:ext cx="16033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95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7" name="TextBox 57"/>
            <p:cNvSpPr/>
            <p:nvPr>
              <p:custDataLst>
                <p:tags r:id="rIdAlignment57"/>
              </p:custDataLst>
            </p:nvPr>
          </p:nvSpPr>
          <p:spPr>
            <a:xfrm>
              <a:off x="830580" y="3336893"/>
              <a:ext cx="4379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8" name="TextBox 58"/>
            <p:cNvSpPr/>
            <p:nvPr>
              <p:custDataLst>
                <p:tags r:id="rIdAlignment58"/>
              </p:custDataLst>
            </p:nvPr>
          </p:nvSpPr>
          <p:spPr>
            <a:xfrm>
              <a:off x="10009822" y="2139982"/>
              <a:ext cx="74961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9" name="TextBox 59"/>
            <p:cNvSpPr/>
            <p:nvPr>
              <p:custDataLst>
                <p:tags r:id="rIdAlignment59"/>
              </p:custDataLst>
            </p:nvPr>
          </p:nvSpPr>
          <p:spPr>
            <a:xfrm>
              <a:off x="9652064" y="2781300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63" name="TextBox 63"/>
            <p:cNvSpPr/>
            <p:nvPr>
              <p:custDataLst>
                <p:tags r:id="rIdAlignment63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4" name="TextBox 64"/>
            <p:cNvSpPr/>
            <p:nvPr>
              <p:custDataLst>
                <p:tags r:id="rIdAlignment64"/>
              </p:custDataLst>
            </p:nvPr>
          </p:nvSpPr>
          <p:spPr>
            <a:xfrm>
              <a:off x="1361694" y="4035457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6" name="TextBox 66"/>
            <p:cNvSpPr/>
            <p:nvPr>
              <p:custDataLst>
                <p:tags r:id="rIdAlignment66"/>
              </p:custDataLst>
            </p:nvPr>
          </p:nvSpPr>
          <p:spPr>
            <a:xfrm>
              <a:off x="1039368" y="4635532"/>
              <a:ext cx="33388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1090612" y="5049488"/>
              <a:ext cx="238125" cy="321469"/>
              <a:chOff x="1090612" y="5049488"/>
              <a:chExt cx="238125" cy="321469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1090612" y="5049488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238" y="5126831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1144238" y="5192363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144238" y="5257800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1144238" y="5323237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sp>
          <p:nvSpPr>
            <p:cNvPr id="74" name="TextBox 74"/>
            <p:cNvSpPr/>
            <p:nvPr>
              <p:custDataLst>
                <p:tags r:id="rIdAlignment74"/>
              </p:custDataLst>
            </p:nvPr>
          </p:nvSpPr>
          <p:spPr>
            <a:xfrm>
              <a:off x="1584008" y="50990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5" name="Freeform 75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2947988" y="5043488"/>
              <a:ext cx="333375" cy="333375"/>
              <a:chOff x="2947988" y="5043488"/>
              <a:chExt cx="333375" cy="333375"/>
            </a:xfrm>
          </p:grpSpPr>
          <p:sp>
            <p:nvSpPr>
              <p:cNvPr id="78" name="Rectangle 78"/>
              <p:cNvSpPr/>
              <p:nvPr/>
            </p:nvSpPr>
            <p:spPr>
              <a:xfrm>
                <a:off x="2995612" y="5091112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3061144" y="5156644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2947988" y="5043488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51" y="0"/>
                    </a:moveTo>
                    <a:lnTo>
                      <a:pt x="101251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219" y="0"/>
                    </a:moveTo>
                    <a:lnTo>
                      <a:pt x="232219" y="47625"/>
                    </a:lnTo>
                    <a:moveTo>
                      <a:pt x="101251" y="285750"/>
                    </a:moveTo>
                    <a:lnTo>
                      <a:pt x="101251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219" y="285750"/>
                    </a:moveTo>
                    <a:lnTo>
                      <a:pt x="232219" y="333375"/>
                    </a:lnTo>
                    <a:moveTo>
                      <a:pt x="0" y="101251"/>
                    </a:moveTo>
                    <a:lnTo>
                      <a:pt x="47625" y="101251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219"/>
                    </a:moveTo>
                    <a:lnTo>
                      <a:pt x="47625" y="232219"/>
                    </a:lnTo>
                    <a:moveTo>
                      <a:pt x="285750" y="101251"/>
                    </a:moveTo>
                    <a:lnTo>
                      <a:pt x="333375" y="101251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219"/>
                    </a:moveTo>
                    <a:lnTo>
                      <a:pt x="333375" y="232219"/>
                    </a:ln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82" name="TextBox 82"/>
            <p:cNvSpPr/>
            <p:nvPr>
              <p:custDataLst>
                <p:tags r:id="rIdAlignment82"/>
              </p:custDataLst>
            </p:nvPr>
          </p:nvSpPr>
          <p:spPr>
            <a:xfrm>
              <a:off x="3456622" y="5099018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83" name="Freeform 83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4870894" y="5055394"/>
              <a:ext cx="315469" cy="309562"/>
              <a:chOff x="4870894" y="5055394"/>
              <a:chExt cx="315469" cy="309562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4870894" y="5097113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499"/>
                    </a:lnTo>
                    <a:cubicBezTo>
                      <a:pt x="0" y="238125"/>
                      <a:pt x="226219" y="238125"/>
                      <a:pt x="226219" y="184499"/>
                    </a:cubicBezTo>
                    <a:lnTo>
                      <a:pt x="226219" y="0"/>
                    </a:lnTo>
                  </a:path>
                </a:pathLst>
              </a:cu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7" name="Ellipse 87"/>
              <p:cNvSpPr/>
              <p:nvPr/>
            </p:nvSpPr>
            <p:spPr>
              <a:xfrm>
                <a:off x="4870894" y="5055394"/>
                <a:ext cx="226219" cy="83344"/>
              </a:xfrm>
              <a:prstGeom prst="ellipse">
                <a:avLst/>
              </a:pr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4870894" y="5180362"/>
                <a:ext cx="226219" cy="53626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626">
                    <a:moveTo>
                      <a:pt x="0" y="0"/>
                    </a:moveTo>
                    <a:cubicBezTo>
                      <a:pt x="0" y="53626"/>
                      <a:pt x="226219" y="53626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9" name="Ellipse 89"/>
              <p:cNvSpPr/>
              <p:nvPr/>
            </p:nvSpPr>
            <p:spPr>
              <a:xfrm>
                <a:off x="5019675" y="5192363"/>
                <a:ext cx="130969" cy="130969"/>
              </a:xfrm>
              <a:prstGeom prst="ellipse">
                <a:avLst/>
              </a:prstGeom>
              <a:solidFill>
                <a:srgbClr val="F4F7FA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5132737" y="5305425"/>
                <a:ext cx="53626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626" h="59531">
                    <a:moveTo>
                      <a:pt x="0" y="0"/>
                    </a:moveTo>
                    <a:lnTo>
                      <a:pt x="53626" y="59531"/>
                    </a:lnTo>
                  </a:path>
                </a:pathLst>
              </a:custGeom>
              <a:solidFill>
                <a:srgbClr val="FFFFFF"/>
              </a:solidFill>
              <a:ln w="2381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92" name="TextBox 92"/>
            <p:cNvSpPr/>
            <p:nvPr>
              <p:custDataLst>
                <p:tags r:id="rIdAlignment92"/>
              </p:custDataLst>
            </p:nvPr>
          </p:nvSpPr>
          <p:spPr>
            <a:xfrm>
              <a:off x="5358289" y="5099018"/>
              <a:ext cx="8943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93" name="Freeform 93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6799612" y="5049488"/>
              <a:ext cx="279844" cy="327375"/>
              <a:chOff x="6799612" y="5049488"/>
              <a:chExt cx="279844" cy="327375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6799612" y="5049488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63" y="0"/>
                    </a:moveTo>
                    <a:lnTo>
                      <a:pt x="250031" y="53531"/>
                    </a:lnTo>
                    <a:lnTo>
                      <a:pt x="250031" y="148781"/>
                    </a:lnTo>
                    <a:cubicBezTo>
                      <a:pt x="250031" y="226219"/>
                      <a:pt x="190500" y="279749"/>
                      <a:pt x="125063" y="321469"/>
                    </a:cubicBezTo>
                    <a:cubicBezTo>
                      <a:pt x="59531" y="279749"/>
                      <a:pt x="0" y="226219"/>
                      <a:pt x="0" y="148781"/>
                    </a:cubicBezTo>
                    <a:lnTo>
                      <a:pt x="0" y="53531"/>
                    </a:lnTo>
                    <a:close/>
                  </a:path>
                </a:pathLst>
              </a:cu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6859238" y="5150644"/>
                <a:ext cx="136874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874" y="0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  <a:round/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7002113" y="5275612"/>
                <a:ext cx="77343" cy="101251"/>
              </a:xfrm>
              <a:custGeom>
                <a:avLst/>
                <a:gdLst/>
                <a:ahLst/>
                <a:cxnLst/>
                <a:rect l="l" t="t" r="r" b="b"/>
                <a:pathLst>
                  <a:path w="77343" h="101251">
                    <a:moveTo>
                      <a:pt x="17812" y="0"/>
                    </a:moveTo>
                    <a:lnTo>
                      <a:pt x="77343" y="0"/>
                    </a:lnTo>
                    <a:lnTo>
                      <a:pt x="77343" y="71533"/>
                    </a:lnTo>
                    <a:lnTo>
                      <a:pt x="0" y="71533"/>
                    </a:lnTo>
                    <a:moveTo>
                      <a:pt x="29718" y="41719"/>
                    </a:moveTo>
                    <a:lnTo>
                      <a:pt x="0" y="71533"/>
                    </a:lnTo>
                    <a:lnTo>
                      <a:pt x="29718" y="101251"/>
                    </a:ln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00" name="TextBox 100"/>
            <p:cNvSpPr/>
            <p:nvPr>
              <p:custDataLst>
                <p:tags r:id="rIdAlignment100"/>
              </p:custDataLst>
            </p:nvPr>
          </p:nvSpPr>
          <p:spPr>
            <a:xfrm>
              <a:off x="7299008" y="50990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101" name="TextBox 101"/>
            <p:cNvSpPr/>
            <p:nvPr>
              <p:custDataLst>
                <p:tags r:id="rIdAlignment101"/>
              </p:custDataLst>
            </p:nvPr>
          </p:nvSpPr>
          <p:spPr>
            <a:xfrm>
              <a:off x="830580" y="5660993"/>
              <a:ext cx="44567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102" name="TextBox 102"/>
            <p:cNvSpPr/>
            <p:nvPr>
              <p:custDataLst>
                <p:tags r:id="rIdAlignment102"/>
              </p:custDataLst>
            </p:nvPr>
          </p:nvSpPr>
          <p:spPr>
            <a:xfrm>
              <a:off x="10268807" y="4464082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103" name="TextBox 103"/>
            <p:cNvSpPr/>
            <p:nvPr>
              <p:custDataLst>
                <p:tags r:id="rIdAlignment103"/>
              </p:custDataLst>
            </p:nvPr>
          </p:nvSpPr>
          <p:spPr>
            <a:xfrm>
              <a:off x="9683020" y="5105400"/>
              <a:ext cx="1443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191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105" name="Line 105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106" name="TextBox 106"/>
            <p:cNvSpPr/>
            <p:nvPr>
              <p:custDataLst>
                <p:tags r:id="rIdAlignment106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107" name="TextBox 107"/>
            <p:cNvSpPr/>
            <p:nvPr>
              <p:custDataLst>
                <p:tags r:id="rIdAlignment107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</p:grpSp>
    </p:spTree>
  </p:cSld>
  <p:clrMapOvr>
    <a:masterClrMapping/>
  </p:clrMapOvr>
</p:sld>
</file>

<file path=ppt/tags/alignment_slide1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1_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alignment_slide1_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alignment_slide1_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alignment_slide1_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15999984741211"/>
</p:tagLst>
</file>

<file path=ppt/tags/alignment_slide1_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4.25000381469727"/>
</p:tagLst>
</file>

<file path=ppt/tags/alignment_slide1_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0.7499885559082"/>
</p:tagLst>
</file>

<file path=ppt/tags/alignment_slide1_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2499885559082"/>
</p:tagLst>
</file>

<file path=ppt/tags/alignment_slide1_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3.7499885559082"/>
</p:tagLst>
</file>

<file path=ppt/tags/alignment_slide1_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1_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3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3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3_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780000686645508"/>
</p:tagLst>
</file>

<file path=ppt/tags/alignment_slide3_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700008392334"/>
</p:tagLst>
</file>

<file path=ppt/tags/alignment_slide3_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alignment_slide3_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alignment_slide3_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99999618530273"/>
</p:tagLst>
</file>

<file path=ppt/tags/alignment_slide3_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5.27999877929688"/>
</p:tagLst>
</file>

<file path=ppt/tags/alignment_slide3_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alignment_slide3_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alignment_slide3_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alignment_slide3_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alignment_slide3_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7799987792969"/>
</p:tagLst>
</file>

<file path=ppt/tags/alignment_slide3_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8399963378906"/>
</p:tagLst>
</file>

<file path=ppt/tags/alignment_slide3_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780029296875"/>
</p:tagLst>
</file>

<file path=ppt/tags/alignment_slide3_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9000244140625"/>
</p:tagLst>
</file>

<file path=ppt/tags/alignment_slide3_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279998779296875"/>
</p:tagLst>
</file>

<file path=ppt/tags/alignment_slide3_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84000015258789"/>
</p:tagLst>
</file>

<file path=ppt/tags/alignment_slide3_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900001525878906"/>
</p:tagLst>
</file>

<file path=ppt/tags/alignment_slide3_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3999633789062"/>
</p:tagLst>
</file>

<file path=ppt/tags/alignment_slide3_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9999389648438"/>
</p:tagLst>
</file>

<file path=ppt/tags/alignment_slide3_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399963378906"/>
</p:tagLst>
</file>

<file path=ppt/tags/alignment_slide3_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alignment_slide3_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5"/>
</p:tagLst>
</file>

<file path=ppt/tags/alignment_slide3_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99999237060547"/>
</p:tagLst>
</file>

<file path=ppt/tags/alignment_slide3_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alignment_slide3_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7.280029296875"/>
</p:tagLst>
</file>

<file path=ppt/tags/alignment_slide3_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alignment_slide3_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alignment_slide3_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4000244140625"/>
</p:tagLst>
</file>

<file path=ppt/tags/alignment_slide3_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.0000305175781"/>
</p:tagLst>
</file>

<file path=ppt/tags/alignment_slide3_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3_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4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4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4_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20001220703125"/>
</p:tagLst>
</file>

<file path=ppt/tags/alignment_slide4_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alignment_slide4_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alignment_slide4_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alignment_slide4_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alignment_slide4_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alignment_slide4_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alignment_slide4_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alignment_slide4_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alignment_slide4_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alignment_slide4_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3499755859375"/>
</p:tagLst>
</file>

<file path=ppt/tags/alignment_slide4_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"/>
</p:tagLst>
</file>

<file path=ppt/tags/alignment_slide4_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599975585938"/>
</p:tagLst>
</file>

<file path=ppt/tags/alignment_slide4_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alignment_slide4_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4_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5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5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5_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alignment_slide5_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4.99999618530273"/>
</p:tagLst>
</file>

<file path=ppt/tags/alignment_slide5_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5708465576"/>
</p:tagLst>
</file>

<file path=ppt/tags/alignment_slide5_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5.00000381469727"/>
</p:tagLst>
</file>

<file path=ppt/tags/alignment_slide5_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6185302734"/>
</p:tagLst>
</file>

<file path=ppt/tags/alignment_slide5_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9618530273"/>
</p:tagLst>
</file>

<file path=ppt/tags/alignment_slide5_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0999755859375"/>
</p:tagLst>
</file>

<file path=ppt/tags/alignment_slide5_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75"/>
</p:tagLst>
</file>

<file path=ppt/tags/alignment_slide5_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8399963378906"/>
</p:tagLst>
</file>

<file path=ppt/tags/alignment_slide5_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3.49999046325684"/>
</p:tagLst>
</file>

<file path=ppt/tags/alignment_slide5_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2.99999046325684"/>
</p:tagLst>
</file>

<file path=ppt/tags/alignment_slide5_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49999046325684"/>
</p:tagLst>
</file>

<file path=ppt/tags/alignment_slide5_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1.99999046325684"/>
</p:tagLst>
</file>

<file path=ppt/tags/alignment_slide5_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1.4999904632568"/>
</p:tagLst>
</file>

<file path=ppt/tags/alignment_slide5_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75"/>
</p:tagLst>
</file>

<file path=ppt/tags/alignment_slide5_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699951171875"/>
</p:tagLst>
</file>

<file path=ppt/tags/alignment_slide5_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099975585938"/>
</p:tagLst>
</file>

<file path=ppt/tags/alignment_slide5_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610351562"/>
</p:tagLst>
</file>

<file path=ppt/tags/alignment_slide5_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499961853027"/>
</p:tagLst>
</file>

<file path=ppt/tags/alignment_slide5_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1.7500114440918"/>
</p:tagLst>
</file>

<file path=ppt/tags/alignment_slide5_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114440918"/>
</p:tagLst>
</file>

<file path=ppt/tags/alignment_slide5_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7.7499732971191"/>
</p:tagLst>
</file>

<file path=ppt/tags/alignment_slide5_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75"/>
</p:tagLst>
</file>

<file path=ppt/tags/alignment_slide5_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alignment_slide5_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alignment_slide5_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5_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6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6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6_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900001525878906"/>
</p:tagLst>
</file>

<file path=ppt/tags/alignment_slide6_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alignment_slide6_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alignment_slide6_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3999938964844"/>
</p:tagLst>
</file>

<file path=ppt/tags/alignment_slide6_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alignment_slide6_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alignment_slide6_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4.8999938964844"/>
</p:tagLst>
</file>

<file path=ppt/tags/alignment_slide6_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47412109"/>
</p:tagLst>
</file>

<file path=ppt/tags/alignment_slide6_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alignment_slide6_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5.4000244140625"/>
</p:tagLst>
</file>

<file path=ppt/tags/alignment_slide6_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47412109"/>
</p:tagLst>
</file>

<file path=ppt/tags/alignment_slide6_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771118164"/>
</p:tagLst>
</file>

<file path=ppt/tags/alignment_slide6_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2200012207031"/>
</p:tagLst>
</file>

<file path=ppt/tags/alignment_slide6_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3999633789062"/>
</p:tagLst>
</file>

<file path=ppt/tags/alignment_slide6_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6_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7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7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7_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alignment_slide7_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0.0000400543213"/>
</p:tagLst>
</file>

<file path=ppt/tags/alignment_slide7_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3.75004291534424"/>
</p:tagLst>
</file>

<file path=ppt/tags/alignment_slide7_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7.5000610351562"/>
</p:tagLst>
</file>

<file path=ppt/tags/alignment_slide7_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alignment_slide7_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7.0813598632812"/>
</p:tagLst>
</file>

<file path=ppt/tags/alignment_slide7_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alignment_slide7_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7.31103515625"/>
</p:tagLst>
</file>

<file path=ppt/tags/alignment_slide7_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alignment_slide7_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1.9305419921875"/>
</p:tagLst>
</file>

<file path=ppt/tags/alignment_slide7_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19970703125"/>
</p:tagLst>
</file>

<file path=ppt/tags/alignment_slide7_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0599975585938"/>
</p:tagLst>
</file>

<file path=ppt/tags/alignment_slide7_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5"/>
</p:tagLst>
</file>

<file path=ppt/tags/alignment_slide7_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8699951171875"/>
</p:tagLst>
</file>

<file path=ppt/tags/alignment_slide7_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alignment_slide7_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7_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8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8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8_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alignment_slide8_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55999755859375"/>
</p:tagLst>
</file>

<file path=ppt/tags/alignment_slide8_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8_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68000030517578"/>
</p:tagLst>
</file>

<file path=ppt/tags/alignment_slide8_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8_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"/>
</p:tagLst>
</file>

<file path=ppt/tags/alignment_slide8_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457763672"/>
</p:tagLst>
</file>

<file path=ppt/tags/alignment_slide8_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1.999963760376"/>
</p:tagLst>
</file>

<file path=ppt/tags/alignment_slide8_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2.0000114440918"/>
</p:tagLst>
</file>

<file path=ppt/tags/alignment_slide8_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343322754"/>
</p:tagLst>
</file>

<file path=ppt/tags/alignment_slide8_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114440918"/>
</p:tagLst>
</file>

<file path=ppt/tags/alignment_slide8_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143051147"/>
</p:tagLst>
</file>

<file path=ppt/tags/alignment_slide8_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343322754"/>
</p:tagLst>
</file>

<file path=ppt/tags/alignment_slide8_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4999732971191"/>
</p:tagLst>
</file>

<file path=ppt/tags/alignment_slide8_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1.80999755859375"/>
</p:tagLst>
</file>

<file path=ppt/tags/alignment_slide8_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alignment_slide8_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8_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9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9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9_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91999816894531"/>
</p:tagLst>
</file>

<file path=ppt/tags/alignment_slide9_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alignment_slide9_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alignment_slide9_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14440918"/>
</p:tagLst>
</file>

<file path=ppt/tags/alignment_slide9_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457763672"/>
</p:tagLst>
</file>

<file path=ppt/tags/alignment_slide9_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7"/>
</p:tagLst>
</file>

<file path=ppt/tags/alignment_slide9_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alignment_slide9_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09265137"/>
</p:tagLst>
</file>

<file path=ppt/tags/alignment_slide9_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"/>
</p:tagLst>
</file>

<file path=ppt/tags/alignment_slide9_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alignment_slide9_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alignment_slide9_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alignment_slide9_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9_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alignment_slide10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10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10_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10_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alignment_slide10_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alignment_slide10_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3.9999656677246"/>
</p:tagLst>
</file>

<file path=ppt/tags/alignment_slide10_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885559082"/>
</p:tagLst>
</file>

<file path=ppt/tags/alignment_slide10_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495910645"/>
</p:tagLst>
</file>

<file path=ppt/tags/alignment_slide10_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alignment_slide10_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504089355"/>
</p:tagLst>
</file>

<file path=ppt/tags/alignment_slide10_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alignment_slide10_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10_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alignment_slide10_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alignment_slide10_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0000457763672"/>
</p:tagLst>
</file>

<file path=ppt/tags/alignment_slide10_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50000762939453"/>
</p:tagLst>
</file>

<file path=ppt/tags/alignment_slide10_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076293945"/>
</p:tagLst>
</file>

<file path=ppt/tags/alignment_slide10_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5"/>
</p:tagLst>
</file>

<file path=ppt/tags/alignment_slide10_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alignment_slide10_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885559082"/>
</p:tagLst>
</file>

<file path=ppt/tags/alignment_slide10_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alignment_slide10_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10_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alignment_slide11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11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11_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11_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alignment_slide11_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6.75"/>
</p:tagLst>
</file>

<file path=ppt/tags/alignment_slide11_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9.49996185302734"/>
</p:tagLst>
</file>

<file path=ppt/tags/alignment_slide11_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2499885559082"/>
</p:tagLst>
</file>

<file path=ppt/tags/alignment_slide11_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alignment_slide11_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alignment_slide11_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alignment_slide11_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11_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alignment_slide11_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5003814697266"/>
</p:tagLst>
</file>

<file path=ppt/tags/alignment_slide11_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4.00000762939453"/>
</p:tagLst>
</file>

<file path=ppt/tags/alignment_slide11_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3.99996185302734"/>
</p:tagLst>
</file>

<file path=ppt/tags/alignment_slide11_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495910645"/>
</p:tagLst>
</file>

<file path=ppt/tags/alignment_slide11_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076293945"/>
</p:tagLst>
</file>

<file path=ppt/tags/alignment_slide11_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alignment_slide11_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76293945"/>
</p:tagLst>
</file>

<file path=ppt/tags/alignment_slide11_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923706055"/>
</p:tagLst>
</file>

<file path=ppt/tags/alignment_slide11_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11_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alignment_slide12_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alignment_slide12_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alignment_slide12_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12_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alignment_slide12_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3814697266"/>
</p:tagLst>
</file>

<file path=ppt/tags/alignment_slide12_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0381469727"/>
</p:tagLst>
</file>

<file path=ppt/tags/alignment_slide12_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381469727"/>
</p:tagLst>
</file>

<file path=ppt/tags/alignment_slide12_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038146973"/>
</p:tagLst>
</file>

<file path=ppt/tags/alignment_slide12_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alignment_slide12_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286102295"/>
</p:tagLst>
</file>

<file path=ppt/tags/alignment_slide12_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alignment_slide12_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alignment_slide12_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alignment_slide12_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83999633789062"/>
</p:tagLst>
</file>

<file path=ppt/tags/alignment_slide12_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9"/>
</p:tagLst>
</file>

<file path=ppt/tags/alignment_slide12_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999885559082"/>
</p:tagLst>
</file>

<file path=ppt/tags/alignment_slide12_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580383301"/>
</p:tagLst>
</file>

<file path=ppt/tags/alignment_slide12_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9999771118164"/>
</p:tagLst>
</file>

<file path=ppt/tags/alignment_slide12_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alignment_slide12_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alignment_slide12_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152587891"/>
</p:tagLst>
</file>

<file path=ppt/tags/alignment_slide12_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alignment_slide12_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heme/theme1.xml><?xml version="1.0" encoding="utf-8"?>
<a:theme xmlns:a="http://schemas.openxmlformats.org/drawingml/2006/main" name="finals_editorial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2118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4</cp:revision>
  <dcterms:created xsi:type="dcterms:W3CDTF">2026-10-29T06:19:32Z</dcterms:created>
  <dcterms:modified xsi:type="dcterms:W3CDTF">2026-10-30T03:58:32Z</dcterms:modified>
  <cp:category/>
  <cp:contentStatus/>
  <dc:language>zh-TW</dc:language>
</cp:coreProperties>
</file>