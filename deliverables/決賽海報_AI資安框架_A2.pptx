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image" Target="../media/image1.png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image" Target="../media/image2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slideLayout" Target="../slideLayouts/slideLayout7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image" Target="../media/image3.png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00" y="360000"/>
            <a:ext cx="13968000" cy="280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553775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 txBox="1"/>
          <p:nvPr>
            <p:custDataLst>
              <p:tags r:id="rId2"/>
            </p:custDataLst>
          </p:nvPr>
        </p:nvSpPr>
        <p:spPr>
          <a:xfrm>
            <a:off x="506150" y="864000"/>
            <a:ext cx="13968000" cy="22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0000" y="3132000"/>
            <a:ext cx="1440000" cy="432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00" y="3240000"/>
            <a:ext cx="13968000" cy="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534725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545838" y="3780000"/>
            <a:ext cx="1396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 txBox="1"/>
          <p:nvPr>
            <p:custDataLst>
              <p:tags r:id="rId5"/>
            </p:custDataLst>
          </p:nvPr>
        </p:nvSpPr>
        <p:spPr>
          <a:xfrm>
            <a:off x="547425" y="4176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17類互補判定  ·  本機證據稽核  ·  同事件追溯  ·  策略受控回復</a:t>
            </a:r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536312" y="4608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01  四階段方法，串成同一條事件鏈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TextBox 12"/>
          <p:cNvSpPr txBox="1"/>
          <p:nvPr>
            <p:custDataLst>
              <p:tags r:id="rId7"/>
            </p:custDataLst>
          </p:nvPr>
        </p:nvSpPr>
        <p:spPr>
          <a:xfrm>
            <a:off x="791488" y="5328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  互補判定</a:t>
            </a: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804188" y="5724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5" name="Picture 14" descr="flat-icon-2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1846600" y="6120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TextBox 19"/>
          <p:cNvSpPr txBox="1"/>
          <p:nvPr>
            <p:custDataLst>
              <p:tags r:id="rId10"/>
            </p:custDataLst>
          </p:nvPr>
        </p:nvSpPr>
        <p:spPr>
          <a:xfrm>
            <a:off x="791488" y="7344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  任務檢索</a:t>
            </a:r>
          </a:p>
        </p:txBody>
      </p:sp>
      <p:sp>
        <p:nvSpPr>
          <p:cNvPr id="21" name="TextBox 20"/>
          <p:cNvSpPr txBox="1"/>
          <p:nvPr>
            <p:custDataLst>
              <p:tags r:id="rId11"/>
            </p:custDataLst>
          </p:nvPr>
        </p:nvSpPr>
        <p:spPr>
          <a:xfrm>
            <a:off x="804188" y="7740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2" name="Picture 21" descr="flat-icon-3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3" name="TextBox 22"/>
          <p:cNvSpPr txBox="1"/>
          <p:nvPr>
            <p:custDataLst>
              <p:tags r:id="rId12"/>
            </p:custDataLst>
          </p:nvPr>
        </p:nvSpPr>
        <p:spPr>
          <a:xfrm>
            <a:off x="1846600" y="8136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7" name="TextBox 26"/>
          <p:cNvSpPr txBox="1"/>
          <p:nvPr>
            <p:custDataLst>
              <p:tags r:id="rId13"/>
            </p:custDataLst>
          </p:nvPr>
        </p:nvSpPr>
        <p:spPr>
          <a:xfrm>
            <a:off x="791488" y="9360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  證據稽核</a:t>
            </a:r>
          </a:p>
        </p:txBody>
      </p:sp>
      <p:sp>
        <p:nvSpPr>
          <p:cNvPr id="28" name="TextBox 27"/>
          <p:cNvSpPr txBox="1"/>
          <p:nvPr>
            <p:custDataLst>
              <p:tags r:id="rId14"/>
            </p:custDataLst>
          </p:nvPr>
        </p:nvSpPr>
        <p:spPr>
          <a:xfrm>
            <a:off x="804188" y="9756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245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>
            <p:custDataLst>
              <p:tags r:id="rId15"/>
            </p:custDataLst>
          </p:nvPr>
        </p:nvSpPr>
        <p:spPr>
          <a:xfrm>
            <a:off x="1846600" y="10152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791488" y="11376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04  受控回復</a:t>
            </a:r>
          </a:p>
        </p:txBody>
      </p:sp>
      <p:sp>
        <p:nvSpPr>
          <p:cNvPr id="38" name="TextBox 37"/>
          <p:cNvSpPr txBox="1"/>
          <p:nvPr>
            <p:custDataLst>
              <p:tags r:id="rId17"/>
            </p:custDataLst>
          </p:nvPr>
        </p:nvSpPr>
        <p:spPr>
          <a:xfrm>
            <a:off x="804188" y="11772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39" name="Picture 38" descr="flat-icon-4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0" name="TextBox 39"/>
          <p:cNvSpPr txBox="1"/>
          <p:nvPr>
            <p:custDataLst>
              <p:tags r:id="rId18"/>
            </p:custDataLst>
          </p:nvPr>
        </p:nvSpPr>
        <p:spPr>
          <a:xfrm>
            <a:off x="1846600" y="12168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3" name="TextBox 42"/>
          <p:cNvSpPr txBox="1"/>
          <p:nvPr>
            <p:custDataLst>
              <p:tags r:id="rId20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5" name="TextBox 44"/>
          <p:cNvSpPr txBox="1"/>
          <p:nvPr>
            <p:custDataLst>
              <p:tags r:id="rId21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46" name="TextBox 45"/>
          <p:cNvSpPr txBox="1"/>
          <p:nvPr>
            <p:custDataLst>
              <p:tags r:id="rId22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ight Arrow 49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2" name="TextBox 51"/>
          <p:cNvSpPr txBox="1"/>
          <p:nvPr>
            <p:custDataLst>
              <p:tags r:id="rId23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3" name="TextBox 52"/>
          <p:cNvSpPr txBox="1"/>
          <p:nvPr>
            <p:custDataLst>
              <p:tags r:id="rId24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TextBox 55"/>
          <p:cNvSpPr txBox="1"/>
          <p:nvPr>
            <p:custDataLst>
              <p:tags r:id="rId25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57" name="TextBox 56"/>
          <p:cNvSpPr txBox="1"/>
          <p:nvPr>
            <p:custDataLst>
              <p:tags r:id="rId26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 txBox="1"/>
          <p:nvPr>
            <p:custDataLst>
              <p:tags r:id="rId28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ight Arrow 64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7" name="TextBox 66"/>
          <p:cNvSpPr txBox="1"/>
          <p:nvPr>
            <p:custDataLst>
              <p:tags r:id="rId29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68" name="TextBox 67"/>
          <p:cNvSpPr txBox="1"/>
          <p:nvPr>
            <p:custDataLst>
              <p:tags r:id="rId30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TextBox 70"/>
          <p:cNvSpPr txBox="1"/>
          <p:nvPr>
            <p:custDataLst>
              <p:tags r:id="rId31"/>
            </p:custDataLst>
          </p:nvPr>
        </p:nvSpPr>
        <p:spPr>
          <a:xfrm>
            <a:off x="11560250" y="7704000"/>
            <a:ext cx="273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664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3" name="TextBox 72"/>
          <p:cNvSpPr txBox="1"/>
          <p:nvPr>
            <p:custDataLst>
              <p:tags r:id="rId32"/>
            </p:custDataLst>
          </p:nvPr>
        </p:nvSpPr>
        <p:spPr>
          <a:xfrm>
            <a:off x="11635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186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TextBox 74"/>
          <p:cNvSpPr txBox="1"/>
          <p:nvPr>
            <p:custDataLst>
              <p:tags r:id="rId33"/>
            </p:custDataLst>
          </p:nvPr>
        </p:nvSpPr>
        <p:spPr>
          <a:xfrm>
            <a:off x="12157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708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7" name="TextBox 76"/>
          <p:cNvSpPr txBox="1"/>
          <p:nvPr>
            <p:custDataLst>
              <p:tags r:id="rId34"/>
            </p:custDataLst>
          </p:nvPr>
        </p:nvSpPr>
        <p:spPr>
          <a:xfrm>
            <a:off x="12679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230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9" name="TextBox 78"/>
          <p:cNvSpPr txBox="1"/>
          <p:nvPr>
            <p:custDataLst>
              <p:tags r:id="rId35"/>
            </p:custDataLst>
          </p:nvPr>
        </p:nvSpPr>
        <p:spPr>
          <a:xfrm>
            <a:off x="13201427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752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1" name="TextBox 80"/>
          <p:cNvSpPr txBox="1"/>
          <p:nvPr>
            <p:custDataLst>
              <p:tags r:id="rId36"/>
            </p:custDataLst>
          </p:nvPr>
        </p:nvSpPr>
        <p:spPr>
          <a:xfrm>
            <a:off x="13723423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3" name="TextBox 82"/>
          <p:cNvSpPr txBox="1"/>
          <p:nvPr>
            <p:custDataLst>
              <p:tags r:id="rId37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5" name="TextBox 84"/>
          <p:cNvSpPr txBox="1"/>
          <p:nvPr>
            <p:custDataLst>
              <p:tags r:id="rId38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ight Arrow 88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1" name="TextBox 90"/>
          <p:cNvSpPr txBox="1"/>
          <p:nvPr>
            <p:custDataLst>
              <p:tags r:id="rId39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2" name="TextBox 91"/>
          <p:cNvSpPr txBox="1"/>
          <p:nvPr>
            <p:custDataLst>
              <p:tags r:id="rId40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TextBox 94"/>
          <p:cNvSpPr txBox="1"/>
          <p:nvPr>
            <p:custDataLst>
              <p:tags r:id="rId41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7" name="TextBox 96"/>
          <p:cNvSpPr txBox="1"/>
          <p:nvPr>
            <p:custDataLst>
              <p:tags r:id="rId42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TextBox 98"/>
          <p:cNvSpPr txBox="1"/>
          <p:nvPr>
            <p:custDataLst>
              <p:tags r:id="rId43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0" name="TextBox 99"/>
          <p:cNvSpPr txBox="1"/>
          <p:nvPr>
            <p:custDataLst>
              <p:tags r:id="rId44"/>
            </p:custDataLst>
          </p:nvPr>
        </p:nvSpPr>
        <p:spPr>
          <a:xfrm>
            <a:off x="4291425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策略檢查：範圍、動作與期限｜來源限速等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5" name="TextBox 104"/>
          <p:cNvSpPr txBox="1"/>
          <p:nvPr>
            <p:custDataLst>
              <p:tags r:id="rId46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8" name="TextBox 107"/>
          <p:cNvSpPr txBox="1"/>
          <p:nvPr>
            <p:custDataLst>
              <p:tags r:id="rId47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09" name="TextBox 108"/>
          <p:cNvSpPr txBox="1"/>
          <p:nvPr>
            <p:custDataLst>
              <p:tags r:id="rId48"/>
            </p:custDataLst>
          </p:nvPr>
        </p:nvSpPr>
        <p:spPr>
          <a:xfrm>
            <a:off x="4296187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1" name="TextBox 110"/>
          <p:cNvSpPr txBox="1"/>
          <p:nvPr>
            <p:custDataLst>
              <p:tags r:id="rId49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536312" y="14292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02  三項優勢，從判定走到可追溯處置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76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2376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539488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621807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Macro-F1達93.05%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364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164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9" name="TextBox 118"/>
          <p:cNvSpPr txBox="1"/>
          <p:nvPr>
            <p:custDataLst>
              <p:tags r:id="rId53"/>
            </p:custDataLst>
          </p:nvPr>
        </p:nvSpPr>
        <p:spPr>
          <a:xfrm>
            <a:off x="5327488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0" name="TextBox 119"/>
          <p:cNvSpPr txBox="1"/>
          <p:nvPr>
            <p:custDataLst>
              <p:tags r:id="rId54"/>
            </p:custDataLst>
          </p:nvPr>
        </p:nvSpPr>
        <p:spPr>
          <a:xfrm>
            <a:off x="5409806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命中率97.62%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52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11952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3" name="TextBox 122"/>
          <p:cNvSpPr txBox="1"/>
          <p:nvPr>
            <p:custDataLst>
              <p:tags r:id="rId55"/>
            </p:custDataLst>
          </p:nvPr>
        </p:nvSpPr>
        <p:spPr>
          <a:xfrm>
            <a:off x="10115487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受控可追溯</a:t>
            </a:r>
          </a:p>
        </p:txBody>
      </p:sp>
      <p:sp>
        <p:nvSpPr>
          <p:cNvPr id="124" name="TextBox 123"/>
          <p:cNvSpPr txBox="1"/>
          <p:nvPr>
            <p:custDataLst>
              <p:tags r:id="rId56"/>
            </p:custDataLst>
          </p:nvPr>
        </p:nvSpPr>
        <p:spPr>
          <a:xfrm>
            <a:off x="10197807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策略檢查、讀回及到期回復</a:t>
            </a:r>
          </a:p>
        </p:txBody>
      </p:sp>
      <p:sp>
        <p:nvSpPr>
          <p:cNvPr id="125" name="TextBox 124"/>
          <p:cNvSpPr txBox="1"/>
          <p:nvPr>
            <p:custDataLst>
              <p:tags r:id="rId57"/>
            </p:custDataLst>
          </p:nvPr>
        </p:nvSpPr>
        <p:spPr>
          <a:xfrm>
            <a:off x="536312" y="16380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03  以分階段實測呈現效果</a:t>
            </a:r>
          </a:p>
        </p:txBody>
      </p:sp>
      <p:sp>
        <p:nvSpPr>
          <p:cNvPr id="126" name="TextBox 125"/>
          <p:cNvSpPr txBox="1"/>
          <p:nvPr>
            <p:custDataLst>
              <p:tags r:id="rId58"/>
            </p:custDataLst>
          </p:nvPr>
        </p:nvSpPr>
        <p:spPr>
          <a:xfrm>
            <a:off x="549013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27" name="TextBox 126"/>
          <p:cNvSpPr txBox="1"/>
          <p:nvPr>
            <p:custDataLst>
              <p:tags r:id="rId59"/>
            </p:custDataLst>
          </p:nvPr>
        </p:nvSpPr>
        <p:spPr>
          <a:xfrm>
            <a:off x="576000" y="1742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304000" y="17496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2304000" y="17496000"/>
            <a:ext cx="2698671" cy="216000"/>
          </a:xfrm>
          <a:prstGeom prst="rect">
            <a:avLst/>
          </a:prstGeom>
          <a:solidFill>
            <a:srgbClr val="819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0" name="TextBox 129"/>
          <p:cNvSpPr txBox="1"/>
          <p:nvPr>
            <p:custDataLst>
              <p:tags r:id="rId60"/>
            </p:custDataLst>
          </p:nvPr>
        </p:nvSpPr>
        <p:spPr>
          <a:xfrm>
            <a:off x="5729975" y="1742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1" name="TextBox 130"/>
          <p:cNvSpPr txBox="1"/>
          <p:nvPr>
            <p:custDataLst>
              <p:tags r:id="rId61"/>
            </p:custDataLst>
          </p:nvPr>
        </p:nvSpPr>
        <p:spPr>
          <a:xfrm>
            <a:off x="576000" y="180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304000" y="18108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2304000" y="18108000"/>
            <a:ext cx="3116757" cy="216000"/>
          </a:xfrm>
          <a:prstGeom prst="rect">
            <a:avLst/>
          </a:prstGeom>
          <a:solidFill>
            <a:srgbClr val="819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4" name="TextBox 133"/>
          <p:cNvSpPr txBox="1"/>
          <p:nvPr>
            <p:custDataLst>
              <p:tags r:id="rId62"/>
            </p:custDataLst>
          </p:nvPr>
        </p:nvSpPr>
        <p:spPr>
          <a:xfrm>
            <a:off x="5729975" y="180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35" name="TextBox 134"/>
          <p:cNvSpPr txBox="1"/>
          <p:nvPr>
            <p:custDataLst>
              <p:tags r:id="rId63"/>
            </p:custDataLst>
          </p:nvPr>
        </p:nvSpPr>
        <p:spPr>
          <a:xfrm>
            <a:off x="576000" y="186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304000" y="18720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2304000" y="18720000"/>
            <a:ext cx="3148824" cy="216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8" name="TextBox 137"/>
          <p:cNvSpPr txBox="1"/>
          <p:nvPr>
            <p:custDataLst>
              <p:tags r:id="rId64"/>
            </p:custDataLst>
          </p:nvPr>
        </p:nvSpPr>
        <p:spPr>
          <a:xfrm>
            <a:off x="5729975" y="186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304000" y="19080000"/>
            <a:ext cx="0" cy="72000"/>
          </a:xfrm>
          <a:prstGeom prst="line">
            <a:avLst/>
          </a:prstGeom>
          <a:ln w="762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>
            <p:custDataLst>
              <p:tags r:id="rId65"/>
            </p:custDataLst>
          </p:nvPr>
        </p:nvSpPr>
        <p:spPr>
          <a:xfrm>
            <a:off x="1960950" y="19152000"/>
            <a:ext cx="64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0%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996000" y="19080000"/>
            <a:ext cx="0" cy="72000"/>
          </a:xfrm>
          <a:prstGeom prst="line">
            <a:avLst/>
          </a:prstGeom>
          <a:ln w="762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>
            <p:custDataLst>
              <p:tags r:id="rId66"/>
            </p:custDataLst>
          </p:nvPr>
        </p:nvSpPr>
        <p:spPr>
          <a:xfrm>
            <a:off x="3652950" y="19152000"/>
            <a:ext cx="64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50%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688000" y="19080000"/>
            <a:ext cx="0" cy="72000"/>
          </a:xfrm>
          <a:prstGeom prst="line">
            <a:avLst/>
          </a:prstGeom>
          <a:ln w="762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>
            <p:custDataLst>
              <p:tags r:id="rId67"/>
            </p:custDataLst>
          </p:nvPr>
        </p:nvSpPr>
        <p:spPr>
          <a:xfrm>
            <a:off x="5344950" y="19152000"/>
            <a:ext cx="64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100%</a:t>
            </a:r>
          </a:p>
        </p:txBody>
      </p:sp>
      <p:sp>
        <p:nvSpPr>
          <p:cNvPr id="145" name="TextBox 144"/>
          <p:cNvSpPr txBox="1"/>
          <p:nvPr>
            <p:custDataLst>
              <p:tags r:id="rId68"/>
            </p:custDataLst>
          </p:nvPr>
        </p:nvSpPr>
        <p:spPr>
          <a:xfrm>
            <a:off x="550600" y="1944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560000" y="16920000"/>
            <a:ext cx="0" cy="284400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>
            <p:custDataLst>
              <p:tags r:id="rId69"/>
            </p:custDataLst>
          </p:nvPr>
        </p:nvSpPr>
        <p:spPr>
          <a:xfrm>
            <a:off x="7893014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8" name="TextBox 147"/>
          <p:cNvSpPr txBox="1"/>
          <p:nvPr>
            <p:custDataLst>
              <p:tags r:id="rId70"/>
            </p:custDataLst>
          </p:nvPr>
        </p:nvSpPr>
        <p:spPr>
          <a:xfrm>
            <a:off x="7869200" y="17316000"/>
            <a:ext cx="6624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9" name="TextBox 148"/>
          <p:cNvSpPr txBox="1"/>
          <p:nvPr>
            <p:custDataLst>
              <p:tags r:id="rId71"/>
            </p:custDataLst>
          </p:nvPr>
        </p:nvSpPr>
        <p:spPr>
          <a:xfrm>
            <a:off x="7896189" y="1789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920000" y="18324000"/>
            <a:ext cx="2088000" cy="86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51" name="TextBox 150"/>
          <p:cNvSpPr txBox="1"/>
          <p:nvPr>
            <p:custDataLst>
              <p:tags r:id="rId72"/>
            </p:custDataLst>
          </p:nvPr>
        </p:nvSpPr>
        <p:spPr>
          <a:xfrm>
            <a:off x="7878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52" name="TextBox 151"/>
          <p:cNvSpPr txBox="1"/>
          <p:nvPr>
            <p:custDataLst>
              <p:tags r:id="rId73"/>
            </p:custDataLst>
          </p:nvPr>
        </p:nvSpPr>
        <p:spPr>
          <a:xfrm>
            <a:off x="7893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188000" y="18324000"/>
            <a:ext cx="2088000" cy="864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54" name="TextBox 153"/>
          <p:cNvSpPr txBox="1"/>
          <p:nvPr>
            <p:custDataLst>
              <p:tags r:id="rId74"/>
            </p:custDataLst>
          </p:nvPr>
        </p:nvSpPr>
        <p:spPr>
          <a:xfrm>
            <a:off x="10146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55" name="TextBox 154"/>
          <p:cNvSpPr txBox="1"/>
          <p:nvPr>
            <p:custDataLst>
              <p:tags r:id="rId75"/>
            </p:custDataLst>
          </p:nvPr>
        </p:nvSpPr>
        <p:spPr>
          <a:xfrm>
            <a:off x="10161012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2456000" y="18324000"/>
            <a:ext cx="2088000" cy="864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57" name="TextBox 156"/>
          <p:cNvSpPr txBox="1"/>
          <p:nvPr>
            <p:custDataLst>
              <p:tags r:id="rId76"/>
            </p:custDataLst>
          </p:nvPr>
        </p:nvSpPr>
        <p:spPr>
          <a:xfrm>
            <a:off x="12414726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58" name="TextBox 157"/>
          <p:cNvSpPr txBox="1"/>
          <p:nvPr>
            <p:custDataLst>
              <p:tags r:id="rId77"/>
            </p:custDataLst>
          </p:nvPr>
        </p:nvSpPr>
        <p:spPr>
          <a:xfrm>
            <a:off x="12429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9" name="TextBox 158"/>
          <p:cNvSpPr txBox="1"/>
          <p:nvPr>
            <p:custDataLst>
              <p:tags r:id="rId78"/>
            </p:custDataLst>
          </p:nvPr>
        </p:nvSpPr>
        <p:spPr>
          <a:xfrm>
            <a:off x="7896982" y="1929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76000" y="19872000"/>
            <a:ext cx="13968000" cy="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>
            <p:custDataLst>
              <p:tags r:id="rId79"/>
            </p:custDataLst>
          </p:nvPr>
        </p:nvSpPr>
        <p:spPr>
          <a:xfrm>
            <a:off x="550600" y="19980000"/>
            <a:ext cx="2412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240000" y="19980000"/>
            <a:ext cx="1116000" cy="324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 txBox="1"/>
          <p:nvPr>
            <p:custDataLst>
              <p:tags r:id="rId80"/>
            </p:custDataLst>
          </p:nvPr>
        </p:nvSpPr>
        <p:spPr>
          <a:xfrm>
            <a:off x="32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64" name="TextBox 163"/>
          <p:cNvSpPr txBox="1"/>
          <p:nvPr>
            <p:custDataLst>
              <p:tags r:id="rId81"/>
            </p:custDataLst>
          </p:nvPr>
        </p:nvSpPr>
        <p:spPr>
          <a:xfrm>
            <a:off x="32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50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 txBox="1"/>
          <p:nvPr>
            <p:custDataLst>
              <p:tags r:id="rId82"/>
            </p:custDataLst>
          </p:nvPr>
        </p:nvSpPr>
        <p:spPr>
          <a:xfrm>
            <a:off x="447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67" name="TextBox 166"/>
          <p:cNvSpPr txBox="1"/>
          <p:nvPr>
            <p:custDataLst>
              <p:tags r:id="rId83"/>
            </p:custDataLst>
          </p:nvPr>
        </p:nvSpPr>
        <p:spPr>
          <a:xfrm>
            <a:off x="447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76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 txBox="1"/>
          <p:nvPr>
            <p:custDataLst>
              <p:tags r:id="rId84"/>
            </p:custDataLst>
          </p:nvPr>
        </p:nvSpPr>
        <p:spPr>
          <a:xfrm>
            <a:off x="573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70" name="TextBox 169"/>
          <p:cNvSpPr txBox="1"/>
          <p:nvPr>
            <p:custDataLst>
              <p:tags r:id="rId85"/>
            </p:custDataLst>
          </p:nvPr>
        </p:nvSpPr>
        <p:spPr>
          <a:xfrm>
            <a:off x="573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02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2" name="TextBox 171"/>
          <p:cNvSpPr txBox="1"/>
          <p:nvPr>
            <p:custDataLst>
              <p:tags r:id="rId86"/>
            </p:custDataLst>
          </p:nvPr>
        </p:nvSpPr>
        <p:spPr>
          <a:xfrm>
            <a:off x="699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73" name="TextBox 172"/>
          <p:cNvSpPr txBox="1"/>
          <p:nvPr>
            <p:custDataLst>
              <p:tags r:id="rId87"/>
            </p:custDataLst>
          </p:nvPr>
        </p:nvSpPr>
        <p:spPr>
          <a:xfrm>
            <a:off x="699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280000" y="19980000"/>
            <a:ext cx="1116000" cy="324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5" name="TextBox 174"/>
          <p:cNvSpPr txBox="1"/>
          <p:nvPr>
            <p:custDataLst>
              <p:tags r:id="rId88"/>
            </p:custDataLst>
          </p:nvPr>
        </p:nvSpPr>
        <p:spPr>
          <a:xfrm>
            <a:off x="825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76" name="TextBox 175"/>
          <p:cNvSpPr txBox="1"/>
          <p:nvPr>
            <p:custDataLst>
              <p:tags r:id="rId89"/>
            </p:custDataLst>
          </p:nvPr>
        </p:nvSpPr>
        <p:spPr>
          <a:xfrm>
            <a:off x="825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54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8" name="TextBox 177"/>
          <p:cNvSpPr txBox="1"/>
          <p:nvPr>
            <p:custDataLst>
              <p:tags r:id="rId90"/>
            </p:custDataLst>
          </p:nvPr>
        </p:nvSpPr>
        <p:spPr>
          <a:xfrm>
            <a:off x="95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9" name="TextBox 178"/>
          <p:cNvSpPr txBox="1"/>
          <p:nvPr>
            <p:custDataLst>
              <p:tags r:id="rId91"/>
            </p:custDataLst>
          </p:nvPr>
        </p:nvSpPr>
        <p:spPr>
          <a:xfrm>
            <a:off x="95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80" name="TextBox 179"/>
          <p:cNvSpPr txBox="1"/>
          <p:nvPr>
            <p:custDataLst>
              <p:tags r:id="rId92"/>
            </p:custDataLst>
          </p:nvPr>
        </p:nvSpPr>
        <p:spPr>
          <a:xfrm>
            <a:off x="11030862" y="19980000"/>
            <a:ext cx="3456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81" name="TextBox 180"/>
          <p:cNvSpPr txBox="1"/>
          <p:nvPr>
            <p:custDataLst>
              <p:tags r:id="rId93"/>
            </p:custDataLst>
          </p:nvPr>
        </p:nvSpPr>
        <p:spPr>
          <a:xfrm>
            <a:off x="550600" y="20592000"/>
            <a:ext cx="1396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8.267723083496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8.26771545410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042480469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2.28344726562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2.283462524414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46520996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1.41732788085938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4.6456604003906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7.874023437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46520996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0.314964294433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256</Words>
  <Application>Microsoft Office PowerPoint</Application>
  <PresentationFormat>自訂</PresentationFormat>
  <Paragraphs>108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2026-10-30T11:15:41Z</dcterms:modified>
  <cp:category/>
</cp:coreProperties>
</file>