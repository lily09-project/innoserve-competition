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ags/tag1.xml" ContentType="application/vnd.openxmlformats-officedocument.presentationml.tags+xml"/>
  <Override PartName="/ppt/tags/tag2.xml" ContentType="application/vnd.openxmlformats-officedocument.presentationml.tags+xml"/>
  <Override PartName="/ppt/tags/tag3.xml" ContentType="application/vnd.openxmlformats-officedocument.presentationml.tags+xml"/>
  <Override PartName="/ppt/tags/tag4.xml" ContentType="application/vnd.openxmlformats-officedocument.presentationml.tags+xml"/>
  <Override PartName="/ppt/tags/tag5.xml" ContentType="application/vnd.openxmlformats-officedocument.presentationml.tags+xml"/>
  <Override PartName="/ppt/tags/tag6.xml" ContentType="application/vnd.openxmlformats-officedocument.presentationml.tags+xml"/>
  <Override PartName="/ppt/tags/tag7.xml" ContentType="application/vnd.openxmlformats-officedocument.presentationml.tags+xml"/>
  <Override PartName="/ppt/tags/tag8.xml" ContentType="application/vnd.openxmlformats-officedocument.presentationml.tags+xml"/>
  <Override PartName="/ppt/tags/tag9.xml" ContentType="application/vnd.openxmlformats-officedocument.presentationml.tags+xml"/>
  <Override PartName="/ppt/tags/tag10.xml" ContentType="application/vnd.openxmlformats-officedocument.presentationml.tags+xml"/>
  <Override PartName="/ppt/tags/tag11.xml" ContentType="application/vnd.openxmlformats-officedocument.presentationml.tags+xml"/>
  <Override PartName="/ppt/tags/tag12.xml" ContentType="application/vnd.openxmlformats-officedocument.presentationml.tags+xml"/>
  <Override PartName="/ppt/tags/tag13.xml" ContentType="application/vnd.openxmlformats-officedocument.presentationml.tags+xml"/>
  <Override PartName="/ppt/tags/tag14.xml" ContentType="application/vnd.openxmlformats-officedocument.presentationml.tags+xml"/>
  <Override PartName="/ppt/tags/tag15.xml" ContentType="application/vnd.openxmlformats-officedocument.presentationml.tags+xml"/>
  <Override PartName="/ppt/tags/tag16.xml" ContentType="application/vnd.openxmlformats-officedocument.presentationml.tags+xml"/>
  <Override PartName="/ppt/tags/tag17.xml" ContentType="application/vnd.openxmlformats-officedocument.presentationml.tags+xml"/>
  <Override PartName="/ppt/tags/tag18.xml" ContentType="application/vnd.openxmlformats-officedocument.presentationml.tags+xml"/>
  <Override PartName="/ppt/tags/tag19.xml" ContentType="application/vnd.openxmlformats-officedocument.presentationml.tags+xml"/>
  <Override PartName="/ppt/tags/tag20.xml" ContentType="application/vnd.openxmlformats-officedocument.presentationml.tags+xml"/>
  <Override PartName="/ppt/tags/tag21.xml" ContentType="application/vnd.openxmlformats-officedocument.presentationml.tags+xml"/>
  <Override PartName="/ppt/tags/tag22.xml" ContentType="application/vnd.openxmlformats-officedocument.presentationml.tags+xml"/>
  <Override PartName="/ppt/tags/tag23.xml" ContentType="application/vnd.openxmlformats-officedocument.presentationml.tags+xml"/>
  <Override PartName="/ppt/tags/tag24.xml" ContentType="application/vnd.openxmlformats-officedocument.presentationml.tags+xml"/>
  <Override PartName="/ppt/tags/tag25.xml" ContentType="application/vnd.openxmlformats-officedocument.presentationml.tags+xml"/>
  <Override PartName="/ppt/tags/tag26.xml" ContentType="application/vnd.openxmlformats-officedocument.presentationml.tags+xml"/>
  <Override PartName="/ppt/tags/tag27.xml" ContentType="application/vnd.openxmlformats-officedocument.presentationml.tags+xml"/>
  <Override PartName="/ppt/tags/tag28.xml" ContentType="application/vnd.openxmlformats-officedocument.presentationml.tags+xml"/>
  <Override PartName="/ppt/tags/tag29.xml" ContentType="application/vnd.openxmlformats-officedocument.presentationml.tags+xml"/>
  <Override PartName="/ppt/tags/tag30.xml" ContentType="application/vnd.openxmlformats-officedocument.presentationml.tags+xml"/>
  <Override PartName="/ppt/tags/tag31.xml" ContentType="application/vnd.openxmlformats-officedocument.presentationml.tags+xml"/>
  <Override PartName="/ppt/tags/tag32.xml" ContentType="application/vnd.openxmlformats-officedocument.presentationml.tags+xml"/>
  <Override PartName="/ppt/tags/tag33.xml" ContentType="application/vnd.openxmlformats-officedocument.presentationml.tags+xml"/>
  <Override PartName="/ppt/tags/tag34.xml" ContentType="application/vnd.openxmlformats-officedocument.presentationml.tags+xml"/>
  <Override PartName="/ppt/tags/tag35.xml" ContentType="application/vnd.openxmlformats-officedocument.presentationml.tags+xml"/>
  <Override PartName="/ppt/tags/tag36.xml" ContentType="application/vnd.openxmlformats-officedocument.presentationml.tags+xml"/>
  <Override PartName="/ppt/tags/tag37.xml" ContentType="application/vnd.openxmlformats-officedocument.presentationml.tags+xml"/>
  <Override PartName="/ppt/tags/tag38.xml" ContentType="application/vnd.openxmlformats-officedocument.presentationml.tags+xml"/>
  <Override PartName="/ppt/tags/tag39.xml" ContentType="application/vnd.openxmlformats-officedocument.presentationml.tags+xml"/>
  <Override PartName="/ppt/tags/tag40.xml" ContentType="application/vnd.openxmlformats-officedocument.presentationml.tags+xml"/>
  <Override PartName="/ppt/tags/tag41.xml" ContentType="application/vnd.openxmlformats-officedocument.presentationml.tags+xml"/>
  <Override PartName="/ppt/tags/tag42.xml" ContentType="application/vnd.openxmlformats-officedocument.presentationml.tags+xml"/>
  <Override PartName="/ppt/tags/tag43.xml" ContentType="application/vnd.openxmlformats-officedocument.presentationml.tags+xml"/>
  <Override PartName="/ppt/tags/tag44.xml" ContentType="application/vnd.openxmlformats-officedocument.presentationml.tags+xml"/>
  <Override PartName="/ppt/tags/tag45.xml" ContentType="application/vnd.openxmlformats-officedocument.presentationml.tags+xml"/>
  <Override PartName="/ppt/tags/tag46.xml" ContentType="application/vnd.openxmlformats-officedocument.presentationml.tags+xml"/>
  <Override PartName="/ppt/tags/tag47.xml" ContentType="application/vnd.openxmlformats-officedocument.presentationml.tags+xml"/>
  <Override PartName="/ppt/tags/tag48.xml" ContentType="application/vnd.openxmlformats-officedocument.presentationml.tags+xml"/>
  <Override PartName="/ppt/tags/tag49.xml" ContentType="application/vnd.openxmlformats-officedocument.presentationml.tags+xml"/>
  <Override PartName="/ppt/tags/tag50.xml" ContentType="application/vnd.openxmlformats-officedocument.presentationml.tags+xml"/>
  <Override PartName="/ppt/tags/tag51.xml" ContentType="application/vnd.openxmlformats-officedocument.presentationml.tags+xml"/>
  <Override PartName="/ppt/tags/tag52.xml" ContentType="application/vnd.openxmlformats-officedocument.presentationml.tags+xml"/>
  <Override PartName="/ppt/tags/tag53.xml" ContentType="application/vnd.openxmlformats-officedocument.presentationml.tags+xml"/>
  <Override PartName="/ppt/tags/tag54.xml" ContentType="application/vnd.openxmlformats-officedocument.presentationml.tags+xml"/>
  <Override PartName="/ppt/tags/tag55.xml" ContentType="application/vnd.openxmlformats-officedocument.presentationml.tags+xml"/>
  <Override PartName="/ppt/tags/tag56.xml" ContentType="application/vnd.openxmlformats-officedocument.presentationml.tags+xml"/>
  <Override PartName="/ppt/tags/tag57.xml" ContentType="application/vnd.openxmlformats-officedocument.presentationml.tags+xml"/>
  <Override PartName="/ppt/tags/tag58.xml" ContentType="application/vnd.openxmlformats-officedocument.presentationml.tags+xml"/>
  <Override PartName="/ppt/tags/tag59.xml" ContentType="application/vnd.openxmlformats-officedocument.presentationml.tags+xml"/>
  <Override PartName="/ppt/tags/tag60.xml" ContentType="application/vnd.openxmlformats-officedocument.presentationml.tags+xml"/>
  <Override PartName="/ppt/tags/tag61.xml" ContentType="application/vnd.openxmlformats-officedocument.presentationml.tags+xml"/>
  <Override PartName="/ppt/tags/tag62.xml" ContentType="application/vnd.openxmlformats-officedocument.presentationml.tags+xml"/>
  <Override PartName="/ppt/tags/tag63.xml" ContentType="application/vnd.openxmlformats-officedocument.presentationml.tags+xml"/>
  <Override PartName="/ppt/tags/tag64.xml" ContentType="application/vnd.openxmlformats-officedocument.presentationml.tags+xml"/>
  <Override PartName="/ppt/tags/tag65.xml" ContentType="application/vnd.openxmlformats-officedocument.presentationml.tags+xml"/>
  <Override PartName="/ppt/tags/tag66.xml" ContentType="application/vnd.openxmlformats-officedocument.presentationml.tags+xml"/>
  <Override PartName="/ppt/tags/tag67.xml" ContentType="application/vnd.openxmlformats-officedocument.presentationml.tags+xml"/>
  <Override PartName="/ppt/tags/tag68.xml" ContentType="application/vnd.openxmlformats-officedocument.presentationml.tags+xml"/>
  <Override PartName="/ppt/tags/tag69.xml" ContentType="application/vnd.openxmlformats-officedocument.presentationml.tags+xml"/>
  <Override PartName="/ppt/tags/tag70.xml" ContentType="application/vnd.openxmlformats-officedocument.presentationml.tags+xml"/>
  <Override PartName="/ppt/tags/tag71.xml" ContentType="application/vnd.openxmlformats-officedocument.presentationml.tags+xml"/>
  <Override PartName="/ppt/tags/tag72.xml" ContentType="application/vnd.openxmlformats-officedocument.presentationml.tags+xml"/>
  <Override PartName="/ppt/tags/tag73.xml" ContentType="application/vnd.openxmlformats-officedocument.presentationml.tags+xml"/>
  <Override PartName="/ppt/tags/tag74.xml" ContentType="application/vnd.openxmlformats-officedocument.presentationml.tags+xml"/>
  <Override PartName="/ppt/tags/tag75.xml" ContentType="application/vnd.openxmlformats-officedocument.presentationml.tags+xml"/>
  <Override PartName="/ppt/tags/tag76.xml" ContentType="application/vnd.openxmlformats-officedocument.presentationml.tags+xml"/>
  <Override PartName="/ppt/tags/tag77.xml" ContentType="application/vnd.openxmlformats-officedocument.presentationml.tags+xml"/>
  <Override PartName="/ppt/tags/tag78.xml" ContentType="application/vnd.openxmlformats-officedocument.presentationml.tags+xml"/>
  <Override PartName="/ppt/tags/tag79.xml" ContentType="application/vnd.openxmlformats-officedocument.presentationml.tags+xml"/>
  <Override PartName="/ppt/tags/tag80.xml" ContentType="application/vnd.openxmlformats-officedocument.presentationml.tags+xml"/>
  <Override PartName="/ppt/tags/tag81.xml" ContentType="application/vnd.openxmlformats-officedocument.presentationml.tags+xml"/>
  <Override PartName="/ppt/tags/tag82.xml" ContentType="application/vnd.openxmlformats-officedocument.presentationml.tags+xml"/>
  <Override PartName="/ppt/tags/tag83.xml" ContentType="application/vnd.openxmlformats-officedocument.presentationml.tags+xml"/>
  <Override PartName="/ppt/tags/tag84.xml" ContentType="application/vnd.openxmlformats-officedocument.presentationml.tags+xml"/>
  <Override PartName="/ppt/tags/tag85.xml" ContentType="application/vnd.openxmlformats-officedocument.presentationml.tags+xml"/>
  <Override PartName="/ppt/tags/tag86.xml" ContentType="application/vnd.openxmlformats-officedocument.presentationml.tags+xml"/>
  <Override PartName="/ppt/tags/tag87.xml" ContentType="application/vnd.openxmlformats-officedocument.presentationml.tags+xml"/>
  <Override PartName="/ppt/tags/tag88.xml" ContentType="application/vnd.openxmlformats-officedocument.presentationml.tags+xml"/>
  <Override PartName="/ppt/tags/tag89.xml" ContentType="application/vnd.openxmlformats-officedocument.presentationml.tags+xml"/>
  <Override PartName="/ppt/tags/tag90.xml" ContentType="application/vnd.openxmlformats-officedocument.presentationml.tags+xml"/>
  <Override PartName="/ppt/tags/tag91.xml" ContentType="application/vnd.openxmlformats-officedocument.presentationml.tags+xml"/>
  <Override PartName="/ppt/tags/tag92.xml" ContentType="application/vnd.openxmlformats-officedocument.presentationml.tags+xml"/>
  <Override PartName="/ppt/tags/tag93.xml" ContentType="application/vnd.openxmlformats-officedocument.presentationml.tags+xml"/>
  <Override PartName="/ppt/tags/tag94.xml" ContentType="application/vnd.openxmlformats-officedocument.presentationml.tags+xml"/>
  <Override PartName="/ppt/tags/tag95.xml" ContentType="application/vnd.openxmlformats-officedocument.presentationml.tags+xml"/>
  <Override PartName="/ppt/tags/tag96.xml" ContentType="application/vnd.openxmlformats-officedocument.presentationml.tags+xml"/>
  <Override PartName="/ppt/tags/tag97.xml" ContentType="application/vnd.openxmlformats-officedocument.presentationml.tags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</p:sldIdLst>
  <p:sldSz cx="15120000" cy="21384000"/>
  <p:notesSz cx="6858000" cy="9144000"/>
  <p:defaultTextStyle>
    <a:defPPr>
      <a:defRPr lang="en-US">
        <a:latin typeface="Times New Roman"/>
        <a:ea typeface="DFKai-SB"/>
        <a:cs typeface="Times New Roman"/>
      </a:defRPr>
    </a:defPPr>
    <a:lvl1pPr marL="0" algn="l" defTabSz="457200" rtl="0" eaLnBrk="1" latinLnBrk="0" hangingPunct="1">
      <a:defRPr sz="1800" kern="1200">
        <a:solidFill>
          <a:schemeClr val="tx1"/>
        </a:solidFill>
        <a:latin typeface="Times New Roman"/>
        <a:ea typeface="DFKai-SB"/>
        <a:cs typeface="Times New Roman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Times New Roman"/>
        <a:ea typeface="DFKai-SB"/>
        <a:cs typeface="Times New Roman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Times New Roman"/>
        <a:ea typeface="DFKai-SB"/>
        <a:cs typeface="Times New Roman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Times New Roman"/>
        <a:ea typeface="DFKai-SB"/>
        <a:cs typeface="Times New Roman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Times New Roman"/>
        <a:ea typeface="DFKai-SB"/>
        <a:cs typeface="Times New Roman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Times New Roman"/>
        <a:ea typeface="DFKai-SB"/>
        <a:cs typeface="Times New Roman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Times New Roman"/>
        <a:ea typeface="DFKai-SB"/>
        <a:cs typeface="Times New Roman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Times New Roman"/>
        <a:ea typeface="DFKai-SB"/>
        <a:cs typeface="Times New Roman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Times New Roman"/>
        <a:ea typeface="DFKai-SB"/>
        <a:cs typeface="Times New Roman"/>
      </a:defRPr>
    </a:lvl9pPr>
  </p:defaultTextStyle>
  <p:extLst>
    <p:ext uri="{EFAFB233-063F-42B5-8137-9DF3F51BA10A}">
      <p15:sldGuideLst xmlns:p15="http://schemas.microsoft.com/office/powerpoint/2012/main">
        <p15:guide id="1" orient="horz" pos="2160">
          <p15:clr>
            <a:srgbClr val="A4A3A4"/>
          </p15:clr>
        </p15:guide>
        <p15:guide id="2" pos="2880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3" Type="http://schemas.openxmlformats.org/officeDocument/2006/relationships/presProps" Target="presProps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tableStyles" Target="tableStyles.xml"/><Relationship Id="rId5" Type="http://schemas.openxmlformats.org/officeDocument/2006/relationships/theme" Target="theme/theme1.xml"/><Relationship Id="rId4" Type="http://schemas.openxmlformats.org/officeDocument/2006/relationships/viewProps" Target="viewProps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>
                <a:latin typeface="Times New Roman"/>
                <a:ea typeface="DFKai-SB"/>
                <a:cs typeface="Times New Roman"/>
              </a:rPr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  <a:latin typeface="Times New Roman"/>
                <a:ea typeface="DFKai-SB"/>
                <a:cs typeface="Times New Roman"/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  <a:latin typeface="Times New Roman"/>
                <a:ea typeface="DFKai-SB"/>
                <a:cs typeface="Times New Roman"/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  <a:latin typeface="Times New Roman"/>
                <a:ea typeface="DFKai-SB"/>
                <a:cs typeface="Times New Roman"/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  <a:latin typeface="Times New Roman"/>
                <a:ea typeface="DFKai-SB"/>
                <a:cs typeface="Times New Roman"/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  <a:latin typeface="Times New Roman"/>
                <a:ea typeface="DFKai-SB"/>
                <a:cs typeface="Times New Roman"/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  <a:latin typeface="Times New Roman"/>
                <a:ea typeface="DFKai-SB"/>
                <a:cs typeface="Times New Roman"/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  <a:latin typeface="Times New Roman"/>
                <a:ea typeface="DFKai-SB"/>
                <a:cs typeface="Times New Roman"/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  <a:latin typeface="Times New Roman"/>
                <a:ea typeface="DFKai-SB"/>
                <a:cs typeface="Times New Roman"/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  <a:latin typeface="Times New Roman"/>
                <a:ea typeface="DFKai-SB"/>
                <a:cs typeface="Times New Roman"/>
              </a:defRPr>
            </a:lvl9pPr>
          </a:lstStyle>
          <a:p>
            <a:r>
              <a:rPr lang="en-US">
                <a:latin typeface="Times New Roman"/>
                <a:ea typeface="DFKai-SB"/>
                <a:cs typeface="Times New Roman"/>
              </a:rPr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>
                <a:latin typeface="Times New Roman"/>
                <a:ea typeface="DFKai-SB"/>
                <a:cs typeface="Times New Roman"/>
              </a:rPr>
              <a:t>10/29/2026</a:t>
            </a:fld>
            <a:endParaRPr lang="en-US">
              <a:latin typeface="Times New Roman"/>
              <a:ea typeface="DFKai-SB"/>
              <a:cs typeface="Times New Roman"/>
            </a:endParaRPr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>
              <a:latin typeface="Times New Roman"/>
              <a:ea typeface="DFKai-SB"/>
              <a:cs typeface="Times New Roman"/>
            </a:endParaRPr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>
                <a:latin typeface="Times New Roman"/>
                <a:ea typeface="DFKai-SB"/>
                <a:cs typeface="Times New Roman"/>
              </a:rPr>
              <a:t>‹#›</a:t>
            </a:fld>
            <a:endParaRPr lang="en-US">
              <a:latin typeface="Times New Roman"/>
              <a:ea typeface="DFKai-SB"/>
              <a:cs typeface="Times New Roman"/>
            </a:endParaRPr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>
                <a:latin typeface="Times New Roman"/>
                <a:ea typeface="DFKai-SB"/>
                <a:cs typeface="Times New Roman"/>
              </a:rPr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>
                <a:latin typeface="Times New Roman"/>
                <a:ea typeface="DFKai-SB"/>
                <a:cs typeface="Times New Roman"/>
              </a:rPr>
              <a:t>Click to edit Master text styles</a:t>
            </a:r>
          </a:p>
          <a:p>
            <a:pPr lvl="1"/>
            <a:r>
              <a:rPr lang="en-US">
                <a:latin typeface="Times New Roman"/>
                <a:ea typeface="DFKai-SB"/>
                <a:cs typeface="Times New Roman"/>
              </a:rPr>
              <a:t>Second level</a:t>
            </a:r>
          </a:p>
          <a:p>
            <a:pPr lvl="2"/>
            <a:r>
              <a:rPr lang="en-US">
                <a:latin typeface="Times New Roman"/>
                <a:ea typeface="DFKai-SB"/>
                <a:cs typeface="Times New Roman"/>
              </a:rPr>
              <a:t>Third level</a:t>
            </a:r>
          </a:p>
          <a:p>
            <a:pPr lvl="3"/>
            <a:r>
              <a:rPr lang="en-US">
                <a:latin typeface="Times New Roman"/>
                <a:ea typeface="DFKai-SB"/>
                <a:cs typeface="Times New Roman"/>
              </a:rPr>
              <a:t>Fourth level</a:t>
            </a:r>
          </a:p>
          <a:p>
            <a:pPr lvl="4"/>
            <a:r>
              <a:rPr lang="en-US">
                <a:latin typeface="Times New Roman"/>
                <a:ea typeface="DFKai-SB"/>
                <a:cs typeface="Times New Roman"/>
              </a:rPr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>
                <a:latin typeface="Times New Roman"/>
                <a:ea typeface="DFKai-SB"/>
                <a:cs typeface="Times New Roman"/>
              </a:rPr>
              <a:t>10/29/2026</a:t>
            </a:fld>
            <a:endParaRPr lang="en-US">
              <a:latin typeface="Times New Roman"/>
              <a:ea typeface="DFKai-SB"/>
              <a:cs typeface="Times New Roman"/>
            </a:endParaRPr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>
              <a:latin typeface="Times New Roman"/>
              <a:ea typeface="DFKai-SB"/>
              <a:cs typeface="Times New Roman"/>
            </a:endParaRPr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>
                <a:latin typeface="Times New Roman"/>
                <a:ea typeface="DFKai-SB"/>
                <a:cs typeface="Times New Roman"/>
              </a:rPr>
              <a:t>‹#›</a:t>
            </a:fld>
            <a:endParaRPr lang="en-US">
              <a:latin typeface="Times New Roman"/>
              <a:ea typeface="DFKai-SB"/>
              <a:cs typeface="Times New Roman"/>
            </a:endParaRPr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>
                <a:latin typeface="Times New Roman"/>
                <a:ea typeface="DFKai-SB"/>
                <a:cs typeface="Times New Roman"/>
              </a:defRPr>
            </a:lvl1pPr>
          </a:lstStyle>
          <a:p>
            <a:r>
              <a:rPr lang="en-US">
                <a:latin typeface="Times New Roman"/>
                <a:ea typeface="DFKai-SB"/>
                <a:cs typeface="Times New Roman"/>
              </a:rPr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  <a:latin typeface="Times New Roman"/>
                <a:ea typeface="DFKai-SB"/>
                <a:cs typeface="Times New Roman"/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  <a:latin typeface="Times New Roman"/>
                <a:ea typeface="DFKai-SB"/>
                <a:cs typeface="Times New Roman"/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  <a:latin typeface="Times New Roman"/>
                <a:ea typeface="DFKai-SB"/>
                <a:cs typeface="Times New Roman"/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  <a:latin typeface="Times New Roman"/>
                <a:ea typeface="DFKai-SB"/>
                <a:cs typeface="Times New Roman"/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  <a:latin typeface="Times New Roman"/>
                <a:ea typeface="DFKai-SB"/>
                <a:cs typeface="Times New Roman"/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  <a:latin typeface="Times New Roman"/>
                <a:ea typeface="DFKai-SB"/>
                <a:cs typeface="Times New Roman"/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  <a:latin typeface="Times New Roman"/>
                <a:ea typeface="DFKai-SB"/>
                <a:cs typeface="Times New Roman"/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  <a:latin typeface="Times New Roman"/>
                <a:ea typeface="DFKai-SB"/>
                <a:cs typeface="Times New Roman"/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  <a:latin typeface="Times New Roman"/>
                <a:ea typeface="DFKai-SB"/>
                <a:cs typeface="Times New Roman"/>
              </a:defRPr>
            </a:lvl9pPr>
          </a:lstStyle>
          <a:p>
            <a:pPr lvl="0"/>
            <a:r>
              <a:rPr lang="en-US">
                <a:latin typeface="Times New Roman"/>
                <a:ea typeface="DFKai-SB"/>
                <a:cs typeface="Times New Roman"/>
              </a:rPr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>
                <a:latin typeface="Times New Roman"/>
                <a:ea typeface="DFKai-SB"/>
                <a:cs typeface="Times New Roman"/>
              </a:rPr>
              <a:t>10/29/2026</a:t>
            </a:fld>
            <a:endParaRPr lang="en-US">
              <a:latin typeface="Times New Roman"/>
              <a:ea typeface="DFKai-SB"/>
              <a:cs typeface="Times New Roman"/>
            </a:endParaRPr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>
              <a:latin typeface="Times New Roman"/>
              <a:ea typeface="DFKai-SB"/>
              <a:cs typeface="Times New Roman"/>
            </a:endParaRPr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>
                <a:latin typeface="Times New Roman"/>
                <a:ea typeface="DFKai-SB"/>
                <a:cs typeface="Times New Roman"/>
              </a:rPr>
              <a:t>‹#›</a:t>
            </a:fld>
            <a:endParaRPr lang="en-US">
              <a:latin typeface="Times New Roman"/>
              <a:ea typeface="DFKai-SB"/>
              <a:cs typeface="Times New Roman"/>
            </a:endParaRPr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>
                <a:latin typeface="Times New Roman"/>
                <a:ea typeface="DFKai-SB"/>
                <a:cs typeface="Times New Roman"/>
              </a:rPr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>
                <a:latin typeface="Times New Roman"/>
                <a:ea typeface="DFKai-SB"/>
                <a:cs typeface="Times New Roman"/>
              </a:defRPr>
            </a:lvl1pPr>
            <a:lvl2pPr>
              <a:defRPr sz="2400">
                <a:latin typeface="Times New Roman"/>
                <a:ea typeface="DFKai-SB"/>
                <a:cs typeface="Times New Roman"/>
              </a:defRPr>
            </a:lvl2pPr>
            <a:lvl3pPr>
              <a:defRPr sz="2000">
                <a:latin typeface="Times New Roman"/>
                <a:ea typeface="DFKai-SB"/>
                <a:cs typeface="Times New Roman"/>
              </a:defRPr>
            </a:lvl3pPr>
            <a:lvl4pPr>
              <a:defRPr sz="1800">
                <a:latin typeface="Times New Roman"/>
                <a:ea typeface="DFKai-SB"/>
                <a:cs typeface="Times New Roman"/>
              </a:defRPr>
            </a:lvl4pPr>
            <a:lvl5pPr>
              <a:defRPr sz="1800">
                <a:latin typeface="Times New Roman"/>
                <a:ea typeface="DFKai-SB"/>
                <a:cs typeface="Times New Roman"/>
              </a:defRPr>
            </a:lvl5pPr>
            <a:lvl6pPr>
              <a:defRPr sz="1800">
                <a:latin typeface="Times New Roman"/>
                <a:ea typeface="DFKai-SB"/>
                <a:cs typeface="Times New Roman"/>
              </a:defRPr>
            </a:lvl6pPr>
            <a:lvl7pPr>
              <a:defRPr sz="1800">
                <a:latin typeface="Times New Roman"/>
                <a:ea typeface="DFKai-SB"/>
                <a:cs typeface="Times New Roman"/>
              </a:defRPr>
            </a:lvl7pPr>
            <a:lvl8pPr>
              <a:defRPr sz="1800">
                <a:latin typeface="Times New Roman"/>
                <a:ea typeface="DFKai-SB"/>
                <a:cs typeface="Times New Roman"/>
              </a:defRPr>
            </a:lvl8pPr>
            <a:lvl9pPr>
              <a:defRPr sz="1800">
                <a:latin typeface="Times New Roman"/>
                <a:ea typeface="DFKai-SB"/>
                <a:cs typeface="Times New Roman"/>
              </a:defRPr>
            </a:lvl9pPr>
          </a:lstStyle>
          <a:p>
            <a:pPr lvl="0"/>
            <a:r>
              <a:rPr lang="en-US">
                <a:latin typeface="Times New Roman"/>
                <a:ea typeface="DFKai-SB"/>
                <a:cs typeface="Times New Roman"/>
              </a:rPr>
              <a:t>Click to edit Master text styles</a:t>
            </a:r>
          </a:p>
          <a:p>
            <a:pPr lvl="1"/>
            <a:r>
              <a:rPr lang="en-US">
                <a:latin typeface="Times New Roman"/>
                <a:ea typeface="DFKai-SB"/>
                <a:cs typeface="Times New Roman"/>
              </a:rPr>
              <a:t>Second level</a:t>
            </a:r>
          </a:p>
          <a:p>
            <a:pPr lvl="2"/>
            <a:r>
              <a:rPr lang="en-US">
                <a:latin typeface="Times New Roman"/>
                <a:ea typeface="DFKai-SB"/>
                <a:cs typeface="Times New Roman"/>
              </a:rPr>
              <a:t>Third level</a:t>
            </a:r>
          </a:p>
          <a:p>
            <a:pPr lvl="3"/>
            <a:r>
              <a:rPr lang="en-US">
                <a:latin typeface="Times New Roman"/>
                <a:ea typeface="DFKai-SB"/>
                <a:cs typeface="Times New Roman"/>
              </a:rPr>
              <a:t>Fourth level</a:t>
            </a:r>
          </a:p>
          <a:p>
            <a:pPr lvl="4"/>
            <a:r>
              <a:rPr lang="en-US">
                <a:latin typeface="Times New Roman"/>
                <a:ea typeface="DFKai-SB"/>
                <a:cs typeface="Times New Roman"/>
              </a:rPr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>
                <a:latin typeface="Times New Roman"/>
                <a:ea typeface="DFKai-SB"/>
                <a:cs typeface="Times New Roman"/>
              </a:defRPr>
            </a:lvl1pPr>
            <a:lvl2pPr>
              <a:defRPr sz="2400">
                <a:latin typeface="Times New Roman"/>
                <a:ea typeface="DFKai-SB"/>
                <a:cs typeface="Times New Roman"/>
              </a:defRPr>
            </a:lvl2pPr>
            <a:lvl3pPr>
              <a:defRPr sz="2000">
                <a:latin typeface="Times New Roman"/>
                <a:ea typeface="DFKai-SB"/>
                <a:cs typeface="Times New Roman"/>
              </a:defRPr>
            </a:lvl3pPr>
            <a:lvl4pPr>
              <a:defRPr sz="1800">
                <a:latin typeface="Times New Roman"/>
                <a:ea typeface="DFKai-SB"/>
                <a:cs typeface="Times New Roman"/>
              </a:defRPr>
            </a:lvl4pPr>
            <a:lvl5pPr>
              <a:defRPr sz="1800">
                <a:latin typeface="Times New Roman"/>
                <a:ea typeface="DFKai-SB"/>
                <a:cs typeface="Times New Roman"/>
              </a:defRPr>
            </a:lvl5pPr>
            <a:lvl6pPr>
              <a:defRPr sz="1800">
                <a:latin typeface="Times New Roman"/>
                <a:ea typeface="DFKai-SB"/>
                <a:cs typeface="Times New Roman"/>
              </a:defRPr>
            </a:lvl6pPr>
            <a:lvl7pPr>
              <a:defRPr sz="1800">
                <a:latin typeface="Times New Roman"/>
                <a:ea typeface="DFKai-SB"/>
                <a:cs typeface="Times New Roman"/>
              </a:defRPr>
            </a:lvl7pPr>
            <a:lvl8pPr>
              <a:defRPr sz="1800">
                <a:latin typeface="Times New Roman"/>
                <a:ea typeface="DFKai-SB"/>
                <a:cs typeface="Times New Roman"/>
              </a:defRPr>
            </a:lvl8pPr>
            <a:lvl9pPr>
              <a:defRPr sz="1800">
                <a:latin typeface="Times New Roman"/>
                <a:ea typeface="DFKai-SB"/>
                <a:cs typeface="Times New Roman"/>
              </a:defRPr>
            </a:lvl9pPr>
          </a:lstStyle>
          <a:p>
            <a:pPr lvl="0"/>
            <a:r>
              <a:rPr lang="en-US">
                <a:latin typeface="Times New Roman"/>
                <a:ea typeface="DFKai-SB"/>
                <a:cs typeface="Times New Roman"/>
              </a:rPr>
              <a:t>Click to edit Master text styles</a:t>
            </a:r>
          </a:p>
          <a:p>
            <a:pPr lvl="1"/>
            <a:r>
              <a:rPr lang="en-US">
                <a:latin typeface="Times New Roman"/>
                <a:ea typeface="DFKai-SB"/>
                <a:cs typeface="Times New Roman"/>
              </a:rPr>
              <a:t>Second level</a:t>
            </a:r>
          </a:p>
          <a:p>
            <a:pPr lvl="2"/>
            <a:r>
              <a:rPr lang="en-US">
                <a:latin typeface="Times New Roman"/>
                <a:ea typeface="DFKai-SB"/>
                <a:cs typeface="Times New Roman"/>
              </a:rPr>
              <a:t>Third level</a:t>
            </a:r>
          </a:p>
          <a:p>
            <a:pPr lvl="3"/>
            <a:r>
              <a:rPr lang="en-US">
                <a:latin typeface="Times New Roman"/>
                <a:ea typeface="DFKai-SB"/>
                <a:cs typeface="Times New Roman"/>
              </a:rPr>
              <a:t>Fourth level</a:t>
            </a:r>
          </a:p>
          <a:p>
            <a:pPr lvl="4"/>
            <a:r>
              <a:rPr lang="en-US">
                <a:latin typeface="Times New Roman"/>
                <a:ea typeface="DFKai-SB"/>
                <a:cs typeface="Times New Roman"/>
              </a:rPr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>
                <a:latin typeface="Times New Roman"/>
                <a:ea typeface="DFKai-SB"/>
                <a:cs typeface="Times New Roman"/>
              </a:rPr>
              <a:t>10/29/2026</a:t>
            </a:fld>
            <a:endParaRPr lang="en-US">
              <a:latin typeface="Times New Roman"/>
              <a:ea typeface="DFKai-SB"/>
              <a:cs typeface="Times New Roman"/>
            </a:endParaRP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>
              <a:latin typeface="Times New Roman"/>
              <a:ea typeface="DFKai-SB"/>
              <a:cs typeface="Times New Roman"/>
            </a:endParaRPr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>
                <a:latin typeface="Times New Roman"/>
                <a:ea typeface="DFKai-SB"/>
                <a:cs typeface="Times New Roman"/>
              </a:rPr>
              <a:t>‹#›</a:t>
            </a:fld>
            <a:endParaRPr lang="en-US">
              <a:latin typeface="Times New Roman"/>
              <a:ea typeface="DFKai-SB"/>
              <a:cs typeface="Times New Roman"/>
            </a:endParaRPr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>
                <a:latin typeface="Times New Roman"/>
                <a:ea typeface="DFKai-SB"/>
                <a:cs typeface="Times New Roman"/>
              </a:defRPr>
            </a:lvl1pPr>
          </a:lstStyle>
          <a:p>
            <a:r>
              <a:rPr lang="en-US">
                <a:latin typeface="Times New Roman"/>
                <a:ea typeface="DFKai-SB"/>
                <a:cs typeface="Times New Roman"/>
              </a:rPr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>
                <a:latin typeface="Times New Roman"/>
                <a:ea typeface="DFKai-SB"/>
                <a:cs typeface="Times New Roman"/>
              </a:defRPr>
            </a:lvl1pPr>
            <a:lvl2pPr marL="457200" indent="0">
              <a:buNone/>
              <a:defRPr sz="2000" b="1">
                <a:latin typeface="Times New Roman"/>
                <a:ea typeface="DFKai-SB"/>
                <a:cs typeface="Times New Roman"/>
              </a:defRPr>
            </a:lvl2pPr>
            <a:lvl3pPr marL="914400" indent="0">
              <a:buNone/>
              <a:defRPr sz="1800" b="1">
                <a:latin typeface="Times New Roman"/>
                <a:ea typeface="DFKai-SB"/>
                <a:cs typeface="Times New Roman"/>
              </a:defRPr>
            </a:lvl3pPr>
            <a:lvl4pPr marL="1371600" indent="0">
              <a:buNone/>
              <a:defRPr sz="1600" b="1">
                <a:latin typeface="Times New Roman"/>
                <a:ea typeface="DFKai-SB"/>
                <a:cs typeface="Times New Roman"/>
              </a:defRPr>
            </a:lvl4pPr>
            <a:lvl5pPr marL="1828800" indent="0">
              <a:buNone/>
              <a:defRPr sz="1600" b="1">
                <a:latin typeface="Times New Roman"/>
                <a:ea typeface="DFKai-SB"/>
                <a:cs typeface="Times New Roman"/>
              </a:defRPr>
            </a:lvl5pPr>
            <a:lvl6pPr marL="2286000" indent="0">
              <a:buNone/>
              <a:defRPr sz="1600" b="1">
                <a:latin typeface="Times New Roman"/>
                <a:ea typeface="DFKai-SB"/>
                <a:cs typeface="Times New Roman"/>
              </a:defRPr>
            </a:lvl6pPr>
            <a:lvl7pPr marL="2743200" indent="0">
              <a:buNone/>
              <a:defRPr sz="1600" b="1">
                <a:latin typeface="Times New Roman"/>
                <a:ea typeface="DFKai-SB"/>
                <a:cs typeface="Times New Roman"/>
              </a:defRPr>
            </a:lvl7pPr>
            <a:lvl8pPr marL="3200400" indent="0">
              <a:buNone/>
              <a:defRPr sz="1600" b="1">
                <a:latin typeface="Times New Roman"/>
                <a:ea typeface="DFKai-SB"/>
                <a:cs typeface="Times New Roman"/>
              </a:defRPr>
            </a:lvl8pPr>
            <a:lvl9pPr marL="3657600" indent="0">
              <a:buNone/>
              <a:defRPr sz="1600" b="1">
                <a:latin typeface="Times New Roman"/>
                <a:ea typeface="DFKai-SB"/>
                <a:cs typeface="Times New Roman"/>
              </a:defRPr>
            </a:lvl9pPr>
          </a:lstStyle>
          <a:p>
            <a:pPr lvl="0"/>
            <a:r>
              <a:rPr lang="en-US">
                <a:latin typeface="Times New Roman"/>
                <a:ea typeface="DFKai-SB"/>
                <a:cs typeface="Times New Roman"/>
              </a:rPr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>
                <a:latin typeface="Times New Roman"/>
                <a:ea typeface="DFKai-SB"/>
                <a:cs typeface="Times New Roman"/>
              </a:defRPr>
            </a:lvl1pPr>
            <a:lvl2pPr>
              <a:defRPr sz="2000">
                <a:latin typeface="Times New Roman"/>
                <a:ea typeface="DFKai-SB"/>
                <a:cs typeface="Times New Roman"/>
              </a:defRPr>
            </a:lvl2pPr>
            <a:lvl3pPr>
              <a:defRPr sz="1800">
                <a:latin typeface="Times New Roman"/>
                <a:ea typeface="DFKai-SB"/>
                <a:cs typeface="Times New Roman"/>
              </a:defRPr>
            </a:lvl3pPr>
            <a:lvl4pPr>
              <a:defRPr sz="1600">
                <a:latin typeface="Times New Roman"/>
                <a:ea typeface="DFKai-SB"/>
                <a:cs typeface="Times New Roman"/>
              </a:defRPr>
            </a:lvl4pPr>
            <a:lvl5pPr>
              <a:defRPr sz="1600">
                <a:latin typeface="Times New Roman"/>
                <a:ea typeface="DFKai-SB"/>
                <a:cs typeface="Times New Roman"/>
              </a:defRPr>
            </a:lvl5pPr>
            <a:lvl6pPr>
              <a:defRPr sz="1600">
                <a:latin typeface="Times New Roman"/>
                <a:ea typeface="DFKai-SB"/>
                <a:cs typeface="Times New Roman"/>
              </a:defRPr>
            </a:lvl6pPr>
            <a:lvl7pPr>
              <a:defRPr sz="1600">
                <a:latin typeface="Times New Roman"/>
                <a:ea typeface="DFKai-SB"/>
                <a:cs typeface="Times New Roman"/>
              </a:defRPr>
            </a:lvl7pPr>
            <a:lvl8pPr>
              <a:defRPr sz="1600">
                <a:latin typeface="Times New Roman"/>
                <a:ea typeface="DFKai-SB"/>
                <a:cs typeface="Times New Roman"/>
              </a:defRPr>
            </a:lvl8pPr>
            <a:lvl9pPr>
              <a:defRPr sz="1600">
                <a:latin typeface="Times New Roman"/>
                <a:ea typeface="DFKai-SB"/>
                <a:cs typeface="Times New Roman"/>
              </a:defRPr>
            </a:lvl9pPr>
          </a:lstStyle>
          <a:p>
            <a:pPr lvl="0"/>
            <a:r>
              <a:rPr lang="en-US">
                <a:latin typeface="Times New Roman"/>
                <a:ea typeface="DFKai-SB"/>
                <a:cs typeface="Times New Roman"/>
              </a:rPr>
              <a:t>Click to edit Master text styles</a:t>
            </a:r>
          </a:p>
          <a:p>
            <a:pPr lvl="1"/>
            <a:r>
              <a:rPr lang="en-US">
                <a:latin typeface="Times New Roman"/>
                <a:ea typeface="DFKai-SB"/>
                <a:cs typeface="Times New Roman"/>
              </a:rPr>
              <a:t>Second level</a:t>
            </a:r>
          </a:p>
          <a:p>
            <a:pPr lvl="2"/>
            <a:r>
              <a:rPr lang="en-US">
                <a:latin typeface="Times New Roman"/>
                <a:ea typeface="DFKai-SB"/>
                <a:cs typeface="Times New Roman"/>
              </a:rPr>
              <a:t>Third level</a:t>
            </a:r>
          </a:p>
          <a:p>
            <a:pPr lvl="3"/>
            <a:r>
              <a:rPr lang="en-US">
                <a:latin typeface="Times New Roman"/>
                <a:ea typeface="DFKai-SB"/>
                <a:cs typeface="Times New Roman"/>
              </a:rPr>
              <a:t>Fourth level</a:t>
            </a:r>
          </a:p>
          <a:p>
            <a:pPr lvl="4"/>
            <a:r>
              <a:rPr lang="en-US">
                <a:latin typeface="Times New Roman"/>
                <a:ea typeface="DFKai-SB"/>
                <a:cs typeface="Times New Roman"/>
              </a:rPr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>
                <a:latin typeface="Times New Roman"/>
                <a:ea typeface="DFKai-SB"/>
                <a:cs typeface="Times New Roman"/>
              </a:defRPr>
            </a:lvl1pPr>
            <a:lvl2pPr marL="457200" indent="0">
              <a:buNone/>
              <a:defRPr sz="2000" b="1">
                <a:latin typeface="Times New Roman"/>
                <a:ea typeface="DFKai-SB"/>
                <a:cs typeface="Times New Roman"/>
              </a:defRPr>
            </a:lvl2pPr>
            <a:lvl3pPr marL="914400" indent="0">
              <a:buNone/>
              <a:defRPr sz="1800" b="1">
                <a:latin typeface="Times New Roman"/>
                <a:ea typeface="DFKai-SB"/>
                <a:cs typeface="Times New Roman"/>
              </a:defRPr>
            </a:lvl3pPr>
            <a:lvl4pPr marL="1371600" indent="0">
              <a:buNone/>
              <a:defRPr sz="1600" b="1">
                <a:latin typeface="Times New Roman"/>
                <a:ea typeface="DFKai-SB"/>
                <a:cs typeface="Times New Roman"/>
              </a:defRPr>
            </a:lvl4pPr>
            <a:lvl5pPr marL="1828800" indent="0">
              <a:buNone/>
              <a:defRPr sz="1600" b="1">
                <a:latin typeface="Times New Roman"/>
                <a:ea typeface="DFKai-SB"/>
                <a:cs typeface="Times New Roman"/>
              </a:defRPr>
            </a:lvl5pPr>
            <a:lvl6pPr marL="2286000" indent="0">
              <a:buNone/>
              <a:defRPr sz="1600" b="1">
                <a:latin typeface="Times New Roman"/>
                <a:ea typeface="DFKai-SB"/>
                <a:cs typeface="Times New Roman"/>
              </a:defRPr>
            </a:lvl6pPr>
            <a:lvl7pPr marL="2743200" indent="0">
              <a:buNone/>
              <a:defRPr sz="1600" b="1">
                <a:latin typeface="Times New Roman"/>
                <a:ea typeface="DFKai-SB"/>
                <a:cs typeface="Times New Roman"/>
              </a:defRPr>
            </a:lvl7pPr>
            <a:lvl8pPr marL="3200400" indent="0">
              <a:buNone/>
              <a:defRPr sz="1600" b="1">
                <a:latin typeface="Times New Roman"/>
                <a:ea typeface="DFKai-SB"/>
                <a:cs typeface="Times New Roman"/>
              </a:defRPr>
            </a:lvl8pPr>
            <a:lvl9pPr marL="3657600" indent="0">
              <a:buNone/>
              <a:defRPr sz="1600" b="1">
                <a:latin typeface="Times New Roman"/>
                <a:ea typeface="DFKai-SB"/>
                <a:cs typeface="Times New Roman"/>
              </a:defRPr>
            </a:lvl9pPr>
          </a:lstStyle>
          <a:p>
            <a:pPr lvl="0"/>
            <a:r>
              <a:rPr lang="en-US">
                <a:latin typeface="Times New Roman"/>
                <a:ea typeface="DFKai-SB"/>
                <a:cs typeface="Times New Roman"/>
              </a:rPr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>
                <a:latin typeface="Times New Roman"/>
                <a:ea typeface="DFKai-SB"/>
                <a:cs typeface="Times New Roman"/>
              </a:defRPr>
            </a:lvl1pPr>
            <a:lvl2pPr>
              <a:defRPr sz="2000">
                <a:latin typeface="Times New Roman"/>
                <a:ea typeface="DFKai-SB"/>
                <a:cs typeface="Times New Roman"/>
              </a:defRPr>
            </a:lvl2pPr>
            <a:lvl3pPr>
              <a:defRPr sz="1800">
                <a:latin typeface="Times New Roman"/>
                <a:ea typeface="DFKai-SB"/>
                <a:cs typeface="Times New Roman"/>
              </a:defRPr>
            </a:lvl3pPr>
            <a:lvl4pPr>
              <a:defRPr sz="1600">
                <a:latin typeface="Times New Roman"/>
                <a:ea typeface="DFKai-SB"/>
                <a:cs typeface="Times New Roman"/>
              </a:defRPr>
            </a:lvl4pPr>
            <a:lvl5pPr>
              <a:defRPr sz="1600">
                <a:latin typeface="Times New Roman"/>
                <a:ea typeface="DFKai-SB"/>
                <a:cs typeface="Times New Roman"/>
              </a:defRPr>
            </a:lvl5pPr>
            <a:lvl6pPr>
              <a:defRPr sz="1600">
                <a:latin typeface="Times New Roman"/>
                <a:ea typeface="DFKai-SB"/>
                <a:cs typeface="Times New Roman"/>
              </a:defRPr>
            </a:lvl6pPr>
            <a:lvl7pPr>
              <a:defRPr sz="1600">
                <a:latin typeface="Times New Roman"/>
                <a:ea typeface="DFKai-SB"/>
                <a:cs typeface="Times New Roman"/>
              </a:defRPr>
            </a:lvl7pPr>
            <a:lvl8pPr>
              <a:defRPr sz="1600">
                <a:latin typeface="Times New Roman"/>
                <a:ea typeface="DFKai-SB"/>
                <a:cs typeface="Times New Roman"/>
              </a:defRPr>
            </a:lvl8pPr>
            <a:lvl9pPr>
              <a:defRPr sz="1600">
                <a:latin typeface="Times New Roman"/>
                <a:ea typeface="DFKai-SB"/>
                <a:cs typeface="Times New Roman"/>
              </a:defRPr>
            </a:lvl9pPr>
          </a:lstStyle>
          <a:p>
            <a:pPr lvl="0"/>
            <a:r>
              <a:rPr lang="en-US">
                <a:latin typeface="Times New Roman"/>
                <a:ea typeface="DFKai-SB"/>
                <a:cs typeface="Times New Roman"/>
              </a:rPr>
              <a:t>Click to edit Master text styles</a:t>
            </a:r>
          </a:p>
          <a:p>
            <a:pPr lvl="1"/>
            <a:r>
              <a:rPr lang="en-US">
                <a:latin typeface="Times New Roman"/>
                <a:ea typeface="DFKai-SB"/>
                <a:cs typeface="Times New Roman"/>
              </a:rPr>
              <a:t>Second level</a:t>
            </a:r>
          </a:p>
          <a:p>
            <a:pPr lvl="2"/>
            <a:r>
              <a:rPr lang="en-US">
                <a:latin typeface="Times New Roman"/>
                <a:ea typeface="DFKai-SB"/>
                <a:cs typeface="Times New Roman"/>
              </a:rPr>
              <a:t>Third level</a:t>
            </a:r>
          </a:p>
          <a:p>
            <a:pPr lvl="3"/>
            <a:r>
              <a:rPr lang="en-US">
                <a:latin typeface="Times New Roman"/>
                <a:ea typeface="DFKai-SB"/>
                <a:cs typeface="Times New Roman"/>
              </a:rPr>
              <a:t>Fourth level</a:t>
            </a:r>
          </a:p>
          <a:p>
            <a:pPr lvl="4"/>
            <a:r>
              <a:rPr lang="en-US">
                <a:latin typeface="Times New Roman"/>
                <a:ea typeface="DFKai-SB"/>
                <a:cs typeface="Times New Roman"/>
              </a:rPr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>
                <a:latin typeface="Times New Roman"/>
                <a:ea typeface="DFKai-SB"/>
                <a:cs typeface="Times New Roman"/>
              </a:rPr>
              <a:t>10/29/2026</a:t>
            </a:fld>
            <a:endParaRPr lang="en-US">
              <a:latin typeface="Times New Roman"/>
              <a:ea typeface="DFKai-SB"/>
              <a:cs typeface="Times New Roman"/>
            </a:endParaRPr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>
              <a:latin typeface="Times New Roman"/>
              <a:ea typeface="DFKai-SB"/>
              <a:cs typeface="Times New Roman"/>
            </a:endParaRPr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>
                <a:latin typeface="Times New Roman"/>
                <a:ea typeface="DFKai-SB"/>
                <a:cs typeface="Times New Roman"/>
              </a:rPr>
              <a:t>‹#›</a:t>
            </a:fld>
            <a:endParaRPr lang="en-US">
              <a:latin typeface="Times New Roman"/>
              <a:ea typeface="DFKai-SB"/>
              <a:cs typeface="Times New Roman"/>
            </a:endParaRPr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>
                <a:latin typeface="Times New Roman"/>
                <a:ea typeface="DFKai-SB"/>
                <a:cs typeface="Times New Roman"/>
              </a:rPr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>
                <a:latin typeface="Times New Roman"/>
                <a:ea typeface="DFKai-SB"/>
                <a:cs typeface="Times New Roman"/>
              </a:rPr>
              <a:t>10/29/2026</a:t>
            </a:fld>
            <a:endParaRPr lang="en-US">
              <a:latin typeface="Times New Roman"/>
              <a:ea typeface="DFKai-SB"/>
              <a:cs typeface="Times New Roman"/>
            </a:endParaRPr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>
              <a:latin typeface="Times New Roman"/>
              <a:ea typeface="DFKai-SB"/>
              <a:cs typeface="Times New Roman"/>
            </a:endParaRPr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>
                <a:latin typeface="Times New Roman"/>
                <a:ea typeface="DFKai-SB"/>
                <a:cs typeface="Times New Roman"/>
              </a:rPr>
              <a:t>‹#›</a:t>
            </a:fld>
            <a:endParaRPr lang="en-US">
              <a:latin typeface="Times New Roman"/>
              <a:ea typeface="DFKai-SB"/>
              <a:cs typeface="Times New Roman"/>
            </a:endParaRPr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>
                <a:latin typeface="Times New Roman"/>
                <a:ea typeface="DFKai-SB"/>
                <a:cs typeface="Times New Roman"/>
              </a:rPr>
              <a:t>10/29/2026</a:t>
            </a:fld>
            <a:endParaRPr lang="en-US">
              <a:latin typeface="Times New Roman"/>
              <a:ea typeface="DFKai-SB"/>
              <a:cs typeface="Times New Roman"/>
            </a:endParaRPr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>
              <a:latin typeface="Times New Roman"/>
              <a:ea typeface="DFKai-SB"/>
              <a:cs typeface="Times New Roman"/>
            </a:endParaRP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>
                <a:latin typeface="Times New Roman"/>
                <a:ea typeface="DFKai-SB"/>
                <a:cs typeface="Times New Roman"/>
              </a:rPr>
              <a:t>‹#›</a:t>
            </a:fld>
            <a:endParaRPr lang="en-US">
              <a:latin typeface="Times New Roman"/>
              <a:ea typeface="DFKai-SB"/>
              <a:cs typeface="Times New Roman"/>
            </a:endParaRPr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>
                <a:latin typeface="Times New Roman"/>
                <a:ea typeface="DFKai-SB"/>
                <a:cs typeface="Times New Roman"/>
              </a:defRPr>
            </a:lvl1pPr>
          </a:lstStyle>
          <a:p>
            <a:r>
              <a:rPr lang="en-US">
                <a:latin typeface="Times New Roman"/>
                <a:ea typeface="DFKai-SB"/>
                <a:cs typeface="Times New Roman"/>
              </a:rPr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>
                <a:latin typeface="Times New Roman"/>
                <a:ea typeface="DFKai-SB"/>
                <a:cs typeface="Times New Roman"/>
              </a:defRPr>
            </a:lvl1pPr>
            <a:lvl2pPr>
              <a:defRPr sz="2800">
                <a:latin typeface="Times New Roman"/>
                <a:ea typeface="DFKai-SB"/>
                <a:cs typeface="Times New Roman"/>
              </a:defRPr>
            </a:lvl2pPr>
            <a:lvl3pPr>
              <a:defRPr sz="2400">
                <a:latin typeface="Times New Roman"/>
                <a:ea typeface="DFKai-SB"/>
                <a:cs typeface="Times New Roman"/>
              </a:defRPr>
            </a:lvl3pPr>
            <a:lvl4pPr>
              <a:defRPr sz="2000">
                <a:latin typeface="Times New Roman"/>
                <a:ea typeface="DFKai-SB"/>
                <a:cs typeface="Times New Roman"/>
              </a:defRPr>
            </a:lvl4pPr>
            <a:lvl5pPr>
              <a:defRPr sz="2000">
                <a:latin typeface="Times New Roman"/>
                <a:ea typeface="DFKai-SB"/>
                <a:cs typeface="Times New Roman"/>
              </a:defRPr>
            </a:lvl5pPr>
            <a:lvl6pPr>
              <a:defRPr sz="2000">
                <a:latin typeface="Times New Roman"/>
                <a:ea typeface="DFKai-SB"/>
                <a:cs typeface="Times New Roman"/>
              </a:defRPr>
            </a:lvl6pPr>
            <a:lvl7pPr>
              <a:defRPr sz="2000">
                <a:latin typeface="Times New Roman"/>
                <a:ea typeface="DFKai-SB"/>
                <a:cs typeface="Times New Roman"/>
              </a:defRPr>
            </a:lvl7pPr>
            <a:lvl8pPr>
              <a:defRPr sz="2000">
                <a:latin typeface="Times New Roman"/>
                <a:ea typeface="DFKai-SB"/>
                <a:cs typeface="Times New Roman"/>
              </a:defRPr>
            </a:lvl8pPr>
            <a:lvl9pPr>
              <a:defRPr sz="2000">
                <a:latin typeface="Times New Roman"/>
                <a:ea typeface="DFKai-SB"/>
                <a:cs typeface="Times New Roman"/>
              </a:defRPr>
            </a:lvl9pPr>
          </a:lstStyle>
          <a:p>
            <a:pPr lvl="0"/>
            <a:r>
              <a:rPr lang="en-US">
                <a:latin typeface="Times New Roman"/>
                <a:ea typeface="DFKai-SB"/>
                <a:cs typeface="Times New Roman"/>
              </a:rPr>
              <a:t>Click to edit Master text styles</a:t>
            </a:r>
          </a:p>
          <a:p>
            <a:pPr lvl="1"/>
            <a:r>
              <a:rPr lang="en-US">
                <a:latin typeface="Times New Roman"/>
                <a:ea typeface="DFKai-SB"/>
                <a:cs typeface="Times New Roman"/>
              </a:rPr>
              <a:t>Second level</a:t>
            </a:r>
          </a:p>
          <a:p>
            <a:pPr lvl="2"/>
            <a:r>
              <a:rPr lang="en-US">
                <a:latin typeface="Times New Roman"/>
                <a:ea typeface="DFKai-SB"/>
                <a:cs typeface="Times New Roman"/>
              </a:rPr>
              <a:t>Third level</a:t>
            </a:r>
          </a:p>
          <a:p>
            <a:pPr lvl="3"/>
            <a:r>
              <a:rPr lang="en-US">
                <a:latin typeface="Times New Roman"/>
                <a:ea typeface="DFKai-SB"/>
                <a:cs typeface="Times New Roman"/>
              </a:rPr>
              <a:t>Fourth level</a:t>
            </a:r>
          </a:p>
          <a:p>
            <a:pPr lvl="4"/>
            <a:r>
              <a:rPr lang="en-US">
                <a:latin typeface="Times New Roman"/>
                <a:ea typeface="DFKai-SB"/>
                <a:cs typeface="Times New Roman"/>
              </a:rPr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>
                <a:latin typeface="Times New Roman"/>
                <a:ea typeface="DFKai-SB"/>
                <a:cs typeface="Times New Roman"/>
              </a:defRPr>
            </a:lvl1pPr>
            <a:lvl2pPr marL="457200" indent="0">
              <a:buNone/>
              <a:defRPr sz="1200">
                <a:latin typeface="Times New Roman"/>
                <a:ea typeface="DFKai-SB"/>
                <a:cs typeface="Times New Roman"/>
              </a:defRPr>
            </a:lvl2pPr>
            <a:lvl3pPr marL="914400" indent="0">
              <a:buNone/>
              <a:defRPr sz="1000">
                <a:latin typeface="Times New Roman"/>
                <a:ea typeface="DFKai-SB"/>
                <a:cs typeface="Times New Roman"/>
              </a:defRPr>
            </a:lvl3pPr>
            <a:lvl4pPr marL="1371600" indent="0">
              <a:buNone/>
              <a:defRPr sz="900">
                <a:latin typeface="Times New Roman"/>
                <a:ea typeface="DFKai-SB"/>
                <a:cs typeface="Times New Roman"/>
              </a:defRPr>
            </a:lvl4pPr>
            <a:lvl5pPr marL="1828800" indent="0">
              <a:buNone/>
              <a:defRPr sz="900">
                <a:latin typeface="Times New Roman"/>
                <a:ea typeface="DFKai-SB"/>
                <a:cs typeface="Times New Roman"/>
              </a:defRPr>
            </a:lvl5pPr>
            <a:lvl6pPr marL="2286000" indent="0">
              <a:buNone/>
              <a:defRPr sz="900">
                <a:latin typeface="Times New Roman"/>
                <a:ea typeface="DFKai-SB"/>
                <a:cs typeface="Times New Roman"/>
              </a:defRPr>
            </a:lvl6pPr>
            <a:lvl7pPr marL="2743200" indent="0">
              <a:buNone/>
              <a:defRPr sz="900">
                <a:latin typeface="Times New Roman"/>
                <a:ea typeface="DFKai-SB"/>
                <a:cs typeface="Times New Roman"/>
              </a:defRPr>
            </a:lvl7pPr>
            <a:lvl8pPr marL="3200400" indent="0">
              <a:buNone/>
              <a:defRPr sz="900">
                <a:latin typeface="Times New Roman"/>
                <a:ea typeface="DFKai-SB"/>
                <a:cs typeface="Times New Roman"/>
              </a:defRPr>
            </a:lvl8pPr>
            <a:lvl9pPr marL="3657600" indent="0">
              <a:buNone/>
              <a:defRPr sz="900">
                <a:latin typeface="Times New Roman"/>
                <a:ea typeface="DFKai-SB"/>
                <a:cs typeface="Times New Roman"/>
              </a:defRPr>
            </a:lvl9pPr>
          </a:lstStyle>
          <a:p>
            <a:pPr lvl="0"/>
            <a:r>
              <a:rPr lang="en-US">
                <a:latin typeface="Times New Roman"/>
                <a:ea typeface="DFKai-SB"/>
                <a:cs typeface="Times New Roman"/>
              </a:rPr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>
                <a:latin typeface="Times New Roman"/>
                <a:ea typeface="DFKai-SB"/>
                <a:cs typeface="Times New Roman"/>
              </a:rPr>
              <a:t>10/29/2026</a:t>
            </a:fld>
            <a:endParaRPr lang="en-US">
              <a:latin typeface="Times New Roman"/>
              <a:ea typeface="DFKai-SB"/>
              <a:cs typeface="Times New Roman"/>
            </a:endParaRP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>
              <a:latin typeface="Times New Roman"/>
              <a:ea typeface="DFKai-SB"/>
              <a:cs typeface="Times New Roman"/>
            </a:endParaRPr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>
                <a:latin typeface="Times New Roman"/>
                <a:ea typeface="DFKai-SB"/>
                <a:cs typeface="Times New Roman"/>
              </a:rPr>
              <a:t>‹#›</a:t>
            </a:fld>
            <a:endParaRPr lang="en-US">
              <a:latin typeface="Times New Roman"/>
              <a:ea typeface="DFKai-SB"/>
              <a:cs typeface="Times New Roman"/>
            </a:endParaRPr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>
                <a:latin typeface="Times New Roman"/>
                <a:ea typeface="DFKai-SB"/>
                <a:cs typeface="Times New Roman"/>
              </a:defRPr>
            </a:lvl1pPr>
          </a:lstStyle>
          <a:p>
            <a:r>
              <a:rPr lang="en-US">
                <a:latin typeface="Times New Roman"/>
                <a:ea typeface="DFKai-SB"/>
                <a:cs typeface="Times New Roman"/>
              </a:rPr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>
                <a:latin typeface="Times New Roman"/>
                <a:ea typeface="DFKai-SB"/>
                <a:cs typeface="Times New Roman"/>
              </a:defRPr>
            </a:lvl1pPr>
            <a:lvl2pPr marL="457200" indent="0">
              <a:buNone/>
              <a:defRPr sz="2800">
                <a:latin typeface="Times New Roman"/>
                <a:ea typeface="DFKai-SB"/>
                <a:cs typeface="Times New Roman"/>
              </a:defRPr>
            </a:lvl2pPr>
            <a:lvl3pPr marL="914400" indent="0">
              <a:buNone/>
              <a:defRPr sz="2400">
                <a:latin typeface="Times New Roman"/>
                <a:ea typeface="DFKai-SB"/>
                <a:cs typeface="Times New Roman"/>
              </a:defRPr>
            </a:lvl3pPr>
            <a:lvl4pPr marL="1371600" indent="0">
              <a:buNone/>
              <a:defRPr sz="2000">
                <a:latin typeface="Times New Roman"/>
                <a:ea typeface="DFKai-SB"/>
                <a:cs typeface="Times New Roman"/>
              </a:defRPr>
            </a:lvl4pPr>
            <a:lvl5pPr marL="1828800" indent="0">
              <a:buNone/>
              <a:defRPr sz="2000">
                <a:latin typeface="Times New Roman"/>
                <a:ea typeface="DFKai-SB"/>
                <a:cs typeface="Times New Roman"/>
              </a:defRPr>
            </a:lvl5pPr>
            <a:lvl6pPr marL="2286000" indent="0">
              <a:buNone/>
              <a:defRPr sz="2000">
                <a:latin typeface="Times New Roman"/>
                <a:ea typeface="DFKai-SB"/>
                <a:cs typeface="Times New Roman"/>
              </a:defRPr>
            </a:lvl6pPr>
            <a:lvl7pPr marL="2743200" indent="0">
              <a:buNone/>
              <a:defRPr sz="2000">
                <a:latin typeface="Times New Roman"/>
                <a:ea typeface="DFKai-SB"/>
                <a:cs typeface="Times New Roman"/>
              </a:defRPr>
            </a:lvl7pPr>
            <a:lvl8pPr marL="3200400" indent="0">
              <a:buNone/>
              <a:defRPr sz="2000">
                <a:latin typeface="Times New Roman"/>
                <a:ea typeface="DFKai-SB"/>
                <a:cs typeface="Times New Roman"/>
              </a:defRPr>
            </a:lvl8pPr>
            <a:lvl9pPr marL="3657600" indent="0">
              <a:buNone/>
              <a:defRPr sz="2000">
                <a:latin typeface="Times New Roman"/>
                <a:ea typeface="DFKai-SB"/>
                <a:cs typeface="Times New Roman"/>
              </a:defRPr>
            </a:lvl9pPr>
          </a:lstStyle>
          <a:p>
            <a:endParaRPr lang="en-US">
              <a:latin typeface="Times New Roman"/>
              <a:ea typeface="DFKai-SB"/>
              <a:cs typeface="Times New Roman"/>
            </a:endParaRP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>
                <a:latin typeface="Times New Roman"/>
                <a:ea typeface="DFKai-SB"/>
                <a:cs typeface="Times New Roman"/>
              </a:defRPr>
            </a:lvl1pPr>
            <a:lvl2pPr marL="457200" indent="0">
              <a:buNone/>
              <a:defRPr sz="1200">
                <a:latin typeface="Times New Roman"/>
                <a:ea typeface="DFKai-SB"/>
                <a:cs typeface="Times New Roman"/>
              </a:defRPr>
            </a:lvl2pPr>
            <a:lvl3pPr marL="914400" indent="0">
              <a:buNone/>
              <a:defRPr sz="1000">
                <a:latin typeface="Times New Roman"/>
                <a:ea typeface="DFKai-SB"/>
                <a:cs typeface="Times New Roman"/>
              </a:defRPr>
            </a:lvl3pPr>
            <a:lvl4pPr marL="1371600" indent="0">
              <a:buNone/>
              <a:defRPr sz="900">
                <a:latin typeface="Times New Roman"/>
                <a:ea typeface="DFKai-SB"/>
                <a:cs typeface="Times New Roman"/>
              </a:defRPr>
            </a:lvl4pPr>
            <a:lvl5pPr marL="1828800" indent="0">
              <a:buNone/>
              <a:defRPr sz="900">
                <a:latin typeface="Times New Roman"/>
                <a:ea typeface="DFKai-SB"/>
                <a:cs typeface="Times New Roman"/>
              </a:defRPr>
            </a:lvl5pPr>
            <a:lvl6pPr marL="2286000" indent="0">
              <a:buNone/>
              <a:defRPr sz="900">
                <a:latin typeface="Times New Roman"/>
                <a:ea typeface="DFKai-SB"/>
                <a:cs typeface="Times New Roman"/>
              </a:defRPr>
            </a:lvl6pPr>
            <a:lvl7pPr marL="2743200" indent="0">
              <a:buNone/>
              <a:defRPr sz="900">
                <a:latin typeface="Times New Roman"/>
                <a:ea typeface="DFKai-SB"/>
                <a:cs typeface="Times New Roman"/>
              </a:defRPr>
            </a:lvl7pPr>
            <a:lvl8pPr marL="3200400" indent="0">
              <a:buNone/>
              <a:defRPr sz="900">
                <a:latin typeface="Times New Roman"/>
                <a:ea typeface="DFKai-SB"/>
                <a:cs typeface="Times New Roman"/>
              </a:defRPr>
            </a:lvl8pPr>
            <a:lvl9pPr marL="3657600" indent="0">
              <a:buNone/>
              <a:defRPr sz="900">
                <a:latin typeface="Times New Roman"/>
                <a:ea typeface="DFKai-SB"/>
                <a:cs typeface="Times New Roman"/>
              </a:defRPr>
            </a:lvl9pPr>
          </a:lstStyle>
          <a:p>
            <a:pPr lvl="0"/>
            <a:r>
              <a:rPr lang="en-US">
                <a:latin typeface="Times New Roman"/>
                <a:ea typeface="DFKai-SB"/>
                <a:cs typeface="Times New Roman"/>
              </a:rPr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>
                <a:latin typeface="Times New Roman"/>
                <a:ea typeface="DFKai-SB"/>
                <a:cs typeface="Times New Roman"/>
              </a:rPr>
              <a:t>10/29/2026</a:t>
            </a:fld>
            <a:endParaRPr lang="en-US">
              <a:latin typeface="Times New Roman"/>
              <a:ea typeface="DFKai-SB"/>
              <a:cs typeface="Times New Roman"/>
            </a:endParaRP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>
              <a:latin typeface="Times New Roman"/>
              <a:ea typeface="DFKai-SB"/>
              <a:cs typeface="Times New Roman"/>
            </a:endParaRPr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>
                <a:latin typeface="Times New Roman"/>
                <a:ea typeface="DFKai-SB"/>
                <a:cs typeface="Times New Roman"/>
              </a:rPr>
              <a:t>‹#›</a:t>
            </a:fld>
            <a:endParaRPr lang="en-US">
              <a:latin typeface="Times New Roman"/>
              <a:ea typeface="DFKai-SB"/>
              <a:cs typeface="Times New Roman"/>
            </a:endParaRPr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>
                <a:latin typeface="Times New Roman"/>
                <a:ea typeface="DFKai-SB"/>
                <a:cs typeface="Times New Roman"/>
              </a:rPr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>
                <a:latin typeface="Times New Roman"/>
                <a:ea typeface="DFKai-SB"/>
                <a:cs typeface="Times New Roman"/>
              </a:rPr>
              <a:t>Click to edit Master text styles</a:t>
            </a:r>
          </a:p>
          <a:p>
            <a:pPr lvl="1"/>
            <a:r>
              <a:rPr lang="en-US">
                <a:latin typeface="Times New Roman"/>
                <a:ea typeface="DFKai-SB"/>
                <a:cs typeface="Times New Roman"/>
              </a:rPr>
              <a:t>Second level</a:t>
            </a:r>
          </a:p>
          <a:p>
            <a:pPr lvl="2"/>
            <a:r>
              <a:rPr lang="en-US">
                <a:latin typeface="Times New Roman"/>
                <a:ea typeface="DFKai-SB"/>
                <a:cs typeface="Times New Roman"/>
              </a:rPr>
              <a:t>Third level</a:t>
            </a:r>
          </a:p>
          <a:p>
            <a:pPr lvl="3"/>
            <a:r>
              <a:rPr lang="en-US">
                <a:latin typeface="Times New Roman"/>
                <a:ea typeface="DFKai-SB"/>
                <a:cs typeface="Times New Roman"/>
              </a:rPr>
              <a:t>Fourth level</a:t>
            </a:r>
          </a:p>
          <a:p>
            <a:pPr lvl="4"/>
            <a:r>
              <a:rPr lang="en-US">
                <a:latin typeface="Times New Roman"/>
                <a:ea typeface="DFKai-SB"/>
                <a:cs typeface="Times New Roman"/>
              </a:rPr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>
                <a:latin typeface="Times New Roman"/>
                <a:ea typeface="DFKai-SB"/>
                <a:cs typeface="Times New Roman"/>
              </a:rPr>
              <a:t>10/29/2026</a:t>
            </a:fld>
            <a:endParaRPr lang="en-US">
              <a:latin typeface="Times New Roman"/>
              <a:ea typeface="DFKai-SB"/>
              <a:cs typeface="Times New Roman"/>
            </a:endParaRPr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>
              <a:latin typeface="Times New Roman"/>
              <a:ea typeface="DFKai-SB"/>
              <a:cs typeface="Times New Roman"/>
            </a:endParaRPr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>
                <a:latin typeface="Times New Roman"/>
                <a:ea typeface="DFKai-SB"/>
                <a:cs typeface="Times New Roman"/>
              </a:rPr>
              <a:t>‹#›</a:t>
            </a:fld>
            <a:endParaRPr lang="en-US">
              <a:latin typeface="Times New Roman"/>
              <a:ea typeface="DFKai-SB"/>
              <a:cs typeface="Times New Roman"/>
            </a:endParaRPr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>
                <a:latin typeface="Times New Roman"/>
                <a:ea typeface="DFKai-SB"/>
                <a:cs typeface="Times New Roman"/>
              </a:rPr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>
                <a:latin typeface="Times New Roman"/>
                <a:ea typeface="DFKai-SB"/>
                <a:cs typeface="Times New Roman"/>
              </a:rPr>
              <a:t>Click to edit Master text styles</a:t>
            </a:r>
          </a:p>
          <a:p>
            <a:pPr lvl="1"/>
            <a:r>
              <a:rPr lang="en-US">
                <a:latin typeface="Times New Roman"/>
                <a:ea typeface="DFKai-SB"/>
                <a:cs typeface="Times New Roman"/>
              </a:rPr>
              <a:t>Second level</a:t>
            </a:r>
          </a:p>
          <a:p>
            <a:pPr lvl="2"/>
            <a:r>
              <a:rPr lang="en-US">
                <a:latin typeface="Times New Roman"/>
                <a:ea typeface="DFKai-SB"/>
                <a:cs typeface="Times New Roman"/>
              </a:rPr>
              <a:t>Third level</a:t>
            </a:r>
          </a:p>
          <a:p>
            <a:pPr lvl="3"/>
            <a:r>
              <a:rPr lang="en-US">
                <a:latin typeface="Times New Roman"/>
                <a:ea typeface="DFKai-SB"/>
                <a:cs typeface="Times New Roman"/>
              </a:rPr>
              <a:t>Fourth level</a:t>
            </a:r>
          </a:p>
          <a:p>
            <a:pPr lvl="4"/>
            <a:r>
              <a:rPr lang="en-US">
                <a:latin typeface="Times New Roman"/>
                <a:ea typeface="DFKai-SB"/>
                <a:cs typeface="Times New Roman"/>
              </a:rPr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>
                <a:latin typeface="Times New Roman"/>
                <a:ea typeface="DFKai-SB"/>
                <a:cs typeface="Times New Roman"/>
              </a:rPr>
              <a:t>10/29/2026</a:t>
            </a:fld>
            <a:endParaRPr lang="en-US">
              <a:latin typeface="Times New Roman"/>
              <a:ea typeface="DFKai-SB"/>
              <a:cs typeface="Times New Roman"/>
            </a:endParaRPr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>
              <a:latin typeface="Times New Roman"/>
              <a:ea typeface="DFKai-SB"/>
              <a:cs typeface="Times New Roman"/>
            </a:endParaRPr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>
                <a:latin typeface="Times New Roman"/>
                <a:ea typeface="DFKai-SB"/>
                <a:cs typeface="Times New Roman"/>
              </a:rPr>
              <a:t>‹#›</a:t>
            </a:fld>
            <a:endParaRPr lang="en-US">
              <a:latin typeface="Times New Roman"/>
              <a:ea typeface="DFKai-SB"/>
              <a:cs typeface="Times New Roman"/>
            </a:endParaRPr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>
                <a:latin typeface="Times New Roman"/>
                <a:ea typeface="DFKai-SB"/>
                <a:cs typeface="Times New Roman"/>
              </a:rPr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>
                <a:latin typeface="Times New Roman"/>
                <a:ea typeface="DFKai-SB"/>
                <a:cs typeface="Times New Roman"/>
              </a:rPr>
              <a:t>Click to edit Master text styles</a:t>
            </a:r>
          </a:p>
          <a:p>
            <a:pPr lvl="1"/>
            <a:r>
              <a:rPr lang="en-US">
                <a:latin typeface="Times New Roman"/>
                <a:ea typeface="DFKai-SB"/>
                <a:cs typeface="Times New Roman"/>
              </a:rPr>
              <a:t>Second level</a:t>
            </a:r>
          </a:p>
          <a:p>
            <a:pPr lvl="2"/>
            <a:r>
              <a:rPr lang="en-US">
                <a:latin typeface="Times New Roman"/>
                <a:ea typeface="DFKai-SB"/>
                <a:cs typeface="Times New Roman"/>
              </a:rPr>
              <a:t>Third level</a:t>
            </a:r>
          </a:p>
          <a:p>
            <a:pPr lvl="3"/>
            <a:r>
              <a:rPr lang="en-US">
                <a:latin typeface="Times New Roman"/>
                <a:ea typeface="DFKai-SB"/>
                <a:cs typeface="Times New Roman"/>
              </a:rPr>
              <a:t>Fourth level</a:t>
            </a:r>
          </a:p>
          <a:p>
            <a:pPr lvl="4"/>
            <a:r>
              <a:rPr lang="en-US">
                <a:latin typeface="Times New Roman"/>
                <a:ea typeface="DFKai-SB"/>
                <a:cs typeface="Times New Roman"/>
              </a:rPr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  <a:latin typeface="Times New Roman"/>
                <a:ea typeface="DFKai-SB"/>
                <a:cs typeface="Times New Roman"/>
              </a:defRPr>
            </a:lvl1pPr>
          </a:lstStyle>
          <a:p>
            <a:fld id="{5BCAD085-E8A6-8845-BD4E-CB4CCA059FC4}" type="datetimeFigureOut">
              <a:rPr lang="en-US" smtClean="0">
                <a:latin typeface="Times New Roman"/>
                <a:ea typeface="DFKai-SB"/>
                <a:cs typeface="Times New Roman"/>
              </a:rPr>
              <a:t>10/29/2026</a:t>
            </a:fld>
            <a:endParaRPr lang="en-US">
              <a:latin typeface="Times New Roman"/>
              <a:ea typeface="DFKai-SB"/>
              <a:cs typeface="Times New Roman"/>
            </a:endParaRPr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  <a:latin typeface="Times New Roman"/>
                <a:ea typeface="DFKai-SB"/>
                <a:cs typeface="Times New Roman"/>
              </a:defRPr>
            </a:lvl1pPr>
          </a:lstStyle>
          <a:p>
            <a:endParaRPr lang="en-US">
              <a:latin typeface="Times New Roman"/>
              <a:ea typeface="DFKai-SB"/>
              <a:cs typeface="Times New Roman"/>
            </a:endParaRPr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  <a:latin typeface="Times New Roman"/>
                <a:ea typeface="DFKai-SB"/>
                <a:cs typeface="Times New Roman"/>
              </a:defRPr>
            </a:lvl1pPr>
          </a:lstStyle>
          <a:p>
            <a:fld id="{C1FF6DA9-008F-8B48-92A6-B652298478BF}" type="slidenum">
              <a:rPr lang="en-US" smtClean="0">
                <a:latin typeface="Times New Roman"/>
                <a:ea typeface="DFKai-SB"/>
                <a:cs typeface="Times New Roman"/>
              </a:rPr>
              <a:t>‹#›</a:t>
            </a:fld>
            <a:endParaRPr lang="en-US">
              <a:latin typeface="Times New Roman"/>
              <a:ea typeface="DFKai-SB"/>
              <a:cs typeface="Times New Roman"/>
            </a:endParaRPr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Times New Roman"/>
          <a:ea typeface="DFKai-SB"/>
          <a:cs typeface="Times New Roman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Times New Roman"/>
        <a:buChar char="•"/>
        <a:defRPr sz="3200" kern="1200">
          <a:solidFill>
            <a:schemeClr val="tx1"/>
          </a:solidFill>
          <a:latin typeface="Times New Roman"/>
          <a:ea typeface="DFKai-SB"/>
          <a:cs typeface="Times New Roman"/>
        </a:defRPr>
      </a:lvl1pPr>
      <a:lvl2pPr marL="742950" indent="-285750" algn="l" defTabSz="457200" rtl="0" eaLnBrk="1" latinLnBrk="0" hangingPunct="1">
        <a:spcBef>
          <a:spcPct val="20000"/>
        </a:spcBef>
        <a:buFont typeface="Times New Roman"/>
        <a:buChar char="–"/>
        <a:defRPr sz="2800" kern="1200">
          <a:solidFill>
            <a:schemeClr val="tx1"/>
          </a:solidFill>
          <a:latin typeface="Times New Roman"/>
          <a:ea typeface="DFKai-SB"/>
          <a:cs typeface="Times New Roman"/>
        </a:defRPr>
      </a:lvl2pPr>
      <a:lvl3pPr marL="1143000" indent="-228600" algn="l" defTabSz="457200" rtl="0" eaLnBrk="1" latinLnBrk="0" hangingPunct="1">
        <a:spcBef>
          <a:spcPct val="20000"/>
        </a:spcBef>
        <a:buFont typeface="Times New Roman"/>
        <a:buChar char="•"/>
        <a:defRPr sz="2400" kern="1200">
          <a:solidFill>
            <a:schemeClr val="tx1"/>
          </a:solidFill>
          <a:latin typeface="Times New Roman"/>
          <a:ea typeface="DFKai-SB"/>
          <a:cs typeface="Times New Roman"/>
        </a:defRPr>
      </a:lvl3pPr>
      <a:lvl4pPr marL="1600200" indent="-228600" algn="l" defTabSz="457200" rtl="0" eaLnBrk="1" latinLnBrk="0" hangingPunct="1">
        <a:spcBef>
          <a:spcPct val="20000"/>
        </a:spcBef>
        <a:buFont typeface="Times New Roman"/>
        <a:buChar char="–"/>
        <a:defRPr sz="2000" kern="1200">
          <a:solidFill>
            <a:schemeClr val="tx1"/>
          </a:solidFill>
          <a:latin typeface="Times New Roman"/>
          <a:ea typeface="DFKai-SB"/>
          <a:cs typeface="Times New Roman"/>
        </a:defRPr>
      </a:lvl4pPr>
      <a:lvl5pPr marL="2057400" indent="-228600" algn="l" defTabSz="457200" rtl="0" eaLnBrk="1" latinLnBrk="0" hangingPunct="1">
        <a:spcBef>
          <a:spcPct val="20000"/>
        </a:spcBef>
        <a:buFont typeface="Times New Roman"/>
        <a:buChar char="»"/>
        <a:defRPr sz="2000" kern="1200">
          <a:solidFill>
            <a:schemeClr val="tx1"/>
          </a:solidFill>
          <a:latin typeface="Times New Roman"/>
          <a:ea typeface="DFKai-SB"/>
          <a:cs typeface="Times New Roman"/>
        </a:defRPr>
      </a:lvl5pPr>
      <a:lvl6pPr marL="2514600" indent="-228600" algn="l" defTabSz="457200" rtl="0" eaLnBrk="1" latinLnBrk="0" hangingPunct="1">
        <a:spcBef>
          <a:spcPct val="20000"/>
        </a:spcBef>
        <a:buFont typeface="Times New Roman"/>
        <a:buChar char="•"/>
        <a:defRPr sz="2000" kern="1200">
          <a:solidFill>
            <a:schemeClr val="tx1"/>
          </a:solidFill>
          <a:latin typeface="Times New Roman"/>
          <a:ea typeface="DFKai-SB"/>
          <a:cs typeface="Times New Roman"/>
        </a:defRPr>
      </a:lvl6pPr>
      <a:lvl7pPr marL="2971800" indent="-228600" algn="l" defTabSz="457200" rtl="0" eaLnBrk="1" latinLnBrk="0" hangingPunct="1">
        <a:spcBef>
          <a:spcPct val="20000"/>
        </a:spcBef>
        <a:buFont typeface="Times New Roman"/>
        <a:buChar char="•"/>
        <a:defRPr sz="2000" kern="1200">
          <a:solidFill>
            <a:schemeClr val="tx1"/>
          </a:solidFill>
          <a:latin typeface="Times New Roman"/>
          <a:ea typeface="DFKai-SB"/>
          <a:cs typeface="Times New Roman"/>
        </a:defRPr>
      </a:lvl7pPr>
      <a:lvl8pPr marL="3429000" indent="-228600" algn="l" defTabSz="457200" rtl="0" eaLnBrk="1" latinLnBrk="0" hangingPunct="1">
        <a:spcBef>
          <a:spcPct val="20000"/>
        </a:spcBef>
        <a:buFont typeface="Times New Roman"/>
        <a:buChar char="•"/>
        <a:defRPr sz="2000" kern="1200">
          <a:solidFill>
            <a:schemeClr val="tx1"/>
          </a:solidFill>
          <a:latin typeface="Times New Roman"/>
          <a:ea typeface="DFKai-SB"/>
          <a:cs typeface="Times New Roman"/>
        </a:defRPr>
      </a:lvl8pPr>
      <a:lvl9pPr marL="3886200" indent="-228600" algn="l" defTabSz="457200" rtl="0" eaLnBrk="1" latinLnBrk="0" hangingPunct="1">
        <a:spcBef>
          <a:spcPct val="20000"/>
        </a:spcBef>
        <a:buFont typeface="Times New Roman"/>
        <a:buChar char="•"/>
        <a:defRPr sz="2000" kern="1200">
          <a:solidFill>
            <a:schemeClr val="tx1"/>
          </a:solidFill>
          <a:latin typeface="Times New Roman"/>
          <a:ea typeface="DFKai-SB"/>
          <a:cs typeface="Times New Roman"/>
        </a:defRPr>
      </a:lvl9pPr>
    </p:bodyStyle>
    <p:otherStyle>
      <a:defPPr>
        <a:defRPr lang="en-US">
          <a:latin typeface="Times New Roman"/>
          <a:ea typeface="DFKai-SB"/>
          <a:cs typeface="Times New Roman"/>
        </a:defRPr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Times New Roman"/>
          <a:ea typeface="DFKai-SB"/>
          <a:cs typeface="Times New Roman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Times New Roman"/>
          <a:ea typeface="DFKai-SB"/>
          <a:cs typeface="Times New Roman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Times New Roman"/>
          <a:ea typeface="DFKai-SB"/>
          <a:cs typeface="Times New Roman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Times New Roman"/>
          <a:ea typeface="DFKai-SB"/>
          <a:cs typeface="Times New Roman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Times New Roman"/>
          <a:ea typeface="DFKai-SB"/>
          <a:cs typeface="Times New Roman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Times New Roman"/>
          <a:ea typeface="DFKai-SB"/>
          <a:cs typeface="Times New Roman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Times New Roman"/>
          <a:ea typeface="DFKai-SB"/>
          <a:cs typeface="Times New Roman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Times New Roman"/>
          <a:ea typeface="DFKai-SB"/>
          <a:cs typeface="Times New Roman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Times New Roman"/>
          <a:ea typeface="DFKai-SB"/>
          <a:cs typeface="Times New Roman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6" Type="http://schemas.openxmlformats.org/officeDocument/2006/relationships/tags" Target="../tags/tag26.xml"/><Relationship Id="rId21" Type="http://schemas.openxmlformats.org/officeDocument/2006/relationships/tags" Target="../tags/tag21.xml"/><Relationship Id="rId42" Type="http://schemas.openxmlformats.org/officeDocument/2006/relationships/tags" Target="../tags/tag42.xml"/><Relationship Id="rId47" Type="http://schemas.openxmlformats.org/officeDocument/2006/relationships/tags" Target="../tags/tag47.xml"/><Relationship Id="rId63" Type="http://schemas.openxmlformats.org/officeDocument/2006/relationships/tags" Target="../tags/tag63.xml"/><Relationship Id="rId68" Type="http://schemas.openxmlformats.org/officeDocument/2006/relationships/tags" Target="../tags/tag68.xml"/><Relationship Id="rId84" Type="http://schemas.openxmlformats.org/officeDocument/2006/relationships/tags" Target="../tags/tag84.xml"/><Relationship Id="rId89" Type="http://schemas.openxmlformats.org/officeDocument/2006/relationships/tags" Target="../tags/tag89.xml"/><Relationship Id="rId16" Type="http://schemas.openxmlformats.org/officeDocument/2006/relationships/tags" Target="../tags/tag16.xml"/><Relationship Id="rId11" Type="http://schemas.openxmlformats.org/officeDocument/2006/relationships/tags" Target="../tags/tag11.xml"/><Relationship Id="rId32" Type="http://schemas.openxmlformats.org/officeDocument/2006/relationships/tags" Target="../tags/tag32.xml"/><Relationship Id="rId37" Type="http://schemas.openxmlformats.org/officeDocument/2006/relationships/tags" Target="../tags/tag37.xml"/><Relationship Id="rId53" Type="http://schemas.openxmlformats.org/officeDocument/2006/relationships/tags" Target="../tags/tag53.xml"/><Relationship Id="rId58" Type="http://schemas.openxmlformats.org/officeDocument/2006/relationships/tags" Target="../tags/tag58.xml"/><Relationship Id="rId74" Type="http://schemas.openxmlformats.org/officeDocument/2006/relationships/tags" Target="../tags/tag74.xml"/><Relationship Id="rId79" Type="http://schemas.openxmlformats.org/officeDocument/2006/relationships/tags" Target="../tags/tag79.xml"/><Relationship Id="rId5" Type="http://schemas.openxmlformats.org/officeDocument/2006/relationships/tags" Target="../tags/tag5.xml"/><Relationship Id="rId90" Type="http://schemas.openxmlformats.org/officeDocument/2006/relationships/tags" Target="../tags/tag90.xml"/><Relationship Id="rId95" Type="http://schemas.openxmlformats.org/officeDocument/2006/relationships/tags" Target="../tags/tag95.xml"/><Relationship Id="rId22" Type="http://schemas.openxmlformats.org/officeDocument/2006/relationships/tags" Target="../tags/tag22.xml"/><Relationship Id="rId27" Type="http://schemas.openxmlformats.org/officeDocument/2006/relationships/tags" Target="../tags/tag27.xml"/><Relationship Id="rId43" Type="http://schemas.openxmlformats.org/officeDocument/2006/relationships/tags" Target="../tags/tag43.xml"/><Relationship Id="rId48" Type="http://schemas.openxmlformats.org/officeDocument/2006/relationships/tags" Target="../tags/tag48.xml"/><Relationship Id="rId64" Type="http://schemas.openxmlformats.org/officeDocument/2006/relationships/tags" Target="../tags/tag64.xml"/><Relationship Id="rId69" Type="http://schemas.openxmlformats.org/officeDocument/2006/relationships/tags" Target="../tags/tag69.xml"/><Relationship Id="rId80" Type="http://schemas.openxmlformats.org/officeDocument/2006/relationships/tags" Target="../tags/tag80.xml"/><Relationship Id="rId85" Type="http://schemas.openxmlformats.org/officeDocument/2006/relationships/tags" Target="../tags/tag85.xml"/><Relationship Id="rId12" Type="http://schemas.openxmlformats.org/officeDocument/2006/relationships/tags" Target="../tags/tag12.xml"/><Relationship Id="rId17" Type="http://schemas.openxmlformats.org/officeDocument/2006/relationships/tags" Target="../tags/tag17.xml"/><Relationship Id="rId25" Type="http://schemas.openxmlformats.org/officeDocument/2006/relationships/tags" Target="../tags/tag25.xml"/><Relationship Id="rId33" Type="http://schemas.openxmlformats.org/officeDocument/2006/relationships/tags" Target="../tags/tag33.xml"/><Relationship Id="rId38" Type="http://schemas.openxmlformats.org/officeDocument/2006/relationships/tags" Target="../tags/tag38.xml"/><Relationship Id="rId46" Type="http://schemas.openxmlformats.org/officeDocument/2006/relationships/tags" Target="../tags/tag46.xml"/><Relationship Id="rId59" Type="http://schemas.openxmlformats.org/officeDocument/2006/relationships/tags" Target="../tags/tag59.xml"/><Relationship Id="rId67" Type="http://schemas.openxmlformats.org/officeDocument/2006/relationships/tags" Target="../tags/tag67.xml"/><Relationship Id="rId20" Type="http://schemas.openxmlformats.org/officeDocument/2006/relationships/tags" Target="../tags/tag20.xml"/><Relationship Id="rId41" Type="http://schemas.openxmlformats.org/officeDocument/2006/relationships/tags" Target="../tags/tag41.xml"/><Relationship Id="rId54" Type="http://schemas.openxmlformats.org/officeDocument/2006/relationships/tags" Target="../tags/tag54.xml"/><Relationship Id="rId62" Type="http://schemas.openxmlformats.org/officeDocument/2006/relationships/tags" Target="../tags/tag62.xml"/><Relationship Id="rId70" Type="http://schemas.openxmlformats.org/officeDocument/2006/relationships/tags" Target="../tags/tag70.xml"/><Relationship Id="rId75" Type="http://schemas.openxmlformats.org/officeDocument/2006/relationships/tags" Target="../tags/tag75.xml"/><Relationship Id="rId83" Type="http://schemas.openxmlformats.org/officeDocument/2006/relationships/tags" Target="../tags/tag83.xml"/><Relationship Id="rId88" Type="http://schemas.openxmlformats.org/officeDocument/2006/relationships/tags" Target="../tags/tag88.xml"/><Relationship Id="rId91" Type="http://schemas.openxmlformats.org/officeDocument/2006/relationships/tags" Target="../tags/tag91.xml"/><Relationship Id="rId96" Type="http://schemas.openxmlformats.org/officeDocument/2006/relationships/tags" Target="../tags/tag96.xml"/><Relationship Id="rId1" Type="http://schemas.openxmlformats.org/officeDocument/2006/relationships/tags" Target="../tags/tag1.xml"/><Relationship Id="rId6" Type="http://schemas.openxmlformats.org/officeDocument/2006/relationships/tags" Target="../tags/tag6.xml"/><Relationship Id="rId15" Type="http://schemas.openxmlformats.org/officeDocument/2006/relationships/tags" Target="../tags/tag15.xml"/><Relationship Id="rId23" Type="http://schemas.openxmlformats.org/officeDocument/2006/relationships/tags" Target="../tags/tag23.xml"/><Relationship Id="rId28" Type="http://schemas.openxmlformats.org/officeDocument/2006/relationships/tags" Target="../tags/tag28.xml"/><Relationship Id="rId36" Type="http://schemas.openxmlformats.org/officeDocument/2006/relationships/tags" Target="../tags/tag36.xml"/><Relationship Id="rId49" Type="http://schemas.openxmlformats.org/officeDocument/2006/relationships/tags" Target="../tags/tag49.xml"/><Relationship Id="rId57" Type="http://schemas.openxmlformats.org/officeDocument/2006/relationships/tags" Target="../tags/tag57.xml"/><Relationship Id="rId10" Type="http://schemas.openxmlformats.org/officeDocument/2006/relationships/tags" Target="../tags/tag10.xml"/><Relationship Id="rId31" Type="http://schemas.openxmlformats.org/officeDocument/2006/relationships/tags" Target="../tags/tag31.xml"/><Relationship Id="rId44" Type="http://schemas.openxmlformats.org/officeDocument/2006/relationships/tags" Target="../tags/tag44.xml"/><Relationship Id="rId52" Type="http://schemas.openxmlformats.org/officeDocument/2006/relationships/tags" Target="../tags/tag52.xml"/><Relationship Id="rId60" Type="http://schemas.openxmlformats.org/officeDocument/2006/relationships/tags" Target="../tags/tag60.xml"/><Relationship Id="rId65" Type="http://schemas.openxmlformats.org/officeDocument/2006/relationships/tags" Target="../tags/tag65.xml"/><Relationship Id="rId73" Type="http://schemas.openxmlformats.org/officeDocument/2006/relationships/tags" Target="../tags/tag73.xml"/><Relationship Id="rId78" Type="http://schemas.openxmlformats.org/officeDocument/2006/relationships/tags" Target="../tags/tag78.xml"/><Relationship Id="rId81" Type="http://schemas.openxmlformats.org/officeDocument/2006/relationships/tags" Target="../tags/tag81.xml"/><Relationship Id="rId86" Type="http://schemas.openxmlformats.org/officeDocument/2006/relationships/tags" Target="../tags/tag86.xml"/><Relationship Id="rId94" Type="http://schemas.openxmlformats.org/officeDocument/2006/relationships/tags" Target="../tags/tag94.xml"/><Relationship Id="rId99" Type="http://schemas.openxmlformats.org/officeDocument/2006/relationships/image" Target="../media/image1.png"/><Relationship Id="rId101" Type="http://schemas.openxmlformats.org/officeDocument/2006/relationships/image" Target="../media/image3.png"/><Relationship Id="rId4" Type="http://schemas.openxmlformats.org/officeDocument/2006/relationships/tags" Target="../tags/tag4.xml"/><Relationship Id="rId9" Type="http://schemas.openxmlformats.org/officeDocument/2006/relationships/tags" Target="../tags/tag9.xml"/><Relationship Id="rId13" Type="http://schemas.openxmlformats.org/officeDocument/2006/relationships/tags" Target="../tags/tag13.xml"/><Relationship Id="rId18" Type="http://schemas.openxmlformats.org/officeDocument/2006/relationships/tags" Target="../tags/tag18.xml"/><Relationship Id="rId39" Type="http://schemas.openxmlformats.org/officeDocument/2006/relationships/tags" Target="../tags/tag39.xml"/><Relationship Id="rId34" Type="http://schemas.openxmlformats.org/officeDocument/2006/relationships/tags" Target="../tags/tag34.xml"/><Relationship Id="rId50" Type="http://schemas.openxmlformats.org/officeDocument/2006/relationships/tags" Target="../tags/tag50.xml"/><Relationship Id="rId55" Type="http://schemas.openxmlformats.org/officeDocument/2006/relationships/tags" Target="../tags/tag55.xml"/><Relationship Id="rId76" Type="http://schemas.openxmlformats.org/officeDocument/2006/relationships/tags" Target="../tags/tag76.xml"/><Relationship Id="rId97" Type="http://schemas.openxmlformats.org/officeDocument/2006/relationships/tags" Target="../tags/tag97.xml"/><Relationship Id="rId7" Type="http://schemas.openxmlformats.org/officeDocument/2006/relationships/tags" Target="../tags/tag7.xml"/><Relationship Id="rId71" Type="http://schemas.openxmlformats.org/officeDocument/2006/relationships/tags" Target="../tags/tag71.xml"/><Relationship Id="rId92" Type="http://schemas.openxmlformats.org/officeDocument/2006/relationships/tags" Target="../tags/tag92.xml"/><Relationship Id="rId2" Type="http://schemas.openxmlformats.org/officeDocument/2006/relationships/tags" Target="../tags/tag2.xml"/><Relationship Id="rId29" Type="http://schemas.openxmlformats.org/officeDocument/2006/relationships/tags" Target="../tags/tag29.xml"/><Relationship Id="rId24" Type="http://schemas.openxmlformats.org/officeDocument/2006/relationships/tags" Target="../tags/tag24.xml"/><Relationship Id="rId40" Type="http://schemas.openxmlformats.org/officeDocument/2006/relationships/tags" Target="../tags/tag40.xml"/><Relationship Id="rId45" Type="http://schemas.openxmlformats.org/officeDocument/2006/relationships/tags" Target="../tags/tag45.xml"/><Relationship Id="rId66" Type="http://schemas.openxmlformats.org/officeDocument/2006/relationships/tags" Target="../tags/tag66.xml"/><Relationship Id="rId87" Type="http://schemas.openxmlformats.org/officeDocument/2006/relationships/tags" Target="../tags/tag87.xml"/><Relationship Id="rId61" Type="http://schemas.openxmlformats.org/officeDocument/2006/relationships/tags" Target="../tags/tag61.xml"/><Relationship Id="rId82" Type="http://schemas.openxmlformats.org/officeDocument/2006/relationships/tags" Target="../tags/tag82.xml"/><Relationship Id="rId19" Type="http://schemas.openxmlformats.org/officeDocument/2006/relationships/tags" Target="../tags/tag19.xml"/><Relationship Id="rId14" Type="http://schemas.openxmlformats.org/officeDocument/2006/relationships/tags" Target="../tags/tag14.xml"/><Relationship Id="rId30" Type="http://schemas.openxmlformats.org/officeDocument/2006/relationships/tags" Target="../tags/tag30.xml"/><Relationship Id="rId35" Type="http://schemas.openxmlformats.org/officeDocument/2006/relationships/tags" Target="../tags/tag35.xml"/><Relationship Id="rId56" Type="http://schemas.openxmlformats.org/officeDocument/2006/relationships/tags" Target="../tags/tag56.xml"/><Relationship Id="rId77" Type="http://schemas.openxmlformats.org/officeDocument/2006/relationships/tags" Target="../tags/tag77.xml"/><Relationship Id="rId100" Type="http://schemas.openxmlformats.org/officeDocument/2006/relationships/image" Target="../media/image2.png"/><Relationship Id="rId8" Type="http://schemas.openxmlformats.org/officeDocument/2006/relationships/tags" Target="../tags/tag8.xml"/><Relationship Id="rId51" Type="http://schemas.openxmlformats.org/officeDocument/2006/relationships/tags" Target="../tags/tag51.xml"/><Relationship Id="rId72" Type="http://schemas.openxmlformats.org/officeDocument/2006/relationships/tags" Target="../tags/tag72.xml"/><Relationship Id="rId93" Type="http://schemas.openxmlformats.org/officeDocument/2006/relationships/tags" Target="../tags/tag93.xml"/><Relationship Id="rId98" Type="http://schemas.openxmlformats.org/officeDocument/2006/relationships/slideLayout" Target="../slideLayouts/slideLayout7.xml"/><Relationship Id="rId3" Type="http://schemas.openxmlformats.org/officeDocument/2006/relationships/tags" Target="../tags/tag3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576000" y="360000"/>
            <a:ext cx="13968000" cy="2484000"/>
          </a:xfrm>
          <a:prstGeom prst="rect">
            <a:avLst/>
          </a:prstGeom>
          <a:solidFill>
            <a:srgbClr val="F0F2F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>
              <a:latin typeface="Times New Roman"/>
              <a:ea typeface="DFKai-SB"/>
              <a:cs typeface="Times New Roman"/>
            </a:endParaRPr>
          </a:p>
        </p:txBody>
      </p:sp>
      <p:sp>
        <p:nvSpPr>
          <p:cNvPr id="3" name="TextBox 2"/>
          <p:cNvSpPr txBox="1"/>
          <p:nvPr>
            <p:custDataLst>
              <p:tags r:id="rId1"/>
            </p:custDataLst>
          </p:nvPr>
        </p:nvSpPr>
        <p:spPr>
          <a:xfrm>
            <a:off x="553775" y="540000"/>
            <a:ext cx="13968000" cy="288000"/>
          </a:xfrm>
          <a:prstGeom prst="rect">
            <a:avLst/>
          </a:prstGeom>
          <a:noFill/>
        </p:spPr>
        <p:txBody>
          <a:bodyPr wrap="none" lIns="0" tIns="0" rIns="0" bIns="0" anchor="ctr">
            <a:spAutoFit/>
          </a:bodyPr>
          <a:lstStyle/>
          <a:p>
            <a:pPr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400" b="0">
                <a:solidFill>
                  <a:srgbClr val="105186"/>
                </a:solidFill>
                <a:latin typeface="Times New Roman"/>
                <a:ea typeface="DFKai-SB"/>
                <a:cs typeface="Times New Roman"/>
              </a:rPr>
              <a:t>資安技術組決賽作品</a:t>
            </a:r>
          </a:p>
        </p:txBody>
      </p:sp>
      <p:sp>
        <p:nvSpPr>
          <p:cNvPr id="4" name="PosterTitle_Centered_210mm"/>
          <p:cNvSpPr txBox="1"/>
          <p:nvPr>
            <p:custDataLst>
              <p:tags r:id="rId2"/>
            </p:custDataLst>
          </p:nvPr>
        </p:nvSpPr>
        <p:spPr>
          <a:xfrm>
            <a:off x="522025" y="864000"/>
            <a:ext cx="13968000" cy="1800000"/>
          </a:xfrm>
          <a:prstGeom prst="rect">
            <a:avLst/>
          </a:prstGeom>
          <a:noFill/>
        </p:spPr>
        <p:txBody>
          <a:bodyPr wrap="none" lIns="0" tIns="0" rIns="0" bIns="0" anchor="ctr">
            <a:spAutoFit/>
          </a:bodyPr>
          <a:lstStyle/>
          <a:p>
            <a:pPr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3400" b="0">
                <a:solidFill>
                  <a:srgbClr val="092B42"/>
                </a:solidFill>
                <a:latin typeface="Times New Roman"/>
                <a:ea typeface="DFKai-SB"/>
                <a:cs typeface="Times New Roman"/>
              </a:rPr>
              <a:t>融合新型內容相依時序方向模型</a:t>
            </a:r>
          </a:p>
          <a:p>
            <a:pPr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3400" b="0">
                <a:solidFill>
                  <a:srgbClr val="092B42"/>
                </a:solidFill>
                <a:latin typeface="Times New Roman"/>
                <a:ea typeface="DFKai-SB"/>
                <a:cs typeface="Times New Roman"/>
              </a:rPr>
              <a:t>入侵偵測與任務導向檢索增強稽核</a:t>
            </a:r>
          </a:p>
          <a:p>
            <a:pPr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3400" b="0">
                <a:solidFill>
                  <a:srgbClr val="092B42"/>
                </a:solidFill>
                <a:latin typeface="Times New Roman"/>
                <a:ea typeface="DFKai-SB"/>
                <a:cs typeface="Times New Roman"/>
              </a:rPr>
              <a:t>之 AI 資安框架</a:t>
            </a:r>
          </a:p>
        </p:txBody>
      </p:sp>
      <p:sp>
        <p:nvSpPr>
          <p:cNvPr id="5" name="Rectangle 4"/>
          <p:cNvSpPr/>
          <p:nvPr/>
        </p:nvSpPr>
        <p:spPr>
          <a:xfrm>
            <a:off x="6840000" y="2808000"/>
            <a:ext cx="1440000" cy="43200"/>
          </a:xfrm>
          <a:prstGeom prst="rect">
            <a:avLst/>
          </a:prstGeom>
          <a:solidFill>
            <a:srgbClr val="FDB33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>
              <a:latin typeface="Times New Roman"/>
              <a:ea typeface="DFKai-SB"/>
              <a:cs typeface="Times New Roman"/>
            </a:endParaRPr>
          </a:p>
        </p:txBody>
      </p:sp>
      <p:cxnSp>
        <p:nvCxnSpPr>
          <p:cNvPr id="6" name="Connector 5"/>
          <p:cNvCxnSpPr/>
          <p:nvPr/>
        </p:nvCxnSpPr>
        <p:spPr>
          <a:xfrm>
            <a:off x="576000" y="3060000"/>
            <a:ext cx="13968000" cy="0"/>
          </a:xfrm>
          <a:prstGeom prst="line">
            <a:avLst/>
          </a:prstGeom>
          <a:ln w="12700">
            <a:solidFill>
              <a:srgbClr val="D6DDE0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" name="TextBox 6"/>
          <p:cNvSpPr txBox="1"/>
          <p:nvPr>
            <p:custDataLst>
              <p:tags r:id="rId3"/>
            </p:custDataLst>
          </p:nvPr>
        </p:nvSpPr>
        <p:spPr>
          <a:xfrm>
            <a:off x="576000" y="3312000"/>
            <a:ext cx="13968000" cy="468000"/>
          </a:xfrm>
          <a:prstGeom prst="rect">
            <a:avLst/>
          </a:prstGeom>
          <a:noFill/>
        </p:spPr>
        <p:txBody>
          <a:bodyPr wrap="none" lIns="0" tIns="0" rIns="0" bIns="0" anchor="ctr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2600" b="0">
                <a:solidFill>
                  <a:srgbClr val="092B42"/>
                </a:solidFill>
                <a:latin typeface="Times New Roman"/>
                <a:ea typeface="DFKai-SB"/>
                <a:cs typeface="Times New Roman"/>
              </a:rPr>
              <a:t>從流量告警，走到有證據、可回復的處置</a:t>
            </a:r>
          </a:p>
        </p:txBody>
      </p:sp>
      <p:sp>
        <p:nvSpPr>
          <p:cNvPr id="8" name="TextBox 7"/>
          <p:cNvSpPr txBox="1"/>
          <p:nvPr>
            <p:custDataLst>
              <p:tags r:id="rId4"/>
            </p:custDataLst>
          </p:nvPr>
        </p:nvSpPr>
        <p:spPr>
          <a:xfrm>
            <a:off x="576000" y="3780000"/>
            <a:ext cx="13968000" cy="324000"/>
          </a:xfrm>
          <a:prstGeom prst="rect">
            <a:avLst/>
          </a:prstGeom>
          <a:noFill/>
        </p:spPr>
        <p:txBody>
          <a:bodyPr wrap="none" lIns="0" tIns="0" rIns="0" bIns="0" anchor="ctr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900" b="0">
                <a:solidFill>
                  <a:srgbClr val="53666E"/>
                </a:solidFill>
                <a:latin typeface="Times New Roman"/>
                <a:ea typeface="DFKai-SB"/>
                <a:cs typeface="Times New Roman"/>
              </a:rPr>
              <a:t>同一事件串起模型判定、相似案例、AI稽核與處置回條。</a:t>
            </a:r>
          </a:p>
        </p:txBody>
      </p:sp>
      <p:sp>
        <p:nvSpPr>
          <p:cNvPr id="9" name="TextBox 8"/>
          <p:cNvSpPr txBox="1"/>
          <p:nvPr>
            <p:custDataLst>
              <p:tags r:id="rId5"/>
            </p:custDataLst>
          </p:nvPr>
        </p:nvSpPr>
        <p:spPr>
          <a:xfrm>
            <a:off x="576000" y="4176000"/>
            <a:ext cx="13968000" cy="288000"/>
          </a:xfrm>
          <a:prstGeom prst="rect">
            <a:avLst/>
          </a:prstGeom>
          <a:noFill/>
        </p:spPr>
        <p:txBody>
          <a:bodyPr wrap="none" lIns="0" tIns="0" rIns="0" bIns="0" anchor="ctr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600" b="0">
                <a:solidFill>
                  <a:srgbClr val="171C1D"/>
                </a:solidFill>
                <a:latin typeface="Times New Roman"/>
                <a:ea typeface="DFKai-SB"/>
                <a:cs typeface="Times New Roman"/>
              </a:rPr>
              <a:t>面向校園與中小型組織的告警判讀，以案例證據協助核對事件，再依策略執行與回復。</a:t>
            </a:r>
          </a:p>
        </p:txBody>
      </p:sp>
      <p:sp>
        <p:nvSpPr>
          <p:cNvPr id="10" name="TextBox 9"/>
          <p:cNvSpPr txBox="1"/>
          <p:nvPr>
            <p:custDataLst>
              <p:tags r:id="rId6"/>
            </p:custDataLst>
          </p:nvPr>
        </p:nvSpPr>
        <p:spPr>
          <a:xfrm>
            <a:off x="576000" y="4608000"/>
            <a:ext cx="432000" cy="360000"/>
          </a:xfrm>
          <a:prstGeom prst="rect">
            <a:avLst/>
          </a:prstGeom>
          <a:noFill/>
        </p:spPr>
        <p:txBody>
          <a:bodyPr wrap="none" lIns="0" tIns="0" rIns="0" bIns="0" anchor="ctr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2000" b="1">
                <a:solidFill>
                  <a:srgbClr val="105186"/>
                </a:solidFill>
                <a:latin typeface="Times New Roman"/>
                <a:ea typeface="DFKai-SB"/>
                <a:cs typeface="Times New Roman"/>
              </a:rPr>
              <a:t>01</a:t>
            </a:r>
          </a:p>
        </p:txBody>
      </p:sp>
      <p:sp>
        <p:nvSpPr>
          <p:cNvPr id="11" name="TextBox 10"/>
          <p:cNvSpPr txBox="1"/>
          <p:nvPr>
            <p:custDataLst>
              <p:tags r:id="rId7"/>
            </p:custDataLst>
          </p:nvPr>
        </p:nvSpPr>
        <p:spPr>
          <a:xfrm>
            <a:off x="1116000" y="4608000"/>
            <a:ext cx="13320000" cy="360000"/>
          </a:xfrm>
          <a:prstGeom prst="rect">
            <a:avLst/>
          </a:prstGeom>
          <a:noFill/>
        </p:spPr>
        <p:txBody>
          <a:bodyPr wrap="none" lIns="0" tIns="0" rIns="0" bIns="0" anchor="ctr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2400" b="0">
                <a:solidFill>
                  <a:srgbClr val="092B42"/>
                </a:solidFill>
                <a:latin typeface="Times New Roman"/>
                <a:ea typeface="DFKai-SB"/>
                <a:cs typeface="Times New Roman"/>
              </a:rPr>
              <a:t>四階段方法，串成同一條事件鏈</a:t>
            </a:r>
          </a:p>
        </p:txBody>
      </p:sp>
      <p:sp>
        <p:nvSpPr>
          <p:cNvPr id="12" name="Rectangle 11"/>
          <p:cNvSpPr/>
          <p:nvPr/>
        </p:nvSpPr>
        <p:spPr>
          <a:xfrm>
            <a:off x="576000" y="5220000"/>
            <a:ext cx="13968000" cy="1800000"/>
          </a:xfrm>
          <a:prstGeom prst="rect">
            <a:avLst/>
          </a:prstGeom>
          <a:solidFill>
            <a:srgbClr val="EAF0F4"/>
          </a:solidFill>
          <a:ln w="10160">
            <a:solidFill>
              <a:srgbClr val="D6DDE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>
              <a:latin typeface="Times New Roman"/>
              <a:ea typeface="DFKai-SB"/>
              <a:cs typeface="Times New Roman"/>
            </a:endParaRPr>
          </a:p>
        </p:txBody>
      </p:sp>
      <p:sp>
        <p:nvSpPr>
          <p:cNvPr id="13" name="Rectangle 12"/>
          <p:cNvSpPr/>
          <p:nvPr/>
        </p:nvSpPr>
        <p:spPr>
          <a:xfrm>
            <a:off x="576000" y="5220000"/>
            <a:ext cx="54000" cy="1800000"/>
          </a:xfrm>
          <a:prstGeom prst="rect">
            <a:avLst/>
          </a:prstGeom>
          <a:solidFill>
            <a:srgbClr val="10518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>
              <a:latin typeface="Times New Roman"/>
              <a:ea typeface="DFKai-SB"/>
              <a:cs typeface="Times New Roman"/>
            </a:endParaRPr>
          </a:p>
        </p:txBody>
      </p:sp>
      <p:sp>
        <p:nvSpPr>
          <p:cNvPr id="14" name="TextBox 13"/>
          <p:cNvSpPr txBox="1"/>
          <p:nvPr>
            <p:custDataLst>
              <p:tags r:id="rId8"/>
            </p:custDataLst>
          </p:nvPr>
        </p:nvSpPr>
        <p:spPr>
          <a:xfrm>
            <a:off x="828000" y="5364000"/>
            <a:ext cx="360000" cy="288000"/>
          </a:xfrm>
          <a:prstGeom prst="rect">
            <a:avLst/>
          </a:prstGeom>
          <a:noFill/>
        </p:spPr>
        <p:txBody>
          <a:bodyPr wrap="none" lIns="0" tIns="0" rIns="0" bIns="0" anchor="ctr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600" b="1">
                <a:solidFill>
                  <a:srgbClr val="105186"/>
                </a:solidFill>
                <a:latin typeface="Times New Roman"/>
                <a:ea typeface="DFKai-SB"/>
                <a:cs typeface="Times New Roman"/>
              </a:rPr>
              <a:t>01</a:t>
            </a:r>
          </a:p>
        </p:txBody>
      </p:sp>
      <p:sp>
        <p:nvSpPr>
          <p:cNvPr id="15" name="TextBox 14"/>
          <p:cNvSpPr txBox="1"/>
          <p:nvPr>
            <p:custDataLst>
              <p:tags r:id="rId9"/>
            </p:custDataLst>
          </p:nvPr>
        </p:nvSpPr>
        <p:spPr>
          <a:xfrm>
            <a:off x="1332000" y="5328000"/>
            <a:ext cx="2628000" cy="360000"/>
          </a:xfrm>
          <a:prstGeom prst="rect">
            <a:avLst/>
          </a:prstGeom>
          <a:noFill/>
        </p:spPr>
        <p:txBody>
          <a:bodyPr wrap="none" lIns="0" tIns="0" rIns="0" bIns="0" anchor="ctr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2300" b="0">
                <a:solidFill>
                  <a:srgbClr val="105186"/>
                </a:solidFill>
                <a:latin typeface="Times New Roman"/>
                <a:ea typeface="DFKai-SB"/>
                <a:cs typeface="Times New Roman"/>
              </a:rPr>
              <a:t>互補判定</a:t>
            </a:r>
          </a:p>
        </p:txBody>
      </p:sp>
      <p:sp>
        <p:nvSpPr>
          <p:cNvPr id="16" name="TextBox 15"/>
          <p:cNvSpPr txBox="1"/>
          <p:nvPr>
            <p:custDataLst>
              <p:tags r:id="rId10"/>
            </p:custDataLst>
          </p:nvPr>
        </p:nvSpPr>
        <p:spPr>
          <a:xfrm>
            <a:off x="1332000" y="5724000"/>
            <a:ext cx="2628000" cy="288000"/>
          </a:xfrm>
          <a:prstGeom prst="rect">
            <a:avLst/>
          </a:prstGeom>
          <a:noFill/>
        </p:spPr>
        <p:txBody>
          <a:bodyPr wrap="none" lIns="0" tIns="0" rIns="0" bIns="0" anchor="ctr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500" b="0">
                <a:solidFill>
                  <a:srgbClr val="53666E"/>
                </a:solidFill>
                <a:latin typeface="Times New Roman"/>
                <a:ea typeface="DFKai-SB"/>
                <a:cs typeface="Times New Roman"/>
              </a:rPr>
              <a:t>內容＋時序</a:t>
            </a:r>
          </a:p>
        </p:txBody>
      </p:sp>
      <p:pic>
        <p:nvPicPr>
          <p:cNvPr id="17" name="Picture 16" descr="flat-icon-2.png"/>
          <p:cNvPicPr>
            <a:picLocks noChangeAspect="1"/>
          </p:cNvPicPr>
          <p:nvPr/>
        </p:nvPicPr>
        <p:blipFill>
          <a:blip r:embed="rId99"/>
          <a:stretch>
            <a:fillRect/>
          </a:stretch>
        </p:blipFill>
        <p:spPr>
          <a:xfrm>
            <a:off x="900000" y="6120000"/>
            <a:ext cx="756000" cy="756000"/>
          </a:xfrm>
          <a:prstGeom prst="rect">
            <a:avLst/>
          </a:prstGeom>
        </p:spPr>
      </p:pic>
      <p:sp>
        <p:nvSpPr>
          <p:cNvPr id="18" name="TextBox 17"/>
          <p:cNvSpPr txBox="1"/>
          <p:nvPr>
            <p:custDataLst>
              <p:tags r:id="rId11"/>
            </p:custDataLst>
          </p:nvPr>
        </p:nvSpPr>
        <p:spPr>
          <a:xfrm>
            <a:off x="1872000" y="6120000"/>
            <a:ext cx="2196000" cy="756000"/>
          </a:xfrm>
          <a:prstGeom prst="rect">
            <a:avLst/>
          </a:prstGeom>
          <a:noFill/>
        </p:spPr>
        <p:txBody>
          <a:bodyPr wrap="none" lIns="0" tIns="0" rIns="0" bIns="0" anchor="ctr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600" b="0">
                <a:solidFill>
                  <a:srgbClr val="171C1D"/>
                </a:solidFill>
                <a:latin typeface="Times New Roman"/>
                <a:ea typeface="DFKai-SB"/>
                <a:cs typeface="Times New Roman"/>
              </a:rPr>
              <a:t>產生正式類別、</a:t>
            </a:r>
          </a:p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600" b="0">
                <a:solidFill>
                  <a:srgbClr val="171C1D"/>
                </a:solidFill>
                <a:latin typeface="Times New Roman"/>
                <a:ea typeface="DFKai-SB"/>
                <a:cs typeface="Times New Roman"/>
              </a:rPr>
              <a:t>信心與流量表徵</a:t>
            </a:r>
          </a:p>
        </p:txBody>
      </p:sp>
      <p:sp>
        <p:nvSpPr>
          <p:cNvPr id="19" name="Down Arrow 18"/>
          <p:cNvSpPr/>
          <p:nvPr/>
        </p:nvSpPr>
        <p:spPr>
          <a:xfrm>
            <a:off x="9252000" y="7038000"/>
            <a:ext cx="288000" cy="180000"/>
          </a:xfrm>
          <a:prstGeom prst="downArrow">
            <a:avLst/>
          </a:prstGeom>
          <a:solidFill>
            <a:srgbClr val="10518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>
              <a:latin typeface="Times New Roman"/>
              <a:ea typeface="DFKai-SB"/>
              <a:cs typeface="Times New Roman"/>
            </a:endParaRPr>
          </a:p>
        </p:txBody>
      </p:sp>
      <p:sp>
        <p:nvSpPr>
          <p:cNvPr id="20" name="Rectangle 19"/>
          <p:cNvSpPr/>
          <p:nvPr/>
        </p:nvSpPr>
        <p:spPr>
          <a:xfrm>
            <a:off x="576000" y="7236000"/>
            <a:ext cx="13968000" cy="1800000"/>
          </a:xfrm>
          <a:prstGeom prst="rect">
            <a:avLst/>
          </a:prstGeom>
          <a:solidFill>
            <a:srgbClr val="F0F2F3"/>
          </a:solidFill>
          <a:ln w="10160">
            <a:solidFill>
              <a:srgbClr val="D6DDE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>
              <a:latin typeface="Times New Roman"/>
              <a:ea typeface="DFKai-SB"/>
              <a:cs typeface="Times New Roman"/>
            </a:endParaRPr>
          </a:p>
        </p:txBody>
      </p:sp>
      <p:sp>
        <p:nvSpPr>
          <p:cNvPr id="21" name="Rectangle 20"/>
          <p:cNvSpPr/>
          <p:nvPr/>
        </p:nvSpPr>
        <p:spPr>
          <a:xfrm>
            <a:off x="576000" y="7236000"/>
            <a:ext cx="54000" cy="1800000"/>
          </a:xfrm>
          <a:prstGeom prst="rect">
            <a:avLst/>
          </a:prstGeom>
          <a:solidFill>
            <a:srgbClr val="10518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>
              <a:latin typeface="Times New Roman"/>
              <a:ea typeface="DFKai-SB"/>
              <a:cs typeface="Times New Roman"/>
            </a:endParaRPr>
          </a:p>
        </p:txBody>
      </p:sp>
      <p:sp>
        <p:nvSpPr>
          <p:cNvPr id="22" name="TextBox 21"/>
          <p:cNvSpPr txBox="1"/>
          <p:nvPr>
            <p:custDataLst>
              <p:tags r:id="rId12"/>
            </p:custDataLst>
          </p:nvPr>
        </p:nvSpPr>
        <p:spPr>
          <a:xfrm>
            <a:off x="828000" y="7380000"/>
            <a:ext cx="360000" cy="288000"/>
          </a:xfrm>
          <a:prstGeom prst="rect">
            <a:avLst/>
          </a:prstGeom>
          <a:noFill/>
        </p:spPr>
        <p:txBody>
          <a:bodyPr wrap="none" lIns="0" tIns="0" rIns="0" bIns="0" anchor="ctr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600" b="1">
                <a:solidFill>
                  <a:srgbClr val="105186"/>
                </a:solidFill>
                <a:latin typeface="Times New Roman"/>
                <a:ea typeface="DFKai-SB"/>
                <a:cs typeface="Times New Roman"/>
              </a:rPr>
              <a:t>02</a:t>
            </a:r>
          </a:p>
        </p:txBody>
      </p:sp>
      <p:sp>
        <p:nvSpPr>
          <p:cNvPr id="23" name="TextBox 22"/>
          <p:cNvSpPr txBox="1"/>
          <p:nvPr>
            <p:custDataLst>
              <p:tags r:id="rId13"/>
            </p:custDataLst>
          </p:nvPr>
        </p:nvSpPr>
        <p:spPr>
          <a:xfrm>
            <a:off x="1332000" y="7344000"/>
            <a:ext cx="2628000" cy="360000"/>
          </a:xfrm>
          <a:prstGeom prst="rect">
            <a:avLst/>
          </a:prstGeom>
          <a:noFill/>
        </p:spPr>
        <p:txBody>
          <a:bodyPr wrap="none" lIns="0" tIns="0" rIns="0" bIns="0" anchor="ctr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2300" b="0">
                <a:solidFill>
                  <a:srgbClr val="105186"/>
                </a:solidFill>
                <a:latin typeface="Times New Roman"/>
                <a:ea typeface="DFKai-SB"/>
                <a:cs typeface="Times New Roman"/>
              </a:rPr>
              <a:t>任務檢索</a:t>
            </a:r>
          </a:p>
        </p:txBody>
      </p:sp>
      <p:sp>
        <p:nvSpPr>
          <p:cNvPr id="24" name="TextBox 23"/>
          <p:cNvSpPr txBox="1"/>
          <p:nvPr>
            <p:custDataLst>
              <p:tags r:id="rId14"/>
            </p:custDataLst>
          </p:nvPr>
        </p:nvSpPr>
        <p:spPr>
          <a:xfrm>
            <a:off x="1332000" y="7740000"/>
            <a:ext cx="2628000" cy="288000"/>
          </a:xfrm>
          <a:prstGeom prst="rect">
            <a:avLst/>
          </a:prstGeom>
          <a:noFill/>
        </p:spPr>
        <p:txBody>
          <a:bodyPr wrap="none" lIns="0" tIns="0" rIns="0" bIns="0" anchor="ctr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500" b="0">
                <a:solidFill>
                  <a:srgbClr val="53666E"/>
                </a:solidFill>
                <a:latin typeface="Times New Roman"/>
                <a:ea typeface="DFKai-SB"/>
                <a:cs typeface="Times New Roman"/>
              </a:rPr>
              <a:t>表徵＋機率</a:t>
            </a:r>
          </a:p>
        </p:txBody>
      </p:sp>
      <p:pic>
        <p:nvPicPr>
          <p:cNvPr id="25" name="Picture 24" descr="flat-icon-3.png"/>
          <p:cNvPicPr>
            <a:picLocks noChangeAspect="1"/>
          </p:cNvPicPr>
          <p:nvPr/>
        </p:nvPicPr>
        <p:blipFill>
          <a:blip r:embed="rId100"/>
          <a:stretch>
            <a:fillRect/>
          </a:stretch>
        </p:blipFill>
        <p:spPr>
          <a:xfrm>
            <a:off x="900000" y="8136000"/>
            <a:ext cx="756000" cy="756000"/>
          </a:xfrm>
          <a:prstGeom prst="rect">
            <a:avLst/>
          </a:prstGeom>
        </p:spPr>
      </p:pic>
      <p:sp>
        <p:nvSpPr>
          <p:cNvPr id="26" name="TextBox 25"/>
          <p:cNvSpPr txBox="1"/>
          <p:nvPr>
            <p:custDataLst>
              <p:tags r:id="rId15"/>
            </p:custDataLst>
          </p:nvPr>
        </p:nvSpPr>
        <p:spPr>
          <a:xfrm>
            <a:off x="1872000" y="8136000"/>
            <a:ext cx="2196000" cy="756000"/>
          </a:xfrm>
          <a:prstGeom prst="rect">
            <a:avLst/>
          </a:prstGeom>
          <a:noFill/>
        </p:spPr>
        <p:txBody>
          <a:bodyPr wrap="none" lIns="0" tIns="0" rIns="0" bIns="0" anchor="ctr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600" b="0">
                <a:solidFill>
                  <a:srgbClr val="171C1D"/>
                </a:solidFill>
                <a:latin typeface="Times New Roman"/>
                <a:ea typeface="DFKai-SB"/>
                <a:cs typeface="Times New Roman"/>
              </a:rPr>
              <a:t>依事件任務找案例</a:t>
            </a:r>
          </a:p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600" b="0">
                <a:solidFill>
                  <a:srgbClr val="171C1D"/>
                </a:solidFill>
                <a:latin typeface="Times New Roman"/>
                <a:ea typeface="DFKai-SB"/>
                <a:cs typeface="Times New Roman"/>
              </a:rPr>
              <a:t>附上相似類別證據</a:t>
            </a:r>
          </a:p>
        </p:txBody>
      </p:sp>
      <p:sp>
        <p:nvSpPr>
          <p:cNvPr id="27" name="Down Arrow 26"/>
          <p:cNvSpPr/>
          <p:nvPr/>
        </p:nvSpPr>
        <p:spPr>
          <a:xfrm>
            <a:off x="9252000" y="9054000"/>
            <a:ext cx="288000" cy="180000"/>
          </a:xfrm>
          <a:prstGeom prst="downArrow">
            <a:avLst/>
          </a:prstGeom>
          <a:solidFill>
            <a:srgbClr val="10518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>
              <a:latin typeface="Times New Roman"/>
              <a:ea typeface="DFKai-SB"/>
              <a:cs typeface="Times New Roman"/>
            </a:endParaRPr>
          </a:p>
        </p:txBody>
      </p:sp>
      <p:sp>
        <p:nvSpPr>
          <p:cNvPr id="28" name="Rectangle 27"/>
          <p:cNvSpPr/>
          <p:nvPr/>
        </p:nvSpPr>
        <p:spPr>
          <a:xfrm>
            <a:off x="576000" y="9252000"/>
            <a:ext cx="13968000" cy="1800000"/>
          </a:xfrm>
          <a:prstGeom prst="rect">
            <a:avLst/>
          </a:prstGeom>
          <a:solidFill>
            <a:srgbClr val="F0F2F3"/>
          </a:solidFill>
          <a:ln w="10160">
            <a:solidFill>
              <a:srgbClr val="D6DDE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>
              <a:latin typeface="Times New Roman"/>
              <a:ea typeface="DFKai-SB"/>
              <a:cs typeface="Times New Roman"/>
            </a:endParaRPr>
          </a:p>
        </p:txBody>
      </p:sp>
      <p:sp>
        <p:nvSpPr>
          <p:cNvPr id="29" name="Rectangle 28"/>
          <p:cNvSpPr/>
          <p:nvPr/>
        </p:nvSpPr>
        <p:spPr>
          <a:xfrm>
            <a:off x="576000" y="9252000"/>
            <a:ext cx="54000" cy="1800000"/>
          </a:xfrm>
          <a:prstGeom prst="rect">
            <a:avLst/>
          </a:prstGeom>
          <a:solidFill>
            <a:srgbClr val="10518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>
              <a:latin typeface="Times New Roman"/>
              <a:ea typeface="DFKai-SB"/>
              <a:cs typeface="Times New Roman"/>
            </a:endParaRPr>
          </a:p>
        </p:txBody>
      </p:sp>
      <p:sp>
        <p:nvSpPr>
          <p:cNvPr id="30" name="TextBox 29"/>
          <p:cNvSpPr txBox="1"/>
          <p:nvPr>
            <p:custDataLst>
              <p:tags r:id="rId16"/>
            </p:custDataLst>
          </p:nvPr>
        </p:nvSpPr>
        <p:spPr>
          <a:xfrm>
            <a:off x="828000" y="9396000"/>
            <a:ext cx="360000" cy="288000"/>
          </a:xfrm>
          <a:prstGeom prst="rect">
            <a:avLst/>
          </a:prstGeom>
          <a:noFill/>
        </p:spPr>
        <p:txBody>
          <a:bodyPr wrap="none" lIns="0" tIns="0" rIns="0" bIns="0" anchor="ctr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600" b="1">
                <a:solidFill>
                  <a:srgbClr val="105186"/>
                </a:solidFill>
                <a:latin typeface="Times New Roman"/>
                <a:ea typeface="DFKai-SB"/>
                <a:cs typeface="Times New Roman"/>
              </a:rPr>
              <a:t>03</a:t>
            </a:r>
          </a:p>
        </p:txBody>
      </p:sp>
      <p:sp>
        <p:nvSpPr>
          <p:cNvPr id="31" name="TextBox 30"/>
          <p:cNvSpPr txBox="1"/>
          <p:nvPr>
            <p:custDataLst>
              <p:tags r:id="rId17"/>
            </p:custDataLst>
          </p:nvPr>
        </p:nvSpPr>
        <p:spPr>
          <a:xfrm>
            <a:off x="1332000" y="9360000"/>
            <a:ext cx="2628000" cy="360000"/>
          </a:xfrm>
          <a:prstGeom prst="rect">
            <a:avLst/>
          </a:prstGeom>
          <a:noFill/>
        </p:spPr>
        <p:txBody>
          <a:bodyPr wrap="none" lIns="0" tIns="0" rIns="0" bIns="0" anchor="ctr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2300" b="0">
                <a:solidFill>
                  <a:srgbClr val="105186"/>
                </a:solidFill>
                <a:latin typeface="Times New Roman"/>
                <a:ea typeface="DFKai-SB"/>
                <a:cs typeface="Times New Roman"/>
              </a:rPr>
              <a:t>證據稽核</a:t>
            </a:r>
          </a:p>
        </p:txBody>
      </p:sp>
      <p:sp>
        <p:nvSpPr>
          <p:cNvPr id="32" name="TextBox 31"/>
          <p:cNvSpPr txBox="1"/>
          <p:nvPr>
            <p:custDataLst>
              <p:tags r:id="rId18"/>
            </p:custDataLst>
          </p:nvPr>
        </p:nvSpPr>
        <p:spPr>
          <a:xfrm>
            <a:off x="1332000" y="9756000"/>
            <a:ext cx="2628000" cy="288000"/>
          </a:xfrm>
          <a:prstGeom prst="rect">
            <a:avLst/>
          </a:prstGeom>
          <a:noFill/>
        </p:spPr>
        <p:txBody>
          <a:bodyPr wrap="none" lIns="0" tIns="0" rIns="0" bIns="0" anchor="ctr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500" b="0">
                <a:solidFill>
                  <a:srgbClr val="53666E"/>
                </a:solidFill>
                <a:latin typeface="Times New Roman"/>
                <a:ea typeface="DFKai-SB"/>
                <a:cs typeface="Times New Roman"/>
              </a:rPr>
              <a:t>保留正式分類</a:t>
            </a:r>
          </a:p>
        </p:txBody>
      </p:sp>
      <p:sp>
        <p:nvSpPr>
          <p:cNvPr id="33" name="Rectangle 32"/>
          <p:cNvSpPr/>
          <p:nvPr/>
        </p:nvSpPr>
        <p:spPr>
          <a:xfrm>
            <a:off x="1044000" y="10152000"/>
            <a:ext cx="504000" cy="720000"/>
          </a:xfrm>
          <a:prstGeom prst="rect">
            <a:avLst/>
          </a:prstGeom>
          <a:solidFill>
            <a:srgbClr val="FFFFFF"/>
          </a:solidFill>
          <a:ln w="10160">
            <a:solidFill>
              <a:srgbClr val="10518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>
              <a:latin typeface="Times New Roman"/>
              <a:ea typeface="DFKai-SB"/>
              <a:cs typeface="Times New Roman"/>
            </a:endParaRPr>
          </a:p>
        </p:txBody>
      </p:sp>
      <p:cxnSp>
        <p:nvCxnSpPr>
          <p:cNvPr id="34" name="Connector 33"/>
          <p:cNvCxnSpPr/>
          <p:nvPr/>
        </p:nvCxnSpPr>
        <p:spPr>
          <a:xfrm>
            <a:off x="1152000" y="10296000"/>
            <a:ext cx="288000" cy="0"/>
          </a:xfrm>
          <a:prstGeom prst="line">
            <a:avLst/>
          </a:prstGeom>
          <a:ln w="12700">
            <a:solidFill>
              <a:srgbClr val="105186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5" name="Connector 34"/>
          <p:cNvCxnSpPr/>
          <p:nvPr/>
        </p:nvCxnSpPr>
        <p:spPr>
          <a:xfrm>
            <a:off x="1152000" y="10476000"/>
            <a:ext cx="288000" cy="0"/>
          </a:xfrm>
          <a:prstGeom prst="line">
            <a:avLst/>
          </a:prstGeom>
          <a:ln w="12700">
            <a:solidFill>
              <a:srgbClr val="105186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6" name="Connector 35"/>
          <p:cNvCxnSpPr/>
          <p:nvPr/>
        </p:nvCxnSpPr>
        <p:spPr>
          <a:xfrm>
            <a:off x="1152000" y="10656000"/>
            <a:ext cx="288000" cy="0"/>
          </a:xfrm>
          <a:prstGeom prst="line">
            <a:avLst/>
          </a:prstGeom>
          <a:ln w="12700">
            <a:solidFill>
              <a:srgbClr val="105186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7" name="TextBox 36"/>
          <p:cNvSpPr txBox="1"/>
          <p:nvPr>
            <p:custDataLst>
              <p:tags r:id="rId19"/>
            </p:custDataLst>
          </p:nvPr>
        </p:nvSpPr>
        <p:spPr>
          <a:xfrm>
            <a:off x="1872000" y="10152000"/>
            <a:ext cx="2196000" cy="756000"/>
          </a:xfrm>
          <a:prstGeom prst="rect">
            <a:avLst/>
          </a:prstGeom>
          <a:noFill/>
        </p:spPr>
        <p:txBody>
          <a:bodyPr wrap="none" lIns="0" tIns="0" rIns="0" bIns="0" anchor="ctr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600" b="0">
                <a:solidFill>
                  <a:srgbClr val="171C1D"/>
                </a:solidFill>
                <a:latin typeface="Times New Roman"/>
                <a:ea typeface="DFKai-SB"/>
                <a:cs typeface="Times New Roman"/>
              </a:rPr>
              <a:t>核對判定與案例</a:t>
            </a:r>
          </a:p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600" b="0">
                <a:solidFill>
                  <a:srgbClr val="171C1D"/>
                </a:solidFill>
                <a:latin typeface="Times New Roman"/>
                <a:ea typeface="DFKai-SB"/>
                <a:cs typeface="Times New Roman"/>
              </a:rPr>
              <a:t>附加三態稽核結論</a:t>
            </a:r>
          </a:p>
        </p:txBody>
      </p:sp>
      <p:sp>
        <p:nvSpPr>
          <p:cNvPr id="38" name="Down Arrow 37"/>
          <p:cNvSpPr/>
          <p:nvPr/>
        </p:nvSpPr>
        <p:spPr>
          <a:xfrm>
            <a:off x="9252000" y="11070000"/>
            <a:ext cx="288000" cy="180000"/>
          </a:xfrm>
          <a:prstGeom prst="downArrow">
            <a:avLst/>
          </a:prstGeom>
          <a:solidFill>
            <a:srgbClr val="10518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>
              <a:latin typeface="Times New Roman"/>
              <a:ea typeface="DFKai-SB"/>
              <a:cs typeface="Times New Roman"/>
            </a:endParaRPr>
          </a:p>
        </p:txBody>
      </p:sp>
      <p:sp>
        <p:nvSpPr>
          <p:cNvPr id="39" name="Rectangle 38"/>
          <p:cNvSpPr/>
          <p:nvPr/>
        </p:nvSpPr>
        <p:spPr>
          <a:xfrm>
            <a:off x="576000" y="11268000"/>
            <a:ext cx="13968000" cy="1800000"/>
          </a:xfrm>
          <a:prstGeom prst="rect">
            <a:avLst/>
          </a:prstGeom>
          <a:solidFill>
            <a:srgbClr val="EAF0F4"/>
          </a:solidFill>
          <a:ln w="10160">
            <a:solidFill>
              <a:srgbClr val="D6DDE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>
              <a:latin typeface="Times New Roman"/>
              <a:ea typeface="DFKai-SB"/>
              <a:cs typeface="Times New Roman"/>
            </a:endParaRPr>
          </a:p>
        </p:txBody>
      </p:sp>
      <p:sp>
        <p:nvSpPr>
          <p:cNvPr id="40" name="Rectangle 39"/>
          <p:cNvSpPr/>
          <p:nvPr/>
        </p:nvSpPr>
        <p:spPr>
          <a:xfrm>
            <a:off x="576000" y="11268000"/>
            <a:ext cx="54000" cy="1800000"/>
          </a:xfrm>
          <a:prstGeom prst="rect">
            <a:avLst/>
          </a:prstGeom>
          <a:solidFill>
            <a:srgbClr val="10518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>
              <a:latin typeface="Times New Roman"/>
              <a:ea typeface="DFKai-SB"/>
              <a:cs typeface="Times New Roman"/>
            </a:endParaRPr>
          </a:p>
        </p:txBody>
      </p:sp>
      <p:sp>
        <p:nvSpPr>
          <p:cNvPr id="41" name="TextBox 40"/>
          <p:cNvSpPr txBox="1"/>
          <p:nvPr>
            <p:custDataLst>
              <p:tags r:id="rId20"/>
            </p:custDataLst>
          </p:nvPr>
        </p:nvSpPr>
        <p:spPr>
          <a:xfrm>
            <a:off x="828000" y="11412000"/>
            <a:ext cx="360000" cy="288000"/>
          </a:xfrm>
          <a:prstGeom prst="rect">
            <a:avLst/>
          </a:prstGeom>
          <a:noFill/>
        </p:spPr>
        <p:txBody>
          <a:bodyPr wrap="none" lIns="0" tIns="0" rIns="0" bIns="0" anchor="ctr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600" b="1">
                <a:solidFill>
                  <a:srgbClr val="105186"/>
                </a:solidFill>
                <a:latin typeface="Times New Roman"/>
                <a:ea typeface="DFKai-SB"/>
                <a:cs typeface="Times New Roman"/>
              </a:rPr>
              <a:t>04</a:t>
            </a:r>
          </a:p>
        </p:txBody>
      </p:sp>
      <p:sp>
        <p:nvSpPr>
          <p:cNvPr id="42" name="TextBox 41"/>
          <p:cNvSpPr txBox="1"/>
          <p:nvPr>
            <p:custDataLst>
              <p:tags r:id="rId21"/>
            </p:custDataLst>
          </p:nvPr>
        </p:nvSpPr>
        <p:spPr>
          <a:xfrm>
            <a:off x="1332000" y="11376000"/>
            <a:ext cx="2628000" cy="360000"/>
          </a:xfrm>
          <a:prstGeom prst="rect">
            <a:avLst/>
          </a:prstGeom>
          <a:noFill/>
        </p:spPr>
        <p:txBody>
          <a:bodyPr wrap="none" lIns="0" tIns="0" rIns="0" bIns="0" anchor="ctr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2300" b="0">
                <a:solidFill>
                  <a:srgbClr val="105186"/>
                </a:solidFill>
                <a:latin typeface="Times New Roman"/>
                <a:ea typeface="DFKai-SB"/>
                <a:cs typeface="Times New Roman"/>
              </a:rPr>
              <a:t>受控回復</a:t>
            </a:r>
          </a:p>
        </p:txBody>
      </p:sp>
      <p:sp>
        <p:nvSpPr>
          <p:cNvPr id="43" name="TextBox 42"/>
          <p:cNvSpPr txBox="1"/>
          <p:nvPr>
            <p:custDataLst>
              <p:tags r:id="rId22"/>
            </p:custDataLst>
          </p:nvPr>
        </p:nvSpPr>
        <p:spPr>
          <a:xfrm>
            <a:off x="1332000" y="11772000"/>
            <a:ext cx="2628000" cy="288000"/>
          </a:xfrm>
          <a:prstGeom prst="rect">
            <a:avLst/>
          </a:prstGeom>
          <a:noFill/>
        </p:spPr>
        <p:txBody>
          <a:bodyPr wrap="none" lIns="0" tIns="0" rIns="0" bIns="0" anchor="ctr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500" b="0">
                <a:solidFill>
                  <a:srgbClr val="53666E"/>
                </a:solidFill>
                <a:latin typeface="Times New Roman"/>
                <a:ea typeface="DFKai-SB"/>
                <a:cs typeface="Times New Roman"/>
              </a:rPr>
              <a:t>策略＋期限</a:t>
            </a:r>
          </a:p>
        </p:txBody>
      </p:sp>
      <p:pic>
        <p:nvPicPr>
          <p:cNvPr id="44" name="Picture 43" descr="flat-icon-4.png"/>
          <p:cNvPicPr>
            <a:picLocks noChangeAspect="1"/>
          </p:cNvPicPr>
          <p:nvPr/>
        </p:nvPicPr>
        <p:blipFill>
          <a:blip r:embed="rId101"/>
          <a:stretch>
            <a:fillRect/>
          </a:stretch>
        </p:blipFill>
        <p:spPr>
          <a:xfrm>
            <a:off x="900000" y="12168000"/>
            <a:ext cx="756000" cy="756000"/>
          </a:xfrm>
          <a:prstGeom prst="rect">
            <a:avLst/>
          </a:prstGeom>
        </p:spPr>
      </p:pic>
      <p:sp>
        <p:nvSpPr>
          <p:cNvPr id="45" name="TextBox 44"/>
          <p:cNvSpPr txBox="1"/>
          <p:nvPr>
            <p:custDataLst>
              <p:tags r:id="rId23"/>
            </p:custDataLst>
          </p:nvPr>
        </p:nvSpPr>
        <p:spPr>
          <a:xfrm>
            <a:off x="1872000" y="12168000"/>
            <a:ext cx="2196000" cy="756000"/>
          </a:xfrm>
          <a:prstGeom prst="rect">
            <a:avLst/>
          </a:prstGeom>
          <a:noFill/>
        </p:spPr>
        <p:txBody>
          <a:bodyPr wrap="none" lIns="0" tIns="0" rIns="0" bIns="0" anchor="ctr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600" b="0">
                <a:solidFill>
                  <a:srgbClr val="171C1D"/>
                </a:solidFill>
                <a:latin typeface="Times New Roman"/>
                <a:ea typeface="DFKai-SB"/>
                <a:cs typeface="Times New Roman"/>
              </a:rPr>
              <a:t>策略允許才介入</a:t>
            </a:r>
          </a:p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600" b="0">
                <a:solidFill>
                  <a:srgbClr val="171C1D"/>
                </a:solidFill>
                <a:latin typeface="Times New Roman"/>
                <a:ea typeface="DFKai-SB"/>
                <a:cs typeface="Times New Roman"/>
              </a:rPr>
              <a:t>讀回並確認回復</a:t>
            </a:r>
          </a:p>
        </p:txBody>
      </p:sp>
      <p:sp>
        <p:nvSpPr>
          <p:cNvPr id="46" name="Rectangle 45"/>
          <p:cNvSpPr/>
          <p:nvPr/>
        </p:nvSpPr>
        <p:spPr>
          <a:xfrm>
            <a:off x="4320000" y="5400000"/>
            <a:ext cx="2808000" cy="612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>
              <a:latin typeface="Times New Roman"/>
              <a:ea typeface="DFKai-SB"/>
              <a:cs typeface="Times New Roman"/>
            </a:endParaRPr>
          </a:p>
        </p:txBody>
      </p:sp>
      <p:sp>
        <p:nvSpPr>
          <p:cNvPr id="47" name="TextBox 46"/>
          <p:cNvSpPr txBox="1"/>
          <p:nvPr>
            <p:custDataLst>
              <p:tags r:id="rId24"/>
            </p:custDataLst>
          </p:nvPr>
        </p:nvSpPr>
        <p:spPr>
          <a:xfrm>
            <a:off x="4288250" y="5436000"/>
            <a:ext cx="2808000" cy="342720"/>
          </a:xfrm>
          <a:prstGeom prst="rect">
            <a:avLst/>
          </a:prstGeom>
          <a:noFill/>
        </p:spPr>
        <p:txBody>
          <a:bodyPr wrap="none" lIns="0" tIns="0" rIns="0" bIns="0" anchor="ctr">
            <a:spAutoFit/>
          </a:bodyPr>
          <a:lstStyle/>
          <a:p>
            <a:pPr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2000" b="1">
                <a:solidFill>
                  <a:srgbClr val="105186"/>
                </a:solidFill>
                <a:latin typeface="Times New Roman"/>
                <a:ea typeface="DFKai-SB"/>
                <a:cs typeface="Times New Roman"/>
              </a:rPr>
              <a:t>CTBM</a:t>
            </a:r>
          </a:p>
        </p:txBody>
      </p:sp>
      <p:sp>
        <p:nvSpPr>
          <p:cNvPr id="48" name="TextBox 47"/>
          <p:cNvSpPr txBox="1"/>
          <p:nvPr>
            <p:custDataLst>
              <p:tags r:id="rId25"/>
            </p:custDataLst>
          </p:nvPr>
        </p:nvSpPr>
        <p:spPr>
          <a:xfrm>
            <a:off x="4297775" y="5730480"/>
            <a:ext cx="2808000" cy="263160"/>
          </a:xfrm>
          <a:prstGeom prst="rect">
            <a:avLst/>
          </a:prstGeom>
          <a:noFill/>
        </p:spPr>
        <p:txBody>
          <a:bodyPr wrap="none" lIns="0" tIns="0" rIns="0" bIns="0" anchor="ctr">
            <a:spAutoFit/>
          </a:bodyPr>
          <a:lstStyle/>
          <a:p>
            <a:pPr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400" b="0">
                <a:solidFill>
                  <a:srgbClr val="53666E"/>
                </a:solidFill>
                <a:latin typeface="Times New Roman"/>
                <a:ea typeface="DFKai-SB"/>
                <a:cs typeface="Times New Roman"/>
              </a:rPr>
              <a:t>內容·時間差·方向</a:t>
            </a:r>
          </a:p>
        </p:txBody>
      </p:sp>
      <p:sp>
        <p:nvSpPr>
          <p:cNvPr id="49" name="Rectangle 48"/>
          <p:cNvSpPr/>
          <p:nvPr/>
        </p:nvSpPr>
        <p:spPr>
          <a:xfrm>
            <a:off x="4320000" y="6228000"/>
            <a:ext cx="2808000" cy="612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>
              <a:latin typeface="Times New Roman"/>
              <a:ea typeface="DFKai-SB"/>
              <a:cs typeface="Times New Roman"/>
            </a:endParaRPr>
          </a:p>
        </p:txBody>
      </p:sp>
      <p:sp>
        <p:nvSpPr>
          <p:cNvPr id="50" name="TextBox 49"/>
          <p:cNvSpPr txBox="1"/>
          <p:nvPr>
            <p:custDataLst>
              <p:tags r:id="rId26"/>
            </p:custDataLst>
          </p:nvPr>
        </p:nvSpPr>
        <p:spPr>
          <a:xfrm>
            <a:off x="4288250" y="6264000"/>
            <a:ext cx="2808000" cy="342720"/>
          </a:xfrm>
          <a:prstGeom prst="rect">
            <a:avLst/>
          </a:prstGeom>
          <a:noFill/>
        </p:spPr>
        <p:txBody>
          <a:bodyPr wrap="none" lIns="0" tIns="0" rIns="0" bIns="0" anchor="ctr">
            <a:spAutoFit/>
          </a:bodyPr>
          <a:lstStyle/>
          <a:p>
            <a:pPr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2000" b="1">
                <a:solidFill>
                  <a:srgbClr val="105186"/>
                </a:solidFill>
                <a:latin typeface="Times New Roman"/>
                <a:ea typeface="DFKai-SB"/>
                <a:cs typeface="Times New Roman"/>
              </a:rPr>
              <a:t>PBCNN</a:t>
            </a:r>
          </a:p>
        </p:txBody>
      </p:sp>
      <p:sp>
        <p:nvSpPr>
          <p:cNvPr id="51" name="TextBox 50"/>
          <p:cNvSpPr txBox="1"/>
          <p:nvPr>
            <p:custDataLst>
              <p:tags r:id="rId27"/>
            </p:custDataLst>
          </p:nvPr>
        </p:nvSpPr>
        <p:spPr>
          <a:xfrm>
            <a:off x="4297775" y="6558480"/>
            <a:ext cx="2808000" cy="263160"/>
          </a:xfrm>
          <a:prstGeom prst="rect">
            <a:avLst/>
          </a:prstGeom>
          <a:noFill/>
        </p:spPr>
        <p:txBody>
          <a:bodyPr wrap="none" lIns="0" tIns="0" rIns="0" bIns="0" anchor="ctr">
            <a:spAutoFit/>
          </a:bodyPr>
          <a:lstStyle/>
          <a:p>
            <a:pPr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400" b="0">
                <a:solidFill>
                  <a:srgbClr val="53666E"/>
                </a:solidFill>
                <a:latin typeface="Times New Roman"/>
                <a:ea typeface="DFKai-SB"/>
                <a:cs typeface="Times New Roman"/>
              </a:rPr>
              <a:t>短窗位元組模式</a:t>
            </a:r>
          </a:p>
        </p:txBody>
      </p:sp>
      <p:cxnSp>
        <p:nvCxnSpPr>
          <p:cNvPr id="52" name="Connector 51"/>
          <p:cNvCxnSpPr/>
          <p:nvPr/>
        </p:nvCxnSpPr>
        <p:spPr>
          <a:xfrm>
            <a:off x="7128000" y="5706000"/>
            <a:ext cx="324000" cy="0"/>
          </a:xfrm>
          <a:prstGeom prst="line">
            <a:avLst/>
          </a:prstGeom>
          <a:ln w="12700">
            <a:solidFill>
              <a:srgbClr val="105186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3" name="Connector 52"/>
          <p:cNvCxnSpPr/>
          <p:nvPr/>
        </p:nvCxnSpPr>
        <p:spPr>
          <a:xfrm>
            <a:off x="7128000" y="6534000"/>
            <a:ext cx="324000" cy="0"/>
          </a:xfrm>
          <a:prstGeom prst="line">
            <a:avLst/>
          </a:prstGeom>
          <a:ln w="12700">
            <a:solidFill>
              <a:srgbClr val="105186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4" name="Connector 53"/>
          <p:cNvCxnSpPr/>
          <p:nvPr/>
        </p:nvCxnSpPr>
        <p:spPr>
          <a:xfrm>
            <a:off x="7452000" y="5706000"/>
            <a:ext cx="0" cy="828000"/>
          </a:xfrm>
          <a:prstGeom prst="line">
            <a:avLst/>
          </a:prstGeom>
          <a:ln w="12700">
            <a:solidFill>
              <a:srgbClr val="105186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5" name="Right Arrow 54"/>
          <p:cNvSpPr/>
          <p:nvPr/>
        </p:nvSpPr>
        <p:spPr>
          <a:xfrm>
            <a:off x="7488000" y="6012000"/>
            <a:ext cx="288000" cy="216000"/>
          </a:xfrm>
          <a:prstGeom prst="rightArrow">
            <a:avLst/>
          </a:prstGeom>
          <a:solidFill>
            <a:srgbClr val="10518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>
              <a:latin typeface="Times New Roman"/>
              <a:ea typeface="DFKai-SB"/>
              <a:cs typeface="Times New Roman"/>
            </a:endParaRPr>
          </a:p>
        </p:txBody>
      </p:sp>
      <p:sp>
        <p:nvSpPr>
          <p:cNvPr id="56" name="Rectangle 55"/>
          <p:cNvSpPr/>
          <p:nvPr/>
        </p:nvSpPr>
        <p:spPr>
          <a:xfrm>
            <a:off x="7848000" y="5688000"/>
            <a:ext cx="3060000" cy="900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>
              <a:latin typeface="Times New Roman"/>
              <a:ea typeface="DFKai-SB"/>
              <a:cs typeface="Times New Roman"/>
            </a:endParaRPr>
          </a:p>
        </p:txBody>
      </p:sp>
      <p:sp>
        <p:nvSpPr>
          <p:cNvPr id="57" name="TextBox 56"/>
          <p:cNvSpPr txBox="1"/>
          <p:nvPr>
            <p:custDataLst>
              <p:tags r:id="rId28"/>
            </p:custDataLst>
          </p:nvPr>
        </p:nvSpPr>
        <p:spPr>
          <a:xfrm>
            <a:off x="7816250" y="5724000"/>
            <a:ext cx="3060000" cy="504000"/>
          </a:xfrm>
          <a:prstGeom prst="rect">
            <a:avLst/>
          </a:prstGeom>
          <a:noFill/>
        </p:spPr>
        <p:txBody>
          <a:bodyPr wrap="none" lIns="0" tIns="0" rIns="0" bIns="0" anchor="ctr">
            <a:spAutoFit/>
          </a:bodyPr>
          <a:lstStyle/>
          <a:p>
            <a:pPr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2000" b="1">
                <a:solidFill>
                  <a:srgbClr val="105186"/>
                </a:solidFill>
                <a:latin typeface="Times New Roman"/>
                <a:ea typeface="DFKai-SB"/>
                <a:cs typeface="Times New Roman"/>
              </a:rPr>
              <a:t>校準＋融合</a:t>
            </a:r>
          </a:p>
        </p:txBody>
      </p:sp>
      <p:sp>
        <p:nvSpPr>
          <p:cNvPr id="58" name="TextBox 57"/>
          <p:cNvSpPr txBox="1"/>
          <p:nvPr>
            <p:custDataLst>
              <p:tags r:id="rId29"/>
            </p:custDataLst>
          </p:nvPr>
        </p:nvSpPr>
        <p:spPr>
          <a:xfrm>
            <a:off x="7825775" y="6174000"/>
            <a:ext cx="3060000" cy="387000"/>
          </a:xfrm>
          <a:prstGeom prst="rect">
            <a:avLst/>
          </a:prstGeom>
          <a:noFill/>
        </p:spPr>
        <p:txBody>
          <a:bodyPr wrap="none" lIns="0" tIns="0" rIns="0" bIns="0" anchor="ctr">
            <a:spAutoFit/>
          </a:bodyPr>
          <a:lstStyle/>
          <a:p>
            <a:pPr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400" b="0">
                <a:solidFill>
                  <a:srgbClr val="53666E"/>
                </a:solidFill>
                <a:latin typeface="Times New Roman"/>
                <a:ea typeface="DFKai-SB"/>
                <a:cs typeface="Times New Roman"/>
              </a:rPr>
              <a:t>OOF Gate</a:t>
            </a:r>
          </a:p>
        </p:txBody>
      </p:sp>
      <p:sp>
        <p:nvSpPr>
          <p:cNvPr id="59" name="Right Arrow 58"/>
          <p:cNvSpPr/>
          <p:nvPr/>
        </p:nvSpPr>
        <p:spPr>
          <a:xfrm>
            <a:off x="10980000" y="6012000"/>
            <a:ext cx="504000" cy="216000"/>
          </a:xfrm>
          <a:prstGeom prst="rightArrow">
            <a:avLst/>
          </a:prstGeom>
          <a:solidFill>
            <a:srgbClr val="10518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>
              <a:latin typeface="Times New Roman"/>
              <a:ea typeface="DFKai-SB"/>
              <a:cs typeface="Times New Roman"/>
            </a:endParaRPr>
          </a:p>
        </p:txBody>
      </p:sp>
      <p:sp>
        <p:nvSpPr>
          <p:cNvPr id="60" name="Rectangle 59"/>
          <p:cNvSpPr/>
          <p:nvPr/>
        </p:nvSpPr>
        <p:spPr>
          <a:xfrm>
            <a:off x="11592000" y="5688000"/>
            <a:ext cx="2736000" cy="900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>
              <a:latin typeface="Times New Roman"/>
              <a:ea typeface="DFKai-SB"/>
              <a:cs typeface="Times New Roman"/>
            </a:endParaRPr>
          </a:p>
        </p:txBody>
      </p:sp>
      <p:sp>
        <p:nvSpPr>
          <p:cNvPr id="61" name="TextBox 60"/>
          <p:cNvSpPr txBox="1"/>
          <p:nvPr>
            <p:custDataLst>
              <p:tags r:id="rId30"/>
            </p:custDataLst>
          </p:nvPr>
        </p:nvSpPr>
        <p:spPr>
          <a:xfrm>
            <a:off x="11560251" y="5724000"/>
            <a:ext cx="2736000" cy="504000"/>
          </a:xfrm>
          <a:prstGeom prst="rect">
            <a:avLst/>
          </a:prstGeom>
          <a:noFill/>
        </p:spPr>
        <p:txBody>
          <a:bodyPr wrap="none" lIns="0" tIns="0" rIns="0" bIns="0" anchor="ctr">
            <a:spAutoFit/>
          </a:bodyPr>
          <a:lstStyle/>
          <a:p>
            <a:pPr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2000" b="1">
                <a:solidFill>
                  <a:srgbClr val="105186"/>
                </a:solidFill>
                <a:latin typeface="Times New Roman"/>
                <a:ea typeface="DFKai-SB"/>
                <a:cs typeface="Times New Roman"/>
              </a:rPr>
              <a:t>17類判定</a:t>
            </a:r>
          </a:p>
        </p:txBody>
      </p:sp>
      <p:sp>
        <p:nvSpPr>
          <p:cNvPr id="62" name="TextBox 61"/>
          <p:cNvSpPr txBox="1"/>
          <p:nvPr>
            <p:custDataLst>
              <p:tags r:id="rId31"/>
            </p:custDataLst>
          </p:nvPr>
        </p:nvSpPr>
        <p:spPr>
          <a:xfrm>
            <a:off x="11569776" y="6174000"/>
            <a:ext cx="2736000" cy="387000"/>
          </a:xfrm>
          <a:prstGeom prst="rect">
            <a:avLst/>
          </a:prstGeom>
          <a:noFill/>
        </p:spPr>
        <p:txBody>
          <a:bodyPr wrap="none" lIns="0" tIns="0" rIns="0" bIns="0" anchor="ctr">
            <a:spAutoFit/>
          </a:bodyPr>
          <a:lstStyle/>
          <a:p>
            <a:pPr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400" b="0">
                <a:solidFill>
                  <a:srgbClr val="53666E"/>
                </a:solidFill>
                <a:latin typeface="Times New Roman"/>
                <a:ea typeface="DFKai-SB"/>
                <a:cs typeface="Times New Roman"/>
              </a:rPr>
              <a:t>信心與512維表徵</a:t>
            </a:r>
          </a:p>
        </p:txBody>
      </p:sp>
      <p:sp>
        <p:nvSpPr>
          <p:cNvPr id="63" name="Rectangle 62"/>
          <p:cNvSpPr/>
          <p:nvPr/>
        </p:nvSpPr>
        <p:spPr>
          <a:xfrm>
            <a:off x="4320000" y="7416000"/>
            <a:ext cx="2808000" cy="612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>
              <a:latin typeface="Times New Roman"/>
              <a:ea typeface="DFKai-SB"/>
              <a:cs typeface="Times New Roman"/>
            </a:endParaRPr>
          </a:p>
        </p:txBody>
      </p:sp>
      <p:sp>
        <p:nvSpPr>
          <p:cNvPr id="64" name="TextBox 63"/>
          <p:cNvSpPr txBox="1"/>
          <p:nvPr>
            <p:custDataLst>
              <p:tags r:id="rId32"/>
            </p:custDataLst>
          </p:nvPr>
        </p:nvSpPr>
        <p:spPr>
          <a:xfrm>
            <a:off x="4288250" y="7416000"/>
            <a:ext cx="2808000" cy="612000"/>
          </a:xfrm>
          <a:prstGeom prst="rect">
            <a:avLst/>
          </a:prstGeom>
          <a:noFill/>
        </p:spPr>
        <p:txBody>
          <a:bodyPr wrap="none" lIns="0" tIns="0" rIns="0" bIns="0" anchor="ctr">
            <a:spAutoFit/>
          </a:bodyPr>
          <a:lstStyle/>
          <a:p>
            <a:pPr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2000" b="1">
                <a:solidFill>
                  <a:srgbClr val="105186"/>
                </a:solidFill>
                <a:latin typeface="Times New Roman"/>
                <a:ea typeface="DFKai-SB"/>
                <a:cs typeface="Times New Roman"/>
              </a:rPr>
              <a:t>512維表徵</a:t>
            </a:r>
          </a:p>
        </p:txBody>
      </p:sp>
      <p:sp>
        <p:nvSpPr>
          <p:cNvPr id="65" name="Rectangle 64"/>
          <p:cNvSpPr/>
          <p:nvPr/>
        </p:nvSpPr>
        <p:spPr>
          <a:xfrm>
            <a:off x="4320000" y="8244000"/>
            <a:ext cx="2808000" cy="612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>
              <a:latin typeface="Times New Roman"/>
              <a:ea typeface="DFKai-SB"/>
              <a:cs typeface="Times New Roman"/>
            </a:endParaRPr>
          </a:p>
        </p:txBody>
      </p:sp>
      <p:sp>
        <p:nvSpPr>
          <p:cNvPr id="66" name="TextBox 65"/>
          <p:cNvSpPr txBox="1"/>
          <p:nvPr>
            <p:custDataLst>
              <p:tags r:id="rId33"/>
            </p:custDataLst>
          </p:nvPr>
        </p:nvSpPr>
        <p:spPr>
          <a:xfrm>
            <a:off x="4288250" y="8244000"/>
            <a:ext cx="2808000" cy="612000"/>
          </a:xfrm>
          <a:prstGeom prst="rect">
            <a:avLst/>
          </a:prstGeom>
          <a:noFill/>
        </p:spPr>
        <p:txBody>
          <a:bodyPr wrap="none" lIns="0" tIns="0" rIns="0" bIns="0" anchor="ctr">
            <a:spAutoFit/>
          </a:bodyPr>
          <a:lstStyle/>
          <a:p>
            <a:pPr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2000" b="1">
                <a:solidFill>
                  <a:srgbClr val="105186"/>
                </a:solidFill>
                <a:latin typeface="Times New Roman"/>
                <a:ea typeface="DFKai-SB"/>
                <a:cs typeface="Times New Roman"/>
              </a:rPr>
              <a:t>17維機率</a:t>
            </a:r>
          </a:p>
        </p:txBody>
      </p:sp>
      <p:cxnSp>
        <p:nvCxnSpPr>
          <p:cNvPr id="67" name="Connector 66"/>
          <p:cNvCxnSpPr/>
          <p:nvPr/>
        </p:nvCxnSpPr>
        <p:spPr>
          <a:xfrm>
            <a:off x="7128000" y="7722000"/>
            <a:ext cx="324000" cy="0"/>
          </a:xfrm>
          <a:prstGeom prst="line">
            <a:avLst/>
          </a:prstGeom>
          <a:ln w="12700">
            <a:solidFill>
              <a:srgbClr val="105186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8" name="Connector 67"/>
          <p:cNvCxnSpPr/>
          <p:nvPr/>
        </p:nvCxnSpPr>
        <p:spPr>
          <a:xfrm>
            <a:off x="7128000" y="8550000"/>
            <a:ext cx="324000" cy="0"/>
          </a:xfrm>
          <a:prstGeom prst="line">
            <a:avLst/>
          </a:prstGeom>
          <a:ln w="12700">
            <a:solidFill>
              <a:srgbClr val="105186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9" name="Connector 68"/>
          <p:cNvCxnSpPr/>
          <p:nvPr/>
        </p:nvCxnSpPr>
        <p:spPr>
          <a:xfrm>
            <a:off x="7452000" y="7722000"/>
            <a:ext cx="0" cy="828000"/>
          </a:xfrm>
          <a:prstGeom prst="line">
            <a:avLst/>
          </a:prstGeom>
          <a:ln w="12700">
            <a:solidFill>
              <a:srgbClr val="105186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0" name="Right Arrow 69"/>
          <p:cNvSpPr/>
          <p:nvPr/>
        </p:nvSpPr>
        <p:spPr>
          <a:xfrm>
            <a:off x="7488000" y="8028000"/>
            <a:ext cx="288000" cy="216000"/>
          </a:xfrm>
          <a:prstGeom prst="rightArrow">
            <a:avLst/>
          </a:prstGeom>
          <a:solidFill>
            <a:srgbClr val="10518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>
              <a:latin typeface="Times New Roman"/>
              <a:ea typeface="DFKai-SB"/>
              <a:cs typeface="Times New Roman"/>
            </a:endParaRPr>
          </a:p>
        </p:txBody>
      </p:sp>
      <p:sp>
        <p:nvSpPr>
          <p:cNvPr id="71" name="Rectangle 70"/>
          <p:cNvSpPr/>
          <p:nvPr/>
        </p:nvSpPr>
        <p:spPr>
          <a:xfrm>
            <a:off x="7848000" y="7704000"/>
            <a:ext cx="3060000" cy="900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>
              <a:latin typeface="Times New Roman"/>
              <a:ea typeface="DFKai-SB"/>
              <a:cs typeface="Times New Roman"/>
            </a:endParaRPr>
          </a:p>
        </p:txBody>
      </p:sp>
      <p:sp>
        <p:nvSpPr>
          <p:cNvPr id="72" name="TextBox 71"/>
          <p:cNvSpPr txBox="1"/>
          <p:nvPr>
            <p:custDataLst>
              <p:tags r:id="rId34"/>
            </p:custDataLst>
          </p:nvPr>
        </p:nvSpPr>
        <p:spPr>
          <a:xfrm>
            <a:off x="7816250" y="7740000"/>
            <a:ext cx="3060000" cy="504000"/>
          </a:xfrm>
          <a:prstGeom prst="rect">
            <a:avLst/>
          </a:prstGeom>
          <a:noFill/>
        </p:spPr>
        <p:txBody>
          <a:bodyPr wrap="none" lIns="0" tIns="0" rIns="0" bIns="0" anchor="ctr">
            <a:spAutoFit/>
          </a:bodyPr>
          <a:lstStyle/>
          <a:p>
            <a:pPr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2000" b="1">
                <a:solidFill>
                  <a:srgbClr val="105186"/>
                </a:solidFill>
                <a:latin typeface="Times New Roman"/>
                <a:ea typeface="DFKai-SB"/>
                <a:cs typeface="Times New Roman"/>
              </a:rPr>
              <a:t>529維向量</a:t>
            </a:r>
          </a:p>
        </p:txBody>
      </p:sp>
      <p:sp>
        <p:nvSpPr>
          <p:cNvPr id="73" name="TextBox 72"/>
          <p:cNvSpPr txBox="1"/>
          <p:nvPr>
            <p:custDataLst>
              <p:tags r:id="rId35"/>
            </p:custDataLst>
          </p:nvPr>
        </p:nvSpPr>
        <p:spPr>
          <a:xfrm>
            <a:off x="7825775" y="8190000"/>
            <a:ext cx="3060000" cy="387000"/>
          </a:xfrm>
          <a:prstGeom prst="rect">
            <a:avLst/>
          </a:prstGeom>
          <a:noFill/>
        </p:spPr>
        <p:txBody>
          <a:bodyPr wrap="none" lIns="0" tIns="0" rIns="0" bIns="0" anchor="ctr">
            <a:spAutoFit/>
          </a:bodyPr>
          <a:lstStyle/>
          <a:p>
            <a:pPr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400" b="0">
                <a:solidFill>
                  <a:srgbClr val="53666E"/>
                </a:solidFill>
                <a:latin typeface="Times New Roman"/>
                <a:ea typeface="DFKai-SB"/>
                <a:cs typeface="Times New Roman"/>
              </a:rPr>
              <a:t>L2正規化</a:t>
            </a:r>
          </a:p>
        </p:txBody>
      </p:sp>
      <p:sp>
        <p:nvSpPr>
          <p:cNvPr id="74" name="Right Arrow 73"/>
          <p:cNvSpPr/>
          <p:nvPr/>
        </p:nvSpPr>
        <p:spPr>
          <a:xfrm>
            <a:off x="10980000" y="8028000"/>
            <a:ext cx="504000" cy="216000"/>
          </a:xfrm>
          <a:prstGeom prst="rightArrow">
            <a:avLst/>
          </a:prstGeom>
          <a:solidFill>
            <a:srgbClr val="10518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>
              <a:latin typeface="Times New Roman"/>
              <a:ea typeface="DFKai-SB"/>
              <a:cs typeface="Times New Roman"/>
            </a:endParaRPr>
          </a:p>
        </p:txBody>
      </p:sp>
      <p:sp>
        <p:nvSpPr>
          <p:cNvPr id="75" name="Rectangle 74"/>
          <p:cNvSpPr/>
          <p:nvPr/>
        </p:nvSpPr>
        <p:spPr>
          <a:xfrm>
            <a:off x="11592000" y="7704000"/>
            <a:ext cx="2736000" cy="900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>
              <a:latin typeface="Times New Roman"/>
              <a:ea typeface="DFKai-SB"/>
              <a:cs typeface="Times New Roman"/>
            </a:endParaRPr>
          </a:p>
        </p:txBody>
      </p:sp>
      <p:sp>
        <p:nvSpPr>
          <p:cNvPr id="76" name="TextBox 75"/>
          <p:cNvSpPr txBox="1"/>
          <p:nvPr>
            <p:custDataLst>
              <p:tags r:id="rId36"/>
            </p:custDataLst>
          </p:nvPr>
        </p:nvSpPr>
        <p:spPr>
          <a:xfrm>
            <a:off x="11560250" y="7704000"/>
            <a:ext cx="2736000" cy="360000"/>
          </a:xfrm>
          <a:prstGeom prst="rect">
            <a:avLst/>
          </a:prstGeom>
          <a:noFill/>
        </p:spPr>
        <p:txBody>
          <a:bodyPr wrap="none" lIns="0" tIns="0" rIns="0" bIns="0" anchor="ctr">
            <a:spAutoFit/>
          </a:bodyPr>
          <a:lstStyle/>
          <a:p>
            <a:pPr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2000" b="1">
                <a:solidFill>
                  <a:srgbClr val="105186"/>
                </a:solidFill>
                <a:latin typeface="Times New Roman"/>
                <a:ea typeface="DFKai-SB"/>
                <a:cs typeface="Times New Roman"/>
              </a:rPr>
              <a:t>Top-5訓練案例</a:t>
            </a:r>
          </a:p>
        </p:txBody>
      </p:sp>
      <p:sp>
        <p:nvSpPr>
          <p:cNvPr id="77" name="Rectangle 76"/>
          <p:cNvSpPr/>
          <p:nvPr/>
        </p:nvSpPr>
        <p:spPr>
          <a:xfrm>
            <a:off x="11664000" y="8136000"/>
            <a:ext cx="432000" cy="360000"/>
          </a:xfrm>
          <a:prstGeom prst="rect">
            <a:avLst/>
          </a:prstGeom>
          <a:solidFill>
            <a:srgbClr val="EAF0F4"/>
          </a:solidFill>
          <a:ln w="10160">
            <a:solidFill>
              <a:srgbClr val="D6DDE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>
              <a:latin typeface="Times New Roman"/>
              <a:ea typeface="DFKai-SB"/>
              <a:cs typeface="Times New Roman"/>
            </a:endParaRPr>
          </a:p>
        </p:txBody>
      </p:sp>
      <p:sp>
        <p:nvSpPr>
          <p:cNvPr id="78" name="TextBox 77"/>
          <p:cNvSpPr txBox="1"/>
          <p:nvPr>
            <p:custDataLst>
              <p:tags r:id="rId37"/>
            </p:custDataLst>
          </p:nvPr>
        </p:nvSpPr>
        <p:spPr>
          <a:xfrm>
            <a:off x="11635425" y="8136000"/>
            <a:ext cx="432000" cy="360000"/>
          </a:xfrm>
          <a:prstGeom prst="rect">
            <a:avLst/>
          </a:prstGeom>
          <a:noFill/>
        </p:spPr>
        <p:txBody>
          <a:bodyPr wrap="none" lIns="0" tIns="0" rIns="0" bIns="0" anchor="ctr">
            <a:spAutoFit/>
          </a:bodyPr>
          <a:lstStyle/>
          <a:p>
            <a:pPr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800" b="0">
                <a:solidFill>
                  <a:srgbClr val="105186"/>
                </a:solidFill>
                <a:latin typeface="Times New Roman"/>
                <a:ea typeface="DFKai-SB"/>
                <a:cs typeface="Times New Roman"/>
              </a:rPr>
              <a:t>1</a:t>
            </a:r>
          </a:p>
        </p:txBody>
      </p:sp>
      <p:sp>
        <p:nvSpPr>
          <p:cNvPr id="79" name="Rectangle 78"/>
          <p:cNvSpPr/>
          <p:nvPr/>
        </p:nvSpPr>
        <p:spPr>
          <a:xfrm>
            <a:off x="12186000" y="8136000"/>
            <a:ext cx="432000" cy="360000"/>
          </a:xfrm>
          <a:prstGeom prst="rect">
            <a:avLst/>
          </a:prstGeom>
          <a:solidFill>
            <a:srgbClr val="EAF0F4"/>
          </a:solidFill>
          <a:ln w="10160">
            <a:solidFill>
              <a:srgbClr val="D6DDE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>
              <a:latin typeface="Times New Roman"/>
              <a:ea typeface="DFKai-SB"/>
              <a:cs typeface="Times New Roman"/>
            </a:endParaRPr>
          </a:p>
        </p:txBody>
      </p:sp>
      <p:sp>
        <p:nvSpPr>
          <p:cNvPr id="80" name="TextBox 79"/>
          <p:cNvSpPr txBox="1"/>
          <p:nvPr>
            <p:custDataLst>
              <p:tags r:id="rId38"/>
            </p:custDataLst>
          </p:nvPr>
        </p:nvSpPr>
        <p:spPr>
          <a:xfrm>
            <a:off x="12157425" y="8136000"/>
            <a:ext cx="432000" cy="360000"/>
          </a:xfrm>
          <a:prstGeom prst="rect">
            <a:avLst/>
          </a:prstGeom>
          <a:noFill/>
        </p:spPr>
        <p:txBody>
          <a:bodyPr wrap="none" lIns="0" tIns="0" rIns="0" bIns="0" anchor="ctr">
            <a:spAutoFit/>
          </a:bodyPr>
          <a:lstStyle/>
          <a:p>
            <a:pPr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800" b="0">
                <a:solidFill>
                  <a:srgbClr val="105186"/>
                </a:solidFill>
                <a:latin typeface="Times New Roman"/>
                <a:ea typeface="DFKai-SB"/>
                <a:cs typeface="Times New Roman"/>
              </a:rPr>
              <a:t>2</a:t>
            </a:r>
          </a:p>
        </p:txBody>
      </p:sp>
      <p:sp>
        <p:nvSpPr>
          <p:cNvPr id="81" name="Rectangle 80"/>
          <p:cNvSpPr/>
          <p:nvPr/>
        </p:nvSpPr>
        <p:spPr>
          <a:xfrm>
            <a:off x="12708000" y="8136000"/>
            <a:ext cx="432000" cy="360000"/>
          </a:xfrm>
          <a:prstGeom prst="rect">
            <a:avLst/>
          </a:prstGeom>
          <a:solidFill>
            <a:srgbClr val="EAF0F4"/>
          </a:solidFill>
          <a:ln w="10160">
            <a:solidFill>
              <a:srgbClr val="D6DDE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>
              <a:latin typeface="Times New Roman"/>
              <a:ea typeface="DFKai-SB"/>
              <a:cs typeface="Times New Roman"/>
            </a:endParaRPr>
          </a:p>
        </p:txBody>
      </p:sp>
      <p:sp>
        <p:nvSpPr>
          <p:cNvPr id="82" name="TextBox 81"/>
          <p:cNvSpPr txBox="1"/>
          <p:nvPr>
            <p:custDataLst>
              <p:tags r:id="rId39"/>
            </p:custDataLst>
          </p:nvPr>
        </p:nvSpPr>
        <p:spPr>
          <a:xfrm>
            <a:off x="12679425" y="8136000"/>
            <a:ext cx="432000" cy="360000"/>
          </a:xfrm>
          <a:prstGeom prst="rect">
            <a:avLst/>
          </a:prstGeom>
          <a:noFill/>
        </p:spPr>
        <p:txBody>
          <a:bodyPr wrap="none" lIns="0" tIns="0" rIns="0" bIns="0" anchor="ctr">
            <a:spAutoFit/>
          </a:bodyPr>
          <a:lstStyle/>
          <a:p>
            <a:pPr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800" b="0">
                <a:solidFill>
                  <a:srgbClr val="105186"/>
                </a:solidFill>
                <a:latin typeface="Times New Roman"/>
                <a:ea typeface="DFKai-SB"/>
                <a:cs typeface="Times New Roman"/>
              </a:rPr>
              <a:t>3</a:t>
            </a:r>
          </a:p>
        </p:txBody>
      </p:sp>
      <p:sp>
        <p:nvSpPr>
          <p:cNvPr id="83" name="Rectangle 82"/>
          <p:cNvSpPr/>
          <p:nvPr/>
        </p:nvSpPr>
        <p:spPr>
          <a:xfrm>
            <a:off x="13230000" y="8136000"/>
            <a:ext cx="432000" cy="360000"/>
          </a:xfrm>
          <a:prstGeom prst="rect">
            <a:avLst/>
          </a:prstGeom>
          <a:solidFill>
            <a:srgbClr val="EAF0F4"/>
          </a:solidFill>
          <a:ln w="10160">
            <a:solidFill>
              <a:srgbClr val="D6DDE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>
              <a:latin typeface="Times New Roman"/>
              <a:ea typeface="DFKai-SB"/>
              <a:cs typeface="Times New Roman"/>
            </a:endParaRPr>
          </a:p>
        </p:txBody>
      </p:sp>
      <p:sp>
        <p:nvSpPr>
          <p:cNvPr id="84" name="TextBox 83"/>
          <p:cNvSpPr txBox="1"/>
          <p:nvPr>
            <p:custDataLst>
              <p:tags r:id="rId40"/>
            </p:custDataLst>
          </p:nvPr>
        </p:nvSpPr>
        <p:spPr>
          <a:xfrm>
            <a:off x="13201427" y="8136000"/>
            <a:ext cx="432000" cy="360000"/>
          </a:xfrm>
          <a:prstGeom prst="rect">
            <a:avLst/>
          </a:prstGeom>
          <a:noFill/>
        </p:spPr>
        <p:txBody>
          <a:bodyPr wrap="none" lIns="0" tIns="0" rIns="0" bIns="0" anchor="ctr">
            <a:spAutoFit/>
          </a:bodyPr>
          <a:lstStyle/>
          <a:p>
            <a:pPr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800" b="0">
                <a:solidFill>
                  <a:srgbClr val="105186"/>
                </a:solidFill>
                <a:latin typeface="Times New Roman"/>
                <a:ea typeface="DFKai-SB"/>
                <a:cs typeface="Times New Roman"/>
              </a:rPr>
              <a:t>4</a:t>
            </a:r>
          </a:p>
        </p:txBody>
      </p:sp>
      <p:sp>
        <p:nvSpPr>
          <p:cNvPr id="85" name="Rectangle 84"/>
          <p:cNvSpPr/>
          <p:nvPr/>
        </p:nvSpPr>
        <p:spPr>
          <a:xfrm>
            <a:off x="13752000" y="8136000"/>
            <a:ext cx="432000" cy="360000"/>
          </a:xfrm>
          <a:prstGeom prst="rect">
            <a:avLst/>
          </a:prstGeom>
          <a:solidFill>
            <a:srgbClr val="EAF0F4"/>
          </a:solidFill>
          <a:ln w="10160">
            <a:solidFill>
              <a:srgbClr val="D6DDE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>
              <a:latin typeface="Times New Roman"/>
              <a:ea typeface="DFKai-SB"/>
              <a:cs typeface="Times New Roman"/>
            </a:endParaRPr>
          </a:p>
        </p:txBody>
      </p:sp>
      <p:sp>
        <p:nvSpPr>
          <p:cNvPr id="86" name="TextBox 85"/>
          <p:cNvSpPr txBox="1"/>
          <p:nvPr>
            <p:custDataLst>
              <p:tags r:id="rId41"/>
            </p:custDataLst>
          </p:nvPr>
        </p:nvSpPr>
        <p:spPr>
          <a:xfrm>
            <a:off x="13723423" y="8136000"/>
            <a:ext cx="432000" cy="360000"/>
          </a:xfrm>
          <a:prstGeom prst="rect">
            <a:avLst/>
          </a:prstGeom>
          <a:noFill/>
        </p:spPr>
        <p:txBody>
          <a:bodyPr wrap="none" lIns="0" tIns="0" rIns="0" bIns="0" anchor="ctr">
            <a:spAutoFit/>
          </a:bodyPr>
          <a:lstStyle/>
          <a:p>
            <a:pPr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800" b="0">
                <a:solidFill>
                  <a:srgbClr val="105186"/>
                </a:solidFill>
                <a:latin typeface="Times New Roman"/>
                <a:ea typeface="DFKai-SB"/>
                <a:cs typeface="Times New Roman"/>
              </a:rPr>
              <a:t>5</a:t>
            </a:r>
          </a:p>
        </p:txBody>
      </p:sp>
      <p:sp>
        <p:nvSpPr>
          <p:cNvPr id="87" name="Rectangle 86"/>
          <p:cNvSpPr/>
          <p:nvPr/>
        </p:nvSpPr>
        <p:spPr>
          <a:xfrm>
            <a:off x="4320000" y="9432000"/>
            <a:ext cx="2808000" cy="612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>
              <a:latin typeface="Times New Roman"/>
              <a:ea typeface="DFKai-SB"/>
              <a:cs typeface="Times New Roman"/>
            </a:endParaRPr>
          </a:p>
        </p:txBody>
      </p:sp>
      <p:sp>
        <p:nvSpPr>
          <p:cNvPr id="88" name="TextBox 87"/>
          <p:cNvSpPr txBox="1"/>
          <p:nvPr>
            <p:custDataLst>
              <p:tags r:id="rId42"/>
            </p:custDataLst>
          </p:nvPr>
        </p:nvSpPr>
        <p:spPr>
          <a:xfrm>
            <a:off x="4288250" y="9432000"/>
            <a:ext cx="2808000" cy="612000"/>
          </a:xfrm>
          <a:prstGeom prst="rect">
            <a:avLst/>
          </a:prstGeom>
          <a:noFill/>
        </p:spPr>
        <p:txBody>
          <a:bodyPr wrap="none" lIns="0" tIns="0" rIns="0" bIns="0" anchor="ctr">
            <a:spAutoFit/>
          </a:bodyPr>
          <a:lstStyle/>
          <a:p>
            <a:pPr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2000" b="1">
                <a:solidFill>
                  <a:srgbClr val="105186"/>
                </a:solidFill>
                <a:latin typeface="Times New Roman"/>
                <a:ea typeface="DFKai-SB"/>
                <a:cs typeface="Times New Roman"/>
              </a:rPr>
              <a:t>正式判定</a:t>
            </a:r>
          </a:p>
        </p:txBody>
      </p:sp>
      <p:sp>
        <p:nvSpPr>
          <p:cNvPr id="89" name="Rectangle 88"/>
          <p:cNvSpPr/>
          <p:nvPr/>
        </p:nvSpPr>
        <p:spPr>
          <a:xfrm>
            <a:off x="4320000" y="10260000"/>
            <a:ext cx="2808000" cy="612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>
              <a:latin typeface="Times New Roman"/>
              <a:ea typeface="DFKai-SB"/>
              <a:cs typeface="Times New Roman"/>
            </a:endParaRPr>
          </a:p>
        </p:txBody>
      </p:sp>
      <p:sp>
        <p:nvSpPr>
          <p:cNvPr id="90" name="TextBox 89"/>
          <p:cNvSpPr txBox="1"/>
          <p:nvPr>
            <p:custDataLst>
              <p:tags r:id="rId43"/>
            </p:custDataLst>
          </p:nvPr>
        </p:nvSpPr>
        <p:spPr>
          <a:xfrm>
            <a:off x="4288250" y="10260000"/>
            <a:ext cx="2808000" cy="612000"/>
          </a:xfrm>
          <a:prstGeom prst="rect">
            <a:avLst/>
          </a:prstGeom>
          <a:noFill/>
        </p:spPr>
        <p:txBody>
          <a:bodyPr wrap="none" lIns="0" tIns="0" rIns="0" bIns="0" anchor="ctr">
            <a:spAutoFit/>
          </a:bodyPr>
          <a:lstStyle/>
          <a:p>
            <a:pPr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2000" b="1">
                <a:solidFill>
                  <a:srgbClr val="105186"/>
                </a:solidFill>
                <a:latin typeface="Times New Roman"/>
                <a:ea typeface="DFKai-SB"/>
                <a:cs typeface="Times New Roman"/>
              </a:rPr>
              <a:t>案例證據</a:t>
            </a:r>
          </a:p>
        </p:txBody>
      </p:sp>
      <p:cxnSp>
        <p:nvCxnSpPr>
          <p:cNvPr id="91" name="Connector 90"/>
          <p:cNvCxnSpPr/>
          <p:nvPr/>
        </p:nvCxnSpPr>
        <p:spPr>
          <a:xfrm>
            <a:off x="7128000" y="9738000"/>
            <a:ext cx="324000" cy="0"/>
          </a:xfrm>
          <a:prstGeom prst="line">
            <a:avLst/>
          </a:prstGeom>
          <a:ln w="12700">
            <a:solidFill>
              <a:srgbClr val="105186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2" name="Connector 91"/>
          <p:cNvCxnSpPr/>
          <p:nvPr/>
        </p:nvCxnSpPr>
        <p:spPr>
          <a:xfrm>
            <a:off x="7128000" y="10566000"/>
            <a:ext cx="324000" cy="0"/>
          </a:xfrm>
          <a:prstGeom prst="line">
            <a:avLst/>
          </a:prstGeom>
          <a:ln w="12700">
            <a:solidFill>
              <a:srgbClr val="105186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3" name="Connector 92"/>
          <p:cNvCxnSpPr/>
          <p:nvPr/>
        </p:nvCxnSpPr>
        <p:spPr>
          <a:xfrm>
            <a:off x="7452000" y="9738000"/>
            <a:ext cx="0" cy="828000"/>
          </a:xfrm>
          <a:prstGeom prst="line">
            <a:avLst/>
          </a:prstGeom>
          <a:ln w="12700">
            <a:solidFill>
              <a:srgbClr val="105186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94" name="Right Arrow 93"/>
          <p:cNvSpPr/>
          <p:nvPr/>
        </p:nvSpPr>
        <p:spPr>
          <a:xfrm>
            <a:off x="7488000" y="10044000"/>
            <a:ext cx="288000" cy="216000"/>
          </a:xfrm>
          <a:prstGeom prst="rightArrow">
            <a:avLst/>
          </a:prstGeom>
          <a:solidFill>
            <a:srgbClr val="10518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>
              <a:latin typeface="Times New Roman"/>
              <a:ea typeface="DFKai-SB"/>
              <a:cs typeface="Times New Roman"/>
            </a:endParaRPr>
          </a:p>
        </p:txBody>
      </p:sp>
      <p:sp>
        <p:nvSpPr>
          <p:cNvPr id="95" name="Rectangle 94"/>
          <p:cNvSpPr/>
          <p:nvPr/>
        </p:nvSpPr>
        <p:spPr>
          <a:xfrm>
            <a:off x="7848000" y="9720000"/>
            <a:ext cx="3060000" cy="900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>
              <a:latin typeface="Times New Roman"/>
              <a:ea typeface="DFKai-SB"/>
              <a:cs typeface="Times New Roman"/>
            </a:endParaRPr>
          </a:p>
        </p:txBody>
      </p:sp>
      <p:sp>
        <p:nvSpPr>
          <p:cNvPr id="96" name="TextBox 95"/>
          <p:cNvSpPr txBox="1"/>
          <p:nvPr>
            <p:custDataLst>
              <p:tags r:id="rId44"/>
            </p:custDataLst>
          </p:nvPr>
        </p:nvSpPr>
        <p:spPr>
          <a:xfrm>
            <a:off x="7816250" y="9756000"/>
            <a:ext cx="3060000" cy="504000"/>
          </a:xfrm>
          <a:prstGeom prst="rect">
            <a:avLst/>
          </a:prstGeom>
          <a:noFill/>
        </p:spPr>
        <p:txBody>
          <a:bodyPr wrap="none" lIns="0" tIns="0" rIns="0" bIns="0" anchor="ctr">
            <a:spAutoFit/>
          </a:bodyPr>
          <a:lstStyle/>
          <a:p>
            <a:pPr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2000" b="1">
                <a:solidFill>
                  <a:srgbClr val="105186"/>
                </a:solidFill>
                <a:latin typeface="Times New Roman"/>
                <a:ea typeface="DFKai-SB"/>
                <a:cs typeface="Times New Roman"/>
              </a:rPr>
              <a:t>本機AI稽核</a:t>
            </a:r>
          </a:p>
        </p:txBody>
      </p:sp>
      <p:sp>
        <p:nvSpPr>
          <p:cNvPr id="97" name="TextBox 96"/>
          <p:cNvSpPr txBox="1"/>
          <p:nvPr>
            <p:custDataLst>
              <p:tags r:id="rId45"/>
            </p:custDataLst>
          </p:nvPr>
        </p:nvSpPr>
        <p:spPr>
          <a:xfrm>
            <a:off x="7825775" y="10206000"/>
            <a:ext cx="3060000" cy="387000"/>
          </a:xfrm>
          <a:prstGeom prst="rect">
            <a:avLst/>
          </a:prstGeom>
          <a:noFill/>
        </p:spPr>
        <p:txBody>
          <a:bodyPr wrap="none" lIns="0" tIns="0" rIns="0" bIns="0" anchor="ctr">
            <a:spAutoFit/>
          </a:bodyPr>
          <a:lstStyle/>
          <a:p>
            <a:pPr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400" b="0">
                <a:solidFill>
                  <a:srgbClr val="53666E"/>
                </a:solidFill>
                <a:latin typeface="Times New Roman"/>
                <a:ea typeface="DFKai-SB"/>
                <a:cs typeface="Times New Roman"/>
              </a:rPr>
              <a:t>核對同一事件</a:t>
            </a:r>
          </a:p>
        </p:txBody>
      </p:sp>
      <p:sp>
        <p:nvSpPr>
          <p:cNvPr id="98" name="Right Arrow 97"/>
          <p:cNvSpPr/>
          <p:nvPr/>
        </p:nvSpPr>
        <p:spPr>
          <a:xfrm>
            <a:off x="10980000" y="10044000"/>
            <a:ext cx="504000" cy="216000"/>
          </a:xfrm>
          <a:prstGeom prst="rightArrow">
            <a:avLst/>
          </a:prstGeom>
          <a:solidFill>
            <a:srgbClr val="10518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>
              <a:latin typeface="Times New Roman"/>
              <a:ea typeface="DFKai-SB"/>
              <a:cs typeface="Times New Roman"/>
            </a:endParaRPr>
          </a:p>
        </p:txBody>
      </p:sp>
      <p:sp>
        <p:nvSpPr>
          <p:cNvPr id="99" name="Rectangle 98"/>
          <p:cNvSpPr/>
          <p:nvPr/>
        </p:nvSpPr>
        <p:spPr>
          <a:xfrm>
            <a:off x="11592000" y="9396000"/>
            <a:ext cx="2736000" cy="432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>
              <a:latin typeface="Times New Roman"/>
              <a:ea typeface="DFKai-SB"/>
              <a:cs typeface="Times New Roman"/>
            </a:endParaRPr>
          </a:p>
        </p:txBody>
      </p:sp>
      <p:sp>
        <p:nvSpPr>
          <p:cNvPr id="100" name="TextBox 99"/>
          <p:cNvSpPr txBox="1"/>
          <p:nvPr>
            <p:custDataLst>
              <p:tags r:id="rId46"/>
            </p:custDataLst>
          </p:nvPr>
        </p:nvSpPr>
        <p:spPr>
          <a:xfrm>
            <a:off x="11560251" y="9396000"/>
            <a:ext cx="2736000" cy="432000"/>
          </a:xfrm>
          <a:prstGeom prst="rect">
            <a:avLst/>
          </a:prstGeom>
          <a:noFill/>
        </p:spPr>
        <p:txBody>
          <a:bodyPr wrap="none" lIns="0" tIns="0" rIns="0" bIns="0" anchor="ctr">
            <a:spAutoFit/>
          </a:bodyPr>
          <a:lstStyle/>
          <a:p>
            <a:pPr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2000" b="1">
                <a:solidFill>
                  <a:srgbClr val="105186"/>
                </a:solidFill>
                <a:latin typeface="Times New Roman"/>
                <a:ea typeface="DFKai-SB"/>
                <a:cs typeface="Times New Roman"/>
              </a:rPr>
              <a:t>支持</a:t>
            </a:r>
          </a:p>
        </p:txBody>
      </p:sp>
      <p:sp>
        <p:nvSpPr>
          <p:cNvPr id="101" name="Rectangle 100"/>
          <p:cNvSpPr/>
          <p:nvPr/>
        </p:nvSpPr>
        <p:spPr>
          <a:xfrm>
            <a:off x="11592000" y="9900000"/>
            <a:ext cx="2736000" cy="432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>
              <a:latin typeface="Times New Roman"/>
              <a:ea typeface="DFKai-SB"/>
              <a:cs typeface="Times New Roman"/>
            </a:endParaRPr>
          </a:p>
        </p:txBody>
      </p:sp>
      <p:sp>
        <p:nvSpPr>
          <p:cNvPr id="102" name="TextBox 101"/>
          <p:cNvSpPr txBox="1"/>
          <p:nvPr>
            <p:custDataLst>
              <p:tags r:id="rId47"/>
            </p:custDataLst>
          </p:nvPr>
        </p:nvSpPr>
        <p:spPr>
          <a:xfrm>
            <a:off x="11560251" y="9900000"/>
            <a:ext cx="2736000" cy="432000"/>
          </a:xfrm>
          <a:prstGeom prst="rect">
            <a:avLst/>
          </a:prstGeom>
          <a:noFill/>
        </p:spPr>
        <p:txBody>
          <a:bodyPr wrap="none" lIns="0" tIns="0" rIns="0" bIns="0" anchor="ctr">
            <a:spAutoFit/>
          </a:bodyPr>
          <a:lstStyle/>
          <a:p>
            <a:pPr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2000" b="1">
                <a:solidFill>
                  <a:srgbClr val="105186"/>
                </a:solidFill>
                <a:latin typeface="Times New Roman"/>
                <a:ea typeface="DFKai-SB"/>
                <a:cs typeface="Times New Roman"/>
              </a:rPr>
              <a:t>複核</a:t>
            </a:r>
          </a:p>
        </p:txBody>
      </p:sp>
      <p:sp>
        <p:nvSpPr>
          <p:cNvPr id="103" name="Rectangle 102"/>
          <p:cNvSpPr/>
          <p:nvPr/>
        </p:nvSpPr>
        <p:spPr>
          <a:xfrm>
            <a:off x="11592000" y="10404000"/>
            <a:ext cx="2736000" cy="432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>
              <a:latin typeface="Times New Roman"/>
              <a:ea typeface="DFKai-SB"/>
              <a:cs typeface="Times New Roman"/>
            </a:endParaRPr>
          </a:p>
        </p:txBody>
      </p:sp>
      <p:sp>
        <p:nvSpPr>
          <p:cNvPr id="104" name="TextBox 103"/>
          <p:cNvSpPr txBox="1"/>
          <p:nvPr>
            <p:custDataLst>
              <p:tags r:id="rId48"/>
            </p:custDataLst>
          </p:nvPr>
        </p:nvSpPr>
        <p:spPr>
          <a:xfrm>
            <a:off x="11560251" y="10404000"/>
            <a:ext cx="2736000" cy="432000"/>
          </a:xfrm>
          <a:prstGeom prst="rect">
            <a:avLst/>
          </a:prstGeom>
          <a:noFill/>
        </p:spPr>
        <p:txBody>
          <a:bodyPr wrap="none" lIns="0" tIns="0" rIns="0" bIns="0" anchor="ctr">
            <a:spAutoFit/>
          </a:bodyPr>
          <a:lstStyle/>
          <a:p>
            <a:pPr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2000" b="1">
                <a:solidFill>
                  <a:srgbClr val="105186"/>
                </a:solidFill>
                <a:latin typeface="Times New Roman"/>
                <a:ea typeface="DFKai-SB"/>
                <a:cs typeface="Times New Roman"/>
              </a:rPr>
              <a:t>不確定</a:t>
            </a:r>
          </a:p>
        </p:txBody>
      </p:sp>
      <p:sp>
        <p:nvSpPr>
          <p:cNvPr id="105" name="TextBox 104"/>
          <p:cNvSpPr txBox="1"/>
          <p:nvPr>
            <p:custDataLst>
              <p:tags r:id="rId49"/>
            </p:custDataLst>
          </p:nvPr>
        </p:nvSpPr>
        <p:spPr>
          <a:xfrm>
            <a:off x="4320000" y="11412000"/>
            <a:ext cx="10008000" cy="360000"/>
          </a:xfrm>
          <a:prstGeom prst="rect">
            <a:avLst/>
          </a:prstGeom>
          <a:noFill/>
        </p:spPr>
        <p:txBody>
          <a:bodyPr wrap="none" lIns="0" tIns="0" rIns="0" bIns="0" anchor="ctr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800" b="0">
                <a:solidFill>
                  <a:srgbClr val="171C1D"/>
                </a:solidFill>
                <a:latin typeface="Times New Roman"/>
                <a:ea typeface="DFKai-SB"/>
                <a:cs typeface="Times New Roman"/>
              </a:rPr>
              <a:t>策略檢查：範圍、允許動作與期限</a:t>
            </a:r>
          </a:p>
        </p:txBody>
      </p:sp>
      <p:sp>
        <p:nvSpPr>
          <p:cNvPr id="106" name="Rectangle 105"/>
          <p:cNvSpPr/>
          <p:nvPr/>
        </p:nvSpPr>
        <p:spPr>
          <a:xfrm>
            <a:off x="4320000" y="11880000"/>
            <a:ext cx="2808000" cy="576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>
              <a:latin typeface="Times New Roman"/>
              <a:ea typeface="DFKai-SB"/>
              <a:cs typeface="Times New Roman"/>
            </a:endParaRPr>
          </a:p>
        </p:txBody>
      </p:sp>
      <p:sp>
        <p:nvSpPr>
          <p:cNvPr id="107" name="TextBox 106"/>
          <p:cNvSpPr txBox="1"/>
          <p:nvPr>
            <p:custDataLst>
              <p:tags r:id="rId50"/>
            </p:custDataLst>
          </p:nvPr>
        </p:nvSpPr>
        <p:spPr>
          <a:xfrm>
            <a:off x="4288250" y="11880000"/>
            <a:ext cx="2808000" cy="576000"/>
          </a:xfrm>
          <a:prstGeom prst="rect">
            <a:avLst/>
          </a:prstGeom>
          <a:noFill/>
        </p:spPr>
        <p:txBody>
          <a:bodyPr wrap="none" lIns="0" tIns="0" rIns="0" bIns="0" anchor="ctr">
            <a:spAutoFit/>
          </a:bodyPr>
          <a:lstStyle/>
          <a:p>
            <a:pPr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2000" b="1">
                <a:solidFill>
                  <a:srgbClr val="105186"/>
                </a:solidFill>
                <a:latin typeface="Times New Roman"/>
                <a:ea typeface="DFKai-SB"/>
                <a:cs typeface="Times New Roman"/>
              </a:rPr>
              <a:t>套用規則</a:t>
            </a:r>
          </a:p>
        </p:txBody>
      </p:sp>
      <p:sp>
        <p:nvSpPr>
          <p:cNvPr id="108" name="Right Arrow 107"/>
          <p:cNvSpPr/>
          <p:nvPr/>
        </p:nvSpPr>
        <p:spPr>
          <a:xfrm>
            <a:off x="7236000" y="12060000"/>
            <a:ext cx="504000" cy="216000"/>
          </a:xfrm>
          <a:prstGeom prst="rightArrow">
            <a:avLst/>
          </a:prstGeom>
          <a:solidFill>
            <a:srgbClr val="10518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>
              <a:latin typeface="Times New Roman"/>
              <a:ea typeface="DFKai-SB"/>
              <a:cs typeface="Times New Roman"/>
            </a:endParaRPr>
          </a:p>
        </p:txBody>
      </p:sp>
      <p:sp>
        <p:nvSpPr>
          <p:cNvPr id="109" name="Rectangle 108"/>
          <p:cNvSpPr/>
          <p:nvPr/>
        </p:nvSpPr>
        <p:spPr>
          <a:xfrm>
            <a:off x="7848000" y="11880000"/>
            <a:ext cx="2808000" cy="576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>
              <a:latin typeface="Times New Roman"/>
              <a:ea typeface="DFKai-SB"/>
              <a:cs typeface="Times New Roman"/>
            </a:endParaRPr>
          </a:p>
        </p:txBody>
      </p:sp>
      <p:sp>
        <p:nvSpPr>
          <p:cNvPr id="110" name="TextBox 109"/>
          <p:cNvSpPr txBox="1"/>
          <p:nvPr>
            <p:custDataLst>
              <p:tags r:id="rId51"/>
            </p:custDataLst>
          </p:nvPr>
        </p:nvSpPr>
        <p:spPr>
          <a:xfrm>
            <a:off x="7816250" y="11880000"/>
            <a:ext cx="2808000" cy="576000"/>
          </a:xfrm>
          <a:prstGeom prst="rect">
            <a:avLst/>
          </a:prstGeom>
          <a:noFill/>
        </p:spPr>
        <p:txBody>
          <a:bodyPr wrap="none" lIns="0" tIns="0" rIns="0" bIns="0" anchor="ctr">
            <a:spAutoFit/>
          </a:bodyPr>
          <a:lstStyle/>
          <a:p>
            <a:pPr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2000" b="1">
                <a:solidFill>
                  <a:srgbClr val="105186"/>
                </a:solidFill>
                <a:latin typeface="Times New Roman"/>
                <a:ea typeface="DFKai-SB"/>
                <a:cs typeface="Times New Roman"/>
              </a:rPr>
              <a:t>讀回驗證</a:t>
            </a:r>
          </a:p>
        </p:txBody>
      </p:sp>
      <p:sp>
        <p:nvSpPr>
          <p:cNvPr id="111" name="Right Arrow 110"/>
          <p:cNvSpPr/>
          <p:nvPr/>
        </p:nvSpPr>
        <p:spPr>
          <a:xfrm>
            <a:off x="10764000" y="12060000"/>
            <a:ext cx="504000" cy="216000"/>
          </a:xfrm>
          <a:prstGeom prst="rightArrow">
            <a:avLst/>
          </a:prstGeom>
          <a:solidFill>
            <a:srgbClr val="10518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>
              <a:latin typeface="Times New Roman"/>
              <a:ea typeface="DFKai-SB"/>
              <a:cs typeface="Times New Roman"/>
            </a:endParaRPr>
          </a:p>
        </p:txBody>
      </p:sp>
      <p:sp>
        <p:nvSpPr>
          <p:cNvPr id="112" name="Rectangle 111"/>
          <p:cNvSpPr/>
          <p:nvPr/>
        </p:nvSpPr>
        <p:spPr>
          <a:xfrm>
            <a:off x="11376000" y="11880000"/>
            <a:ext cx="2808000" cy="576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>
              <a:latin typeface="Times New Roman"/>
              <a:ea typeface="DFKai-SB"/>
              <a:cs typeface="Times New Roman"/>
            </a:endParaRPr>
          </a:p>
        </p:txBody>
      </p:sp>
      <p:sp>
        <p:nvSpPr>
          <p:cNvPr id="113" name="TextBox 112"/>
          <p:cNvSpPr txBox="1"/>
          <p:nvPr>
            <p:custDataLst>
              <p:tags r:id="rId52"/>
            </p:custDataLst>
          </p:nvPr>
        </p:nvSpPr>
        <p:spPr>
          <a:xfrm>
            <a:off x="11344250" y="11880000"/>
            <a:ext cx="2808000" cy="576000"/>
          </a:xfrm>
          <a:prstGeom prst="rect">
            <a:avLst/>
          </a:prstGeom>
          <a:noFill/>
        </p:spPr>
        <p:txBody>
          <a:bodyPr wrap="none" lIns="0" tIns="0" rIns="0" bIns="0" anchor="ctr">
            <a:spAutoFit/>
          </a:bodyPr>
          <a:lstStyle/>
          <a:p>
            <a:pPr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2000" b="1">
                <a:solidFill>
                  <a:srgbClr val="105186"/>
                </a:solidFill>
                <a:latin typeface="Times New Roman"/>
                <a:ea typeface="DFKai-SB"/>
                <a:cs typeface="Times New Roman"/>
              </a:rPr>
              <a:t>到期回復</a:t>
            </a:r>
          </a:p>
        </p:txBody>
      </p:sp>
      <p:sp>
        <p:nvSpPr>
          <p:cNvPr id="114" name="TextBox 113"/>
          <p:cNvSpPr txBox="1"/>
          <p:nvPr>
            <p:custDataLst>
              <p:tags r:id="rId53"/>
            </p:custDataLst>
          </p:nvPr>
        </p:nvSpPr>
        <p:spPr>
          <a:xfrm>
            <a:off x="4320000" y="12564000"/>
            <a:ext cx="10008000" cy="360000"/>
          </a:xfrm>
          <a:prstGeom prst="rect">
            <a:avLst/>
          </a:prstGeom>
          <a:noFill/>
        </p:spPr>
        <p:txBody>
          <a:bodyPr wrap="none" lIns="0" tIns="0" rIns="0" bIns="0" anchor="ctr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500" b="0">
                <a:solidFill>
                  <a:srgbClr val="53666E"/>
                </a:solidFill>
                <a:latin typeface="Times New Roman"/>
                <a:ea typeface="DFKai-SB"/>
                <a:cs typeface="Times New Roman"/>
              </a:rPr>
              <a:t>複核／不確定 → 保留監測或蒐證</a:t>
            </a:r>
          </a:p>
        </p:txBody>
      </p:sp>
      <p:sp>
        <p:nvSpPr>
          <p:cNvPr id="115" name="Rectangle 114"/>
          <p:cNvSpPr/>
          <p:nvPr/>
        </p:nvSpPr>
        <p:spPr>
          <a:xfrm>
            <a:off x="576000" y="13500000"/>
            <a:ext cx="13968000" cy="504000"/>
          </a:xfrm>
          <a:prstGeom prst="rect">
            <a:avLst/>
          </a:prstGeom>
          <a:solidFill>
            <a:srgbClr val="FFF4D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>
              <a:latin typeface="Times New Roman"/>
              <a:ea typeface="DFKai-SB"/>
              <a:cs typeface="Times New Roman"/>
            </a:endParaRPr>
          </a:p>
        </p:txBody>
      </p:sp>
      <p:sp>
        <p:nvSpPr>
          <p:cNvPr id="116" name="TextBox 115"/>
          <p:cNvSpPr txBox="1"/>
          <p:nvPr>
            <p:custDataLst>
              <p:tags r:id="rId54"/>
            </p:custDataLst>
          </p:nvPr>
        </p:nvSpPr>
        <p:spPr>
          <a:xfrm>
            <a:off x="691425" y="13500000"/>
            <a:ext cx="13680000" cy="504000"/>
          </a:xfrm>
          <a:prstGeom prst="rect">
            <a:avLst/>
          </a:prstGeom>
          <a:noFill/>
        </p:spPr>
        <p:txBody>
          <a:bodyPr wrap="none" lIns="0" tIns="0" rIns="0" bIns="0" anchor="ctr">
            <a:spAutoFit/>
          </a:bodyPr>
          <a:lstStyle/>
          <a:p>
            <a:pPr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800" b="0">
                <a:solidFill>
                  <a:srgbClr val="092B42"/>
                </a:solidFill>
                <a:latin typeface="Times New Roman"/>
                <a:ea typeface="DFKai-SB"/>
                <a:cs typeface="Times New Roman"/>
              </a:rPr>
              <a:t>同一事件識別碼：正式分類／案例證據／稽核結論／處置回條</a:t>
            </a:r>
          </a:p>
        </p:txBody>
      </p:sp>
      <p:sp>
        <p:nvSpPr>
          <p:cNvPr id="117" name="TextBox 116"/>
          <p:cNvSpPr txBox="1"/>
          <p:nvPr>
            <p:custDataLst>
              <p:tags r:id="rId55"/>
            </p:custDataLst>
          </p:nvPr>
        </p:nvSpPr>
        <p:spPr>
          <a:xfrm>
            <a:off x="576000" y="14292000"/>
            <a:ext cx="432000" cy="360000"/>
          </a:xfrm>
          <a:prstGeom prst="rect">
            <a:avLst/>
          </a:prstGeom>
          <a:noFill/>
        </p:spPr>
        <p:txBody>
          <a:bodyPr wrap="none" lIns="0" tIns="0" rIns="0" bIns="0" anchor="ctr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2000" b="1">
                <a:solidFill>
                  <a:srgbClr val="105186"/>
                </a:solidFill>
                <a:latin typeface="Times New Roman"/>
                <a:ea typeface="DFKai-SB"/>
                <a:cs typeface="Times New Roman"/>
              </a:rPr>
              <a:t>02</a:t>
            </a:r>
          </a:p>
        </p:txBody>
      </p:sp>
      <p:sp>
        <p:nvSpPr>
          <p:cNvPr id="118" name="TextBox 117"/>
          <p:cNvSpPr txBox="1"/>
          <p:nvPr>
            <p:custDataLst>
              <p:tags r:id="rId56"/>
            </p:custDataLst>
          </p:nvPr>
        </p:nvSpPr>
        <p:spPr>
          <a:xfrm>
            <a:off x="1116000" y="14292000"/>
            <a:ext cx="13320000" cy="360000"/>
          </a:xfrm>
          <a:prstGeom prst="rect">
            <a:avLst/>
          </a:prstGeom>
          <a:noFill/>
        </p:spPr>
        <p:txBody>
          <a:bodyPr wrap="none" lIns="0" tIns="0" rIns="0" bIns="0" anchor="ctr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2400" b="0">
                <a:solidFill>
                  <a:srgbClr val="092B42"/>
                </a:solidFill>
                <a:latin typeface="Times New Roman"/>
                <a:ea typeface="DFKai-SB"/>
                <a:cs typeface="Times New Roman"/>
              </a:rPr>
              <a:t>三項創新，對應具體事件與產物</a:t>
            </a:r>
          </a:p>
        </p:txBody>
      </p:sp>
      <p:sp>
        <p:nvSpPr>
          <p:cNvPr id="119" name="Rectangle 118"/>
          <p:cNvSpPr/>
          <p:nvPr/>
        </p:nvSpPr>
        <p:spPr>
          <a:xfrm>
            <a:off x="576000" y="14796000"/>
            <a:ext cx="504000" cy="36000"/>
          </a:xfrm>
          <a:prstGeom prst="rect">
            <a:avLst/>
          </a:prstGeom>
          <a:solidFill>
            <a:srgbClr val="FDB33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>
              <a:latin typeface="Times New Roman"/>
              <a:ea typeface="DFKai-SB"/>
              <a:cs typeface="Times New Roman"/>
            </a:endParaRPr>
          </a:p>
        </p:txBody>
      </p:sp>
      <p:sp>
        <p:nvSpPr>
          <p:cNvPr id="120" name="TextBox 119"/>
          <p:cNvSpPr txBox="1"/>
          <p:nvPr>
            <p:custDataLst>
              <p:tags r:id="rId57"/>
            </p:custDataLst>
          </p:nvPr>
        </p:nvSpPr>
        <p:spPr>
          <a:xfrm>
            <a:off x="576000" y="14868000"/>
            <a:ext cx="4392000" cy="396000"/>
          </a:xfrm>
          <a:prstGeom prst="rect">
            <a:avLst/>
          </a:prstGeom>
          <a:noFill/>
        </p:spPr>
        <p:txBody>
          <a:bodyPr wrap="none" lIns="0" tIns="0" rIns="0" bIns="0" anchor="ctr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2200" b="0">
                <a:solidFill>
                  <a:srgbClr val="105186"/>
                </a:solidFill>
                <a:latin typeface="Times New Roman"/>
                <a:ea typeface="DFKai-SB"/>
                <a:cs typeface="Times New Roman"/>
              </a:rPr>
              <a:t>互補判定</a:t>
            </a:r>
          </a:p>
        </p:txBody>
      </p:sp>
      <p:sp>
        <p:nvSpPr>
          <p:cNvPr id="121" name="TextBox 120"/>
          <p:cNvSpPr txBox="1"/>
          <p:nvPr>
            <p:custDataLst>
              <p:tags r:id="rId58"/>
            </p:custDataLst>
          </p:nvPr>
        </p:nvSpPr>
        <p:spPr>
          <a:xfrm>
            <a:off x="576000" y="15300000"/>
            <a:ext cx="4464000" cy="900000"/>
          </a:xfrm>
          <a:prstGeom prst="rect">
            <a:avLst/>
          </a:prstGeom>
          <a:noFill/>
        </p:spPr>
        <p:txBody>
          <a:bodyPr wrap="none" lIns="0" tIns="0" rIns="0" bIns="0" anchor="ctr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600" b="0">
                <a:solidFill>
                  <a:srgbClr val="171C1D"/>
                </a:solidFill>
                <a:latin typeface="Times New Roman"/>
                <a:ea typeface="DFKai-SB"/>
                <a:cs typeface="Times New Roman"/>
              </a:rPr>
              <a:t>CTBM讀取內容、時序與方向</a:t>
            </a:r>
          </a:p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600" b="0">
                <a:solidFill>
                  <a:srgbClr val="171C1D"/>
                </a:solidFill>
                <a:latin typeface="Times New Roman"/>
                <a:ea typeface="DFKai-SB"/>
                <a:cs typeface="Times New Roman"/>
              </a:rPr>
              <a:t>PBCNN補充局部位元組模式</a:t>
            </a:r>
          </a:p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600" b="0">
                <a:solidFill>
                  <a:srgbClr val="171C1D"/>
                </a:solidFill>
                <a:latin typeface="Times New Roman"/>
                <a:ea typeface="DFKai-SB"/>
                <a:cs typeface="Times New Roman"/>
              </a:rPr>
              <a:t>校準融合後輸出固定17類</a:t>
            </a:r>
          </a:p>
        </p:txBody>
      </p:sp>
      <p:sp>
        <p:nvSpPr>
          <p:cNvPr id="122" name="Rectangle 121"/>
          <p:cNvSpPr/>
          <p:nvPr/>
        </p:nvSpPr>
        <p:spPr>
          <a:xfrm>
            <a:off x="5364000" y="14796000"/>
            <a:ext cx="504000" cy="36000"/>
          </a:xfrm>
          <a:prstGeom prst="rect">
            <a:avLst/>
          </a:prstGeom>
          <a:solidFill>
            <a:srgbClr val="FDB33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>
              <a:latin typeface="Times New Roman"/>
              <a:ea typeface="DFKai-SB"/>
              <a:cs typeface="Times New Roman"/>
            </a:endParaRPr>
          </a:p>
        </p:txBody>
      </p:sp>
      <p:cxnSp>
        <p:nvCxnSpPr>
          <p:cNvPr id="123" name="Connector 122"/>
          <p:cNvCxnSpPr/>
          <p:nvPr/>
        </p:nvCxnSpPr>
        <p:spPr>
          <a:xfrm>
            <a:off x="5148000" y="14904000"/>
            <a:ext cx="0" cy="1224000"/>
          </a:xfrm>
          <a:prstGeom prst="line">
            <a:avLst/>
          </a:prstGeom>
          <a:ln w="12700">
            <a:solidFill>
              <a:srgbClr val="D6DDE0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24" name="TextBox 123"/>
          <p:cNvSpPr txBox="1"/>
          <p:nvPr>
            <p:custDataLst>
              <p:tags r:id="rId59"/>
            </p:custDataLst>
          </p:nvPr>
        </p:nvSpPr>
        <p:spPr>
          <a:xfrm>
            <a:off x="5364000" y="14868000"/>
            <a:ext cx="4392000" cy="396000"/>
          </a:xfrm>
          <a:prstGeom prst="rect">
            <a:avLst/>
          </a:prstGeom>
          <a:noFill/>
        </p:spPr>
        <p:txBody>
          <a:bodyPr wrap="none" lIns="0" tIns="0" rIns="0" bIns="0" anchor="ctr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2200" b="0">
                <a:solidFill>
                  <a:srgbClr val="105186"/>
                </a:solidFill>
                <a:latin typeface="Times New Roman"/>
                <a:ea typeface="DFKai-SB"/>
                <a:cs typeface="Times New Roman"/>
              </a:rPr>
              <a:t>任務證據</a:t>
            </a:r>
          </a:p>
        </p:txBody>
      </p:sp>
      <p:sp>
        <p:nvSpPr>
          <p:cNvPr id="125" name="TextBox 124"/>
          <p:cNvSpPr txBox="1"/>
          <p:nvPr>
            <p:custDataLst>
              <p:tags r:id="rId60"/>
            </p:custDataLst>
          </p:nvPr>
        </p:nvSpPr>
        <p:spPr>
          <a:xfrm>
            <a:off x="5364000" y="15300000"/>
            <a:ext cx="4464000" cy="900000"/>
          </a:xfrm>
          <a:prstGeom prst="rect">
            <a:avLst/>
          </a:prstGeom>
          <a:noFill/>
        </p:spPr>
        <p:txBody>
          <a:bodyPr wrap="none" lIns="0" tIns="0" rIns="0" bIns="0" anchor="ctr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600" b="0">
                <a:solidFill>
                  <a:srgbClr val="171C1D"/>
                </a:solidFill>
                <a:latin typeface="Times New Roman"/>
                <a:ea typeface="DFKai-SB"/>
                <a:cs typeface="Times New Roman"/>
              </a:rPr>
              <a:t>512維表徵＋17維類別機率</a:t>
            </a:r>
          </a:p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600" b="0">
                <a:solidFill>
                  <a:srgbClr val="171C1D"/>
                </a:solidFill>
                <a:latin typeface="Times New Roman"/>
                <a:ea typeface="DFKai-SB"/>
                <a:cs typeface="Times New Roman"/>
              </a:rPr>
              <a:t>529維向量檢索Top-5案例</a:t>
            </a:r>
          </a:p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600" b="0">
                <a:solidFill>
                  <a:srgbClr val="171C1D"/>
                </a:solidFill>
                <a:latin typeface="Times New Roman"/>
                <a:ea typeface="DFKai-SB"/>
                <a:cs typeface="Times New Roman"/>
              </a:rPr>
              <a:t>AI附回支持／複核／不確定</a:t>
            </a:r>
          </a:p>
        </p:txBody>
      </p:sp>
      <p:sp>
        <p:nvSpPr>
          <p:cNvPr id="126" name="Rectangle 125"/>
          <p:cNvSpPr/>
          <p:nvPr/>
        </p:nvSpPr>
        <p:spPr>
          <a:xfrm>
            <a:off x="10152000" y="14796000"/>
            <a:ext cx="504000" cy="36000"/>
          </a:xfrm>
          <a:prstGeom prst="rect">
            <a:avLst/>
          </a:prstGeom>
          <a:solidFill>
            <a:srgbClr val="FDB33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>
              <a:latin typeface="Times New Roman"/>
              <a:ea typeface="DFKai-SB"/>
              <a:cs typeface="Times New Roman"/>
            </a:endParaRPr>
          </a:p>
        </p:txBody>
      </p:sp>
      <p:cxnSp>
        <p:nvCxnSpPr>
          <p:cNvPr id="127" name="Connector 126"/>
          <p:cNvCxnSpPr/>
          <p:nvPr/>
        </p:nvCxnSpPr>
        <p:spPr>
          <a:xfrm>
            <a:off x="9936000" y="14904000"/>
            <a:ext cx="0" cy="1224000"/>
          </a:xfrm>
          <a:prstGeom prst="line">
            <a:avLst/>
          </a:prstGeom>
          <a:ln w="12700">
            <a:solidFill>
              <a:srgbClr val="D6DDE0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28" name="TextBox 127"/>
          <p:cNvSpPr txBox="1"/>
          <p:nvPr>
            <p:custDataLst>
              <p:tags r:id="rId61"/>
            </p:custDataLst>
          </p:nvPr>
        </p:nvSpPr>
        <p:spPr>
          <a:xfrm>
            <a:off x="10152000" y="14868000"/>
            <a:ext cx="4392000" cy="396000"/>
          </a:xfrm>
          <a:prstGeom prst="rect">
            <a:avLst/>
          </a:prstGeom>
          <a:noFill/>
        </p:spPr>
        <p:txBody>
          <a:bodyPr wrap="none" lIns="0" tIns="0" rIns="0" bIns="0" anchor="ctr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2200" b="0">
                <a:solidFill>
                  <a:srgbClr val="105186"/>
                </a:solidFill>
                <a:latin typeface="Times New Roman"/>
                <a:ea typeface="DFKai-SB"/>
                <a:cs typeface="Times New Roman"/>
              </a:rPr>
              <a:t>可追溯處置</a:t>
            </a:r>
          </a:p>
        </p:txBody>
      </p:sp>
      <p:sp>
        <p:nvSpPr>
          <p:cNvPr id="129" name="TextBox 128"/>
          <p:cNvSpPr txBox="1"/>
          <p:nvPr>
            <p:custDataLst>
              <p:tags r:id="rId62"/>
            </p:custDataLst>
          </p:nvPr>
        </p:nvSpPr>
        <p:spPr>
          <a:xfrm>
            <a:off x="10152000" y="15300000"/>
            <a:ext cx="4464000" cy="900000"/>
          </a:xfrm>
          <a:prstGeom prst="rect">
            <a:avLst/>
          </a:prstGeom>
          <a:noFill/>
        </p:spPr>
        <p:txBody>
          <a:bodyPr wrap="none" lIns="0" tIns="0" rIns="0" bIns="0" anchor="ctr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600" b="0">
                <a:solidFill>
                  <a:srgbClr val="171C1D"/>
                </a:solidFill>
                <a:latin typeface="Times New Roman"/>
                <a:ea typeface="DFKai-SB"/>
                <a:cs typeface="Times New Roman"/>
              </a:rPr>
              <a:t>FTP／SSH：登入防護</a:t>
            </a:r>
          </a:p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600" b="0">
                <a:solidFill>
                  <a:srgbClr val="171C1D"/>
                </a:solidFill>
                <a:latin typeface="Times New Roman"/>
                <a:ea typeface="DFKai-SB"/>
                <a:cs typeface="Times New Roman"/>
              </a:rPr>
              <a:t>HTTP型DDoS：上游清洗</a:t>
            </a:r>
          </a:p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600" b="0">
                <a:solidFill>
                  <a:srgbClr val="171C1D"/>
                </a:solidFill>
                <a:latin typeface="Times New Roman"/>
                <a:ea typeface="DFKai-SB"/>
                <a:cs typeface="Times New Roman"/>
              </a:rPr>
              <a:t>Bot限制C2；讀回及到期回復</a:t>
            </a:r>
          </a:p>
        </p:txBody>
      </p:sp>
      <p:sp>
        <p:nvSpPr>
          <p:cNvPr id="130" name="TextBox 129"/>
          <p:cNvSpPr txBox="1"/>
          <p:nvPr>
            <p:custDataLst>
              <p:tags r:id="rId63"/>
            </p:custDataLst>
          </p:nvPr>
        </p:nvSpPr>
        <p:spPr>
          <a:xfrm>
            <a:off x="576000" y="16380000"/>
            <a:ext cx="432000" cy="360000"/>
          </a:xfrm>
          <a:prstGeom prst="rect">
            <a:avLst/>
          </a:prstGeom>
          <a:noFill/>
        </p:spPr>
        <p:txBody>
          <a:bodyPr wrap="none" lIns="0" tIns="0" rIns="0" bIns="0" anchor="ctr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2000" b="1">
                <a:solidFill>
                  <a:srgbClr val="105186"/>
                </a:solidFill>
                <a:latin typeface="Times New Roman"/>
                <a:ea typeface="DFKai-SB"/>
                <a:cs typeface="Times New Roman"/>
              </a:rPr>
              <a:t>03</a:t>
            </a:r>
          </a:p>
        </p:txBody>
      </p:sp>
      <p:sp>
        <p:nvSpPr>
          <p:cNvPr id="131" name="TextBox 130"/>
          <p:cNvSpPr txBox="1"/>
          <p:nvPr>
            <p:custDataLst>
              <p:tags r:id="rId64"/>
            </p:custDataLst>
          </p:nvPr>
        </p:nvSpPr>
        <p:spPr>
          <a:xfrm>
            <a:off x="1116000" y="16380000"/>
            <a:ext cx="13320000" cy="360000"/>
          </a:xfrm>
          <a:prstGeom prst="rect">
            <a:avLst/>
          </a:prstGeom>
          <a:noFill/>
        </p:spPr>
        <p:txBody>
          <a:bodyPr wrap="none" lIns="0" tIns="0" rIns="0" bIns="0" anchor="ctr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2400" b="0">
                <a:solidFill>
                  <a:srgbClr val="092B42"/>
                </a:solidFill>
                <a:latin typeface="Times New Roman"/>
                <a:ea typeface="DFKai-SB"/>
                <a:cs typeface="Times New Roman"/>
              </a:rPr>
              <a:t>以分階段實測呈現效果</a:t>
            </a:r>
          </a:p>
        </p:txBody>
      </p:sp>
      <p:sp>
        <p:nvSpPr>
          <p:cNvPr id="132" name="TextBox 131"/>
          <p:cNvSpPr txBox="1"/>
          <p:nvPr>
            <p:custDataLst>
              <p:tags r:id="rId65"/>
            </p:custDataLst>
          </p:nvPr>
        </p:nvSpPr>
        <p:spPr>
          <a:xfrm>
            <a:off x="576000" y="16920000"/>
            <a:ext cx="6624000" cy="360000"/>
          </a:xfrm>
          <a:prstGeom prst="rect">
            <a:avLst/>
          </a:prstGeom>
          <a:noFill/>
        </p:spPr>
        <p:txBody>
          <a:bodyPr wrap="none" lIns="0" tIns="0" rIns="0" bIns="0" anchor="ctr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700" b="0">
                <a:solidFill>
                  <a:srgbClr val="171C1D"/>
                </a:solidFill>
                <a:latin typeface="Times New Roman"/>
                <a:ea typeface="DFKai-SB"/>
                <a:cs typeface="Times New Roman"/>
              </a:rPr>
              <a:t>相同18,998筆測試的 Macro-F1</a:t>
            </a:r>
          </a:p>
        </p:txBody>
      </p:sp>
      <p:sp>
        <p:nvSpPr>
          <p:cNvPr id="133" name="TextBox 132"/>
          <p:cNvSpPr txBox="1"/>
          <p:nvPr>
            <p:custDataLst>
              <p:tags r:id="rId66"/>
            </p:custDataLst>
          </p:nvPr>
        </p:nvSpPr>
        <p:spPr>
          <a:xfrm>
            <a:off x="576000" y="17424000"/>
            <a:ext cx="1584000" cy="360000"/>
          </a:xfrm>
          <a:prstGeom prst="rect">
            <a:avLst/>
          </a:prstGeom>
          <a:noFill/>
        </p:spPr>
        <p:txBody>
          <a:bodyPr wrap="none" lIns="0" tIns="0" rIns="0" bIns="0" anchor="ctr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800" b="0">
                <a:solidFill>
                  <a:srgbClr val="171C1D"/>
                </a:solidFill>
                <a:latin typeface="Times New Roman"/>
                <a:ea typeface="DFKai-SB"/>
                <a:cs typeface="Times New Roman"/>
              </a:rPr>
              <a:t>PBCNN</a:t>
            </a:r>
          </a:p>
        </p:txBody>
      </p:sp>
      <p:sp>
        <p:nvSpPr>
          <p:cNvPr id="134" name="Rectangle 133"/>
          <p:cNvSpPr/>
          <p:nvPr/>
        </p:nvSpPr>
        <p:spPr>
          <a:xfrm>
            <a:off x="2304000" y="17496000"/>
            <a:ext cx="3384000" cy="216000"/>
          </a:xfrm>
          <a:prstGeom prst="rect">
            <a:avLst/>
          </a:prstGeom>
          <a:solidFill>
            <a:srgbClr val="F0F2F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>
              <a:latin typeface="Times New Roman"/>
              <a:ea typeface="DFKai-SB"/>
              <a:cs typeface="Times New Roman"/>
            </a:endParaRPr>
          </a:p>
        </p:txBody>
      </p:sp>
      <p:sp>
        <p:nvSpPr>
          <p:cNvPr id="135" name="Rectangle 134"/>
          <p:cNvSpPr/>
          <p:nvPr/>
        </p:nvSpPr>
        <p:spPr>
          <a:xfrm>
            <a:off x="2304000" y="17496000"/>
            <a:ext cx="2698671" cy="216000"/>
          </a:xfrm>
          <a:prstGeom prst="rect">
            <a:avLst/>
          </a:prstGeom>
          <a:solidFill>
            <a:srgbClr val="7294A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>
              <a:latin typeface="Times New Roman"/>
              <a:ea typeface="DFKai-SB"/>
              <a:cs typeface="Times New Roman"/>
            </a:endParaRPr>
          </a:p>
        </p:txBody>
      </p:sp>
      <p:sp>
        <p:nvSpPr>
          <p:cNvPr id="136" name="TextBox 135"/>
          <p:cNvSpPr txBox="1"/>
          <p:nvPr>
            <p:custDataLst>
              <p:tags r:id="rId67"/>
            </p:custDataLst>
          </p:nvPr>
        </p:nvSpPr>
        <p:spPr>
          <a:xfrm>
            <a:off x="5729975" y="17424000"/>
            <a:ext cx="1404000" cy="360000"/>
          </a:xfrm>
          <a:prstGeom prst="rect">
            <a:avLst/>
          </a:prstGeom>
          <a:noFill/>
        </p:spPr>
        <p:txBody>
          <a:bodyPr wrap="none" lIns="0" tIns="0" rIns="0" bIns="0" anchor="ctr">
            <a:spAutoFit/>
          </a:bodyPr>
          <a:lstStyle/>
          <a:p>
            <a:pPr algn="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2100" b="0">
                <a:solidFill>
                  <a:srgbClr val="171C1D"/>
                </a:solidFill>
                <a:latin typeface="Times New Roman"/>
                <a:ea typeface="DFKai-SB"/>
                <a:cs typeface="Times New Roman"/>
              </a:rPr>
              <a:t>79.75%</a:t>
            </a:r>
          </a:p>
        </p:txBody>
      </p:sp>
      <p:sp>
        <p:nvSpPr>
          <p:cNvPr id="137" name="TextBox 136"/>
          <p:cNvSpPr txBox="1"/>
          <p:nvPr>
            <p:custDataLst>
              <p:tags r:id="rId68"/>
            </p:custDataLst>
          </p:nvPr>
        </p:nvSpPr>
        <p:spPr>
          <a:xfrm>
            <a:off x="576000" y="18036000"/>
            <a:ext cx="1584000" cy="360000"/>
          </a:xfrm>
          <a:prstGeom prst="rect">
            <a:avLst/>
          </a:prstGeom>
          <a:noFill/>
        </p:spPr>
        <p:txBody>
          <a:bodyPr wrap="none" lIns="0" tIns="0" rIns="0" bIns="0" anchor="ctr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800" b="0">
                <a:solidFill>
                  <a:srgbClr val="171C1D"/>
                </a:solidFill>
                <a:latin typeface="Times New Roman"/>
                <a:ea typeface="DFKai-SB"/>
                <a:cs typeface="Times New Roman"/>
              </a:rPr>
              <a:t>CTBM</a:t>
            </a:r>
          </a:p>
        </p:txBody>
      </p:sp>
      <p:sp>
        <p:nvSpPr>
          <p:cNvPr id="138" name="Rectangle 137"/>
          <p:cNvSpPr/>
          <p:nvPr/>
        </p:nvSpPr>
        <p:spPr>
          <a:xfrm>
            <a:off x="2304000" y="18108000"/>
            <a:ext cx="3384000" cy="216000"/>
          </a:xfrm>
          <a:prstGeom prst="rect">
            <a:avLst/>
          </a:prstGeom>
          <a:solidFill>
            <a:srgbClr val="F0F2F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>
              <a:latin typeface="Times New Roman"/>
              <a:ea typeface="DFKai-SB"/>
              <a:cs typeface="Times New Roman"/>
            </a:endParaRPr>
          </a:p>
        </p:txBody>
      </p:sp>
      <p:sp>
        <p:nvSpPr>
          <p:cNvPr id="139" name="Rectangle 138"/>
          <p:cNvSpPr/>
          <p:nvPr/>
        </p:nvSpPr>
        <p:spPr>
          <a:xfrm>
            <a:off x="2304000" y="18108000"/>
            <a:ext cx="3116757" cy="216000"/>
          </a:xfrm>
          <a:prstGeom prst="rect">
            <a:avLst/>
          </a:prstGeom>
          <a:solidFill>
            <a:srgbClr val="7294A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>
              <a:latin typeface="Times New Roman"/>
              <a:ea typeface="DFKai-SB"/>
              <a:cs typeface="Times New Roman"/>
            </a:endParaRPr>
          </a:p>
        </p:txBody>
      </p:sp>
      <p:sp>
        <p:nvSpPr>
          <p:cNvPr id="140" name="TextBox 139"/>
          <p:cNvSpPr txBox="1"/>
          <p:nvPr>
            <p:custDataLst>
              <p:tags r:id="rId69"/>
            </p:custDataLst>
          </p:nvPr>
        </p:nvSpPr>
        <p:spPr>
          <a:xfrm>
            <a:off x="5729975" y="18036000"/>
            <a:ext cx="1404000" cy="360000"/>
          </a:xfrm>
          <a:prstGeom prst="rect">
            <a:avLst/>
          </a:prstGeom>
          <a:noFill/>
        </p:spPr>
        <p:txBody>
          <a:bodyPr wrap="none" lIns="0" tIns="0" rIns="0" bIns="0" anchor="ctr">
            <a:spAutoFit/>
          </a:bodyPr>
          <a:lstStyle/>
          <a:p>
            <a:pPr algn="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2100" b="0">
                <a:solidFill>
                  <a:srgbClr val="171C1D"/>
                </a:solidFill>
                <a:latin typeface="Times New Roman"/>
                <a:ea typeface="DFKai-SB"/>
                <a:cs typeface="Times New Roman"/>
              </a:rPr>
              <a:t>92.10%</a:t>
            </a:r>
          </a:p>
        </p:txBody>
      </p:sp>
      <p:sp>
        <p:nvSpPr>
          <p:cNvPr id="141" name="TextBox 140"/>
          <p:cNvSpPr txBox="1"/>
          <p:nvPr>
            <p:custDataLst>
              <p:tags r:id="rId70"/>
            </p:custDataLst>
          </p:nvPr>
        </p:nvSpPr>
        <p:spPr>
          <a:xfrm>
            <a:off x="576000" y="18648000"/>
            <a:ext cx="1584000" cy="360000"/>
          </a:xfrm>
          <a:prstGeom prst="rect">
            <a:avLst/>
          </a:prstGeom>
          <a:noFill/>
        </p:spPr>
        <p:txBody>
          <a:bodyPr wrap="none" lIns="0" tIns="0" rIns="0" bIns="0" anchor="ctr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800" b="1">
                <a:solidFill>
                  <a:srgbClr val="105186"/>
                </a:solidFill>
                <a:latin typeface="Times New Roman"/>
                <a:ea typeface="DFKai-SB"/>
                <a:cs typeface="Times New Roman"/>
              </a:rPr>
              <a:t>OOF Gate</a:t>
            </a:r>
          </a:p>
        </p:txBody>
      </p:sp>
      <p:sp>
        <p:nvSpPr>
          <p:cNvPr id="142" name="Rectangle 141"/>
          <p:cNvSpPr/>
          <p:nvPr/>
        </p:nvSpPr>
        <p:spPr>
          <a:xfrm>
            <a:off x="2304000" y="18720000"/>
            <a:ext cx="3384000" cy="216000"/>
          </a:xfrm>
          <a:prstGeom prst="rect">
            <a:avLst/>
          </a:prstGeom>
          <a:solidFill>
            <a:srgbClr val="F0F2F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>
              <a:latin typeface="Times New Roman"/>
              <a:ea typeface="DFKai-SB"/>
              <a:cs typeface="Times New Roman"/>
            </a:endParaRPr>
          </a:p>
        </p:txBody>
      </p:sp>
      <p:sp>
        <p:nvSpPr>
          <p:cNvPr id="143" name="Rectangle 142"/>
          <p:cNvSpPr/>
          <p:nvPr/>
        </p:nvSpPr>
        <p:spPr>
          <a:xfrm>
            <a:off x="2304000" y="18720000"/>
            <a:ext cx="3148824" cy="216000"/>
          </a:xfrm>
          <a:prstGeom prst="rect">
            <a:avLst/>
          </a:prstGeom>
          <a:solidFill>
            <a:srgbClr val="FDB33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>
              <a:latin typeface="Times New Roman"/>
              <a:ea typeface="DFKai-SB"/>
              <a:cs typeface="Times New Roman"/>
            </a:endParaRPr>
          </a:p>
        </p:txBody>
      </p:sp>
      <p:sp>
        <p:nvSpPr>
          <p:cNvPr id="144" name="TextBox 143"/>
          <p:cNvSpPr txBox="1"/>
          <p:nvPr>
            <p:custDataLst>
              <p:tags r:id="rId71"/>
            </p:custDataLst>
          </p:nvPr>
        </p:nvSpPr>
        <p:spPr>
          <a:xfrm>
            <a:off x="5729975" y="18648000"/>
            <a:ext cx="1404000" cy="360000"/>
          </a:xfrm>
          <a:prstGeom prst="rect">
            <a:avLst/>
          </a:prstGeom>
          <a:noFill/>
        </p:spPr>
        <p:txBody>
          <a:bodyPr wrap="none" lIns="0" tIns="0" rIns="0" bIns="0" anchor="ctr">
            <a:spAutoFit/>
          </a:bodyPr>
          <a:lstStyle/>
          <a:p>
            <a:pPr algn="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2100" b="1">
                <a:solidFill>
                  <a:srgbClr val="105186"/>
                </a:solidFill>
                <a:latin typeface="Times New Roman"/>
                <a:ea typeface="DFKai-SB"/>
                <a:cs typeface="Times New Roman"/>
              </a:rPr>
              <a:t>93.05%</a:t>
            </a:r>
          </a:p>
        </p:txBody>
      </p:sp>
      <p:sp>
        <p:nvSpPr>
          <p:cNvPr id="145" name="TextBox 144"/>
          <p:cNvSpPr txBox="1"/>
          <p:nvPr>
            <p:custDataLst>
              <p:tags r:id="rId72"/>
            </p:custDataLst>
          </p:nvPr>
        </p:nvSpPr>
        <p:spPr>
          <a:xfrm>
            <a:off x="576000" y="19260000"/>
            <a:ext cx="6624000" cy="324000"/>
          </a:xfrm>
          <a:prstGeom prst="rect">
            <a:avLst/>
          </a:prstGeom>
          <a:noFill/>
        </p:spPr>
        <p:txBody>
          <a:bodyPr wrap="none" lIns="0" tIns="0" rIns="0" bIns="0" anchor="ctr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600" b="0">
                <a:solidFill>
                  <a:srgbClr val="53666E"/>
                </a:solidFill>
                <a:latin typeface="Times New Roman"/>
                <a:ea typeface="DFKai-SB"/>
                <a:cs typeface="Times New Roman"/>
              </a:rPr>
              <a:t>整體準確率98.08%·固定17類分類</a:t>
            </a:r>
          </a:p>
        </p:txBody>
      </p:sp>
      <p:cxnSp>
        <p:nvCxnSpPr>
          <p:cNvPr id="146" name="Connector 145"/>
          <p:cNvCxnSpPr/>
          <p:nvPr/>
        </p:nvCxnSpPr>
        <p:spPr>
          <a:xfrm>
            <a:off x="7560000" y="16920000"/>
            <a:ext cx="0" cy="2844000"/>
          </a:xfrm>
          <a:prstGeom prst="line">
            <a:avLst/>
          </a:prstGeom>
          <a:ln w="12700">
            <a:solidFill>
              <a:srgbClr val="D6DDE0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47" name="TextBox 146"/>
          <p:cNvSpPr txBox="1"/>
          <p:nvPr>
            <p:custDataLst>
              <p:tags r:id="rId73"/>
            </p:custDataLst>
          </p:nvPr>
        </p:nvSpPr>
        <p:spPr>
          <a:xfrm>
            <a:off x="7920000" y="16920000"/>
            <a:ext cx="6624000" cy="360000"/>
          </a:xfrm>
          <a:prstGeom prst="rect">
            <a:avLst/>
          </a:prstGeom>
          <a:noFill/>
        </p:spPr>
        <p:txBody>
          <a:bodyPr wrap="none" lIns="0" tIns="0" rIns="0" bIns="0" anchor="ctr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700" b="0">
                <a:solidFill>
                  <a:srgbClr val="171C1D"/>
                </a:solidFill>
                <a:latin typeface="Times New Roman"/>
                <a:ea typeface="DFKai-SB"/>
                <a:cs typeface="Times New Roman"/>
              </a:rPr>
              <a:t>1,550筆訓練案例／463筆查詢</a:t>
            </a:r>
          </a:p>
        </p:txBody>
      </p:sp>
      <p:sp>
        <p:nvSpPr>
          <p:cNvPr id="148" name="TextBox 147"/>
          <p:cNvSpPr txBox="1"/>
          <p:nvPr>
            <p:custDataLst>
              <p:tags r:id="rId74"/>
            </p:custDataLst>
          </p:nvPr>
        </p:nvSpPr>
        <p:spPr>
          <a:xfrm>
            <a:off x="7920000" y="17352000"/>
            <a:ext cx="6624000" cy="432000"/>
          </a:xfrm>
          <a:prstGeom prst="rect">
            <a:avLst/>
          </a:prstGeom>
          <a:noFill/>
        </p:spPr>
        <p:txBody>
          <a:bodyPr wrap="none" lIns="0" tIns="0" rIns="0" bIns="0" anchor="ctr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2800" b="1">
                <a:solidFill>
                  <a:srgbClr val="105186"/>
                </a:solidFill>
                <a:latin typeface="Times New Roman"/>
                <a:ea typeface="DFKai-SB"/>
                <a:cs typeface="Times New Roman"/>
              </a:rPr>
              <a:t>Top-5  97.62%</a:t>
            </a:r>
          </a:p>
        </p:txBody>
      </p:sp>
      <p:sp>
        <p:nvSpPr>
          <p:cNvPr id="149" name="TextBox 148"/>
          <p:cNvSpPr txBox="1"/>
          <p:nvPr>
            <p:custDataLst>
              <p:tags r:id="rId75"/>
            </p:custDataLst>
          </p:nvPr>
        </p:nvSpPr>
        <p:spPr>
          <a:xfrm>
            <a:off x="7920000" y="17892000"/>
            <a:ext cx="6624000" cy="360000"/>
          </a:xfrm>
          <a:prstGeom prst="rect">
            <a:avLst/>
          </a:prstGeom>
          <a:noFill/>
        </p:spPr>
        <p:txBody>
          <a:bodyPr wrap="none" lIns="0" tIns="0" rIns="0" bIns="0" anchor="ctr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500" b="0">
                <a:solidFill>
                  <a:srgbClr val="53666E"/>
                </a:solidFill>
                <a:latin typeface="Times New Roman"/>
                <a:ea typeface="DFKai-SB"/>
                <a:cs typeface="Times New Roman"/>
              </a:rPr>
              <a:t>MRR@5  93.89%·訓練／查詢重疊0</a:t>
            </a:r>
          </a:p>
        </p:txBody>
      </p:sp>
      <p:sp>
        <p:nvSpPr>
          <p:cNvPr id="150" name="TextBox 149"/>
          <p:cNvSpPr txBox="1"/>
          <p:nvPr>
            <p:custDataLst>
              <p:tags r:id="rId76"/>
            </p:custDataLst>
          </p:nvPr>
        </p:nvSpPr>
        <p:spPr>
          <a:xfrm>
            <a:off x="7878725" y="18360000"/>
            <a:ext cx="2088000" cy="432000"/>
          </a:xfrm>
          <a:prstGeom prst="rect">
            <a:avLst/>
          </a:prstGeom>
          <a:noFill/>
        </p:spPr>
        <p:txBody>
          <a:bodyPr wrap="none" lIns="0" tIns="0" rIns="0" bIns="0" anchor="ctr">
            <a:spAutoFit/>
          </a:bodyPr>
          <a:lstStyle/>
          <a:p>
            <a:pPr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2600" b="0">
                <a:solidFill>
                  <a:srgbClr val="105186"/>
                </a:solidFill>
                <a:latin typeface="Times New Roman"/>
                <a:ea typeface="DFKai-SB"/>
                <a:cs typeface="Times New Roman"/>
              </a:rPr>
              <a:t>415</a:t>
            </a:r>
          </a:p>
        </p:txBody>
      </p:sp>
      <p:sp>
        <p:nvSpPr>
          <p:cNvPr id="151" name="TextBox 150"/>
          <p:cNvSpPr txBox="1"/>
          <p:nvPr>
            <p:custDataLst>
              <p:tags r:id="rId77"/>
            </p:custDataLst>
          </p:nvPr>
        </p:nvSpPr>
        <p:spPr>
          <a:xfrm>
            <a:off x="7893013" y="18828000"/>
            <a:ext cx="2088000" cy="324000"/>
          </a:xfrm>
          <a:prstGeom prst="rect">
            <a:avLst/>
          </a:prstGeom>
          <a:noFill/>
        </p:spPr>
        <p:txBody>
          <a:bodyPr wrap="none" lIns="0" tIns="0" rIns="0" bIns="0" anchor="ctr">
            <a:spAutoFit/>
          </a:bodyPr>
          <a:lstStyle/>
          <a:p>
            <a:pPr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700" b="0">
                <a:solidFill>
                  <a:srgbClr val="171C1D"/>
                </a:solidFill>
                <a:latin typeface="Times New Roman"/>
                <a:ea typeface="DFKai-SB"/>
                <a:cs typeface="Times New Roman"/>
              </a:rPr>
              <a:t>支持</a:t>
            </a:r>
          </a:p>
        </p:txBody>
      </p:sp>
      <p:sp>
        <p:nvSpPr>
          <p:cNvPr id="152" name="TextBox 151"/>
          <p:cNvSpPr txBox="1"/>
          <p:nvPr>
            <p:custDataLst>
              <p:tags r:id="rId78"/>
            </p:custDataLst>
          </p:nvPr>
        </p:nvSpPr>
        <p:spPr>
          <a:xfrm>
            <a:off x="10146725" y="18360000"/>
            <a:ext cx="2088000" cy="432000"/>
          </a:xfrm>
          <a:prstGeom prst="rect">
            <a:avLst/>
          </a:prstGeom>
          <a:noFill/>
        </p:spPr>
        <p:txBody>
          <a:bodyPr wrap="none" lIns="0" tIns="0" rIns="0" bIns="0" anchor="ctr">
            <a:spAutoFit/>
          </a:bodyPr>
          <a:lstStyle/>
          <a:p>
            <a:pPr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2600" b="0">
                <a:solidFill>
                  <a:srgbClr val="105186"/>
                </a:solidFill>
                <a:latin typeface="Times New Roman"/>
                <a:ea typeface="DFKai-SB"/>
                <a:cs typeface="Times New Roman"/>
              </a:rPr>
              <a:t>13</a:t>
            </a:r>
          </a:p>
        </p:txBody>
      </p:sp>
      <p:sp>
        <p:nvSpPr>
          <p:cNvPr id="153" name="TextBox 152"/>
          <p:cNvSpPr txBox="1"/>
          <p:nvPr>
            <p:custDataLst>
              <p:tags r:id="rId79"/>
            </p:custDataLst>
          </p:nvPr>
        </p:nvSpPr>
        <p:spPr>
          <a:xfrm>
            <a:off x="10161012" y="18828000"/>
            <a:ext cx="2088000" cy="324000"/>
          </a:xfrm>
          <a:prstGeom prst="rect">
            <a:avLst/>
          </a:prstGeom>
          <a:noFill/>
        </p:spPr>
        <p:txBody>
          <a:bodyPr wrap="none" lIns="0" tIns="0" rIns="0" bIns="0" anchor="ctr">
            <a:spAutoFit/>
          </a:bodyPr>
          <a:lstStyle/>
          <a:p>
            <a:pPr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700" b="0">
                <a:solidFill>
                  <a:srgbClr val="171C1D"/>
                </a:solidFill>
                <a:latin typeface="Times New Roman"/>
                <a:ea typeface="DFKai-SB"/>
                <a:cs typeface="Times New Roman"/>
              </a:rPr>
              <a:t>複核</a:t>
            </a:r>
          </a:p>
        </p:txBody>
      </p:sp>
      <p:sp>
        <p:nvSpPr>
          <p:cNvPr id="154" name="TextBox 153"/>
          <p:cNvSpPr txBox="1"/>
          <p:nvPr>
            <p:custDataLst>
              <p:tags r:id="rId80"/>
            </p:custDataLst>
          </p:nvPr>
        </p:nvSpPr>
        <p:spPr>
          <a:xfrm>
            <a:off x="12414726" y="18360000"/>
            <a:ext cx="2088000" cy="432000"/>
          </a:xfrm>
          <a:prstGeom prst="rect">
            <a:avLst/>
          </a:prstGeom>
          <a:noFill/>
        </p:spPr>
        <p:txBody>
          <a:bodyPr wrap="none" lIns="0" tIns="0" rIns="0" bIns="0" anchor="ctr">
            <a:spAutoFit/>
          </a:bodyPr>
          <a:lstStyle/>
          <a:p>
            <a:pPr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2600" b="0">
                <a:solidFill>
                  <a:srgbClr val="105186"/>
                </a:solidFill>
                <a:latin typeface="Times New Roman"/>
                <a:ea typeface="DFKai-SB"/>
                <a:cs typeface="Times New Roman"/>
              </a:rPr>
              <a:t>35</a:t>
            </a:r>
          </a:p>
        </p:txBody>
      </p:sp>
      <p:sp>
        <p:nvSpPr>
          <p:cNvPr id="155" name="TextBox 154"/>
          <p:cNvSpPr txBox="1"/>
          <p:nvPr>
            <p:custDataLst>
              <p:tags r:id="rId81"/>
            </p:custDataLst>
          </p:nvPr>
        </p:nvSpPr>
        <p:spPr>
          <a:xfrm>
            <a:off x="12429013" y="18828000"/>
            <a:ext cx="2088000" cy="324000"/>
          </a:xfrm>
          <a:prstGeom prst="rect">
            <a:avLst/>
          </a:prstGeom>
          <a:noFill/>
        </p:spPr>
        <p:txBody>
          <a:bodyPr wrap="none" lIns="0" tIns="0" rIns="0" bIns="0" anchor="ctr">
            <a:spAutoFit/>
          </a:bodyPr>
          <a:lstStyle/>
          <a:p>
            <a:pPr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700" b="0">
                <a:solidFill>
                  <a:srgbClr val="171C1D"/>
                </a:solidFill>
                <a:latin typeface="Times New Roman"/>
                <a:ea typeface="DFKai-SB"/>
                <a:cs typeface="Times New Roman"/>
              </a:rPr>
              <a:t>不確定</a:t>
            </a:r>
          </a:p>
        </p:txBody>
      </p:sp>
      <p:sp>
        <p:nvSpPr>
          <p:cNvPr id="156" name="TextBox 155"/>
          <p:cNvSpPr txBox="1"/>
          <p:nvPr>
            <p:custDataLst>
              <p:tags r:id="rId82"/>
            </p:custDataLst>
          </p:nvPr>
        </p:nvSpPr>
        <p:spPr>
          <a:xfrm>
            <a:off x="7920000" y="19296000"/>
            <a:ext cx="6624000" cy="504000"/>
          </a:xfrm>
          <a:prstGeom prst="rect">
            <a:avLst/>
          </a:prstGeom>
          <a:noFill/>
        </p:spPr>
        <p:txBody>
          <a:bodyPr wrap="none" lIns="0" tIns="0" rIns="0" bIns="0" anchor="ctr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450" b="0">
                <a:solidFill>
                  <a:srgbClr val="53666E"/>
                </a:solidFill>
                <a:latin typeface="Times New Roman"/>
                <a:ea typeface="DFKai-SB"/>
                <a:cs typeface="Times New Roman"/>
              </a:rPr>
              <a:t>30筆偵測誤判中18筆分流</a:t>
            </a:r>
          </a:p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450" b="0">
                <a:solidFill>
                  <a:srgbClr val="53666E"/>
                </a:solidFill>
                <a:latin typeface="Times New Roman"/>
                <a:ea typeface="DFKai-SB"/>
                <a:cs typeface="Times New Roman"/>
              </a:rPr>
              <a:t>其餘12筆獲支持，處置另經策略檢查</a:t>
            </a:r>
          </a:p>
        </p:txBody>
      </p:sp>
      <p:cxnSp>
        <p:nvCxnSpPr>
          <p:cNvPr id="157" name="Connector 156"/>
          <p:cNvCxnSpPr/>
          <p:nvPr/>
        </p:nvCxnSpPr>
        <p:spPr>
          <a:xfrm>
            <a:off x="576000" y="19872000"/>
            <a:ext cx="13968000" cy="0"/>
          </a:xfrm>
          <a:prstGeom prst="line">
            <a:avLst/>
          </a:prstGeom>
          <a:ln w="12700">
            <a:solidFill>
              <a:srgbClr val="D6DDE0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58" name="TextBox 157"/>
          <p:cNvSpPr txBox="1"/>
          <p:nvPr>
            <p:custDataLst>
              <p:tags r:id="rId83"/>
            </p:custDataLst>
          </p:nvPr>
        </p:nvSpPr>
        <p:spPr>
          <a:xfrm>
            <a:off x="576000" y="19980000"/>
            <a:ext cx="2412000" cy="576000"/>
          </a:xfrm>
          <a:prstGeom prst="rect">
            <a:avLst/>
          </a:prstGeom>
          <a:noFill/>
        </p:spPr>
        <p:txBody>
          <a:bodyPr wrap="none" lIns="0" tIns="0" rIns="0" bIns="0" anchor="ctr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600" b="0">
                <a:solidFill>
                  <a:srgbClr val="105186"/>
                </a:solidFill>
                <a:latin typeface="Times New Roman"/>
                <a:ea typeface="DFKai-SB"/>
                <a:cs typeface="Times New Roman"/>
              </a:rPr>
              <a:t>17類本機重跑</a:t>
            </a:r>
          </a:p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600" b="0">
                <a:solidFill>
                  <a:srgbClr val="105186"/>
                </a:solidFill>
                <a:latin typeface="Times New Roman"/>
                <a:ea typeface="DFKai-SB"/>
                <a:cs typeface="Times New Roman"/>
              </a:rPr>
              <a:t>6種隔離TCP情境</a:t>
            </a:r>
          </a:p>
        </p:txBody>
      </p:sp>
      <p:sp>
        <p:nvSpPr>
          <p:cNvPr id="159" name="Rectangle 158"/>
          <p:cNvSpPr/>
          <p:nvPr/>
        </p:nvSpPr>
        <p:spPr>
          <a:xfrm>
            <a:off x="3240000" y="19980000"/>
            <a:ext cx="1116000" cy="324000"/>
          </a:xfrm>
          <a:prstGeom prst="rect">
            <a:avLst/>
          </a:prstGeom>
          <a:solidFill>
            <a:srgbClr val="F0F2F3"/>
          </a:solidFill>
          <a:ln w="10160">
            <a:solidFill>
              <a:srgbClr val="D6DDE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>
              <a:latin typeface="Times New Roman"/>
              <a:ea typeface="DFKai-SB"/>
              <a:cs typeface="Times New Roman"/>
            </a:endParaRPr>
          </a:p>
        </p:txBody>
      </p:sp>
      <p:sp>
        <p:nvSpPr>
          <p:cNvPr id="160" name="TextBox 159"/>
          <p:cNvSpPr txBox="1"/>
          <p:nvPr>
            <p:custDataLst>
              <p:tags r:id="rId84"/>
            </p:custDataLst>
          </p:nvPr>
        </p:nvSpPr>
        <p:spPr>
          <a:xfrm>
            <a:off x="3214600" y="19980000"/>
            <a:ext cx="1116000" cy="324000"/>
          </a:xfrm>
          <a:prstGeom prst="rect">
            <a:avLst/>
          </a:prstGeom>
          <a:noFill/>
        </p:spPr>
        <p:txBody>
          <a:bodyPr wrap="none" lIns="0" tIns="0" rIns="0" bIns="0" anchor="ctr">
            <a:spAutoFit/>
          </a:bodyPr>
          <a:lstStyle/>
          <a:p>
            <a:pPr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600" b="0">
                <a:solidFill>
                  <a:srgbClr val="105186"/>
                </a:solidFill>
                <a:latin typeface="Times New Roman"/>
                <a:ea typeface="DFKai-SB"/>
                <a:cs typeface="Times New Roman"/>
              </a:rPr>
              <a:t>正常</a:t>
            </a:r>
          </a:p>
        </p:txBody>
      </p:sp>
      <p:sp>
        <p:nvSpPr>
          <p:cNvPr id="161" name="TextBox 160"/>
          <p:cNvSpPr txBox="1"/>
          <p:nvPr>
            <p:custDataLst>
              <p:tags r:id="rId85"/>
            </p:custDataLst>
          </p:nvPr>
        </p:nvSpPr>
        <p:spPr>
          <a:xfrm>
            <a:off x="3217775" y="20304000"/>
            <a:ext cx="1116000" cy="216000"/>
          </a:xfrm>
          <a:prstGeom prst="rect">
            <a:avLst/>
          </a:prstGeom>
          <a:noFill/>
        </p:spPr>
        <p:txBody>
          <a:bodyPr wrap="none" lIns="0" tIns="0" rIns="0" bIns="0" anchor="ctr">
            <a:spAutoFit/>
          </a:bodyPr>
          <a:lstStyle/>
          <a:p>
            <a:pPr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400" b="0">
                <a:solidFill>
                  <a:srgbClr val="171C1D"/>
                </a:solidFill>
                <a:latin typeface="Times New Roman"/>
                <a:ea typeface="DFKai-SB"/>
                <a:cs typeface="Times New Roman"/>
              </a:rPr>
              <a:t>監測</a:t>
            </a:r>
          </a:p>
        </p:txBody>
      </p:sp>
      <p:sp>
        <p:nvSpPr>
          <p:cNvPr id="162" name="Rectangle 161"/>
          <p:cNvSpPr/>
          <p:nvPr/>
        </p:nvSpPr>
        <p:spPr>
          <a:xfrm>
            <a:off x="4500000" y="19980000"/>
            <a:ext cx="1116000" cy="324000"/>
          </a:xfrm>
          <a:prstGeom prst="rect">
            <a:avLst/>
          </a:prstGeom>
          <a:solidFill>
            <a:srgbClr val="FFF4DD"/>
          </a:solidFill>
          <a:ln w="10160">
            <a:solidFill>
              <a:srgbClr val="D6DDE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>
              <a:latin typeface="Times New Roman"/>
              <a:ea typeface="DFKai-SB"/>
              <a:cs typeface="Times New Roman"/>
            </a:endParaRPr>
          </a:p>
        </p:txBody>
      </p:sp>
      <p:sp>
        <p:nvSpPr>
          <p:cNvPr id="163" name="TextBox 162"/>
          <p:cNvSpPr txBox="1"/>
          <p:nvPr>
            <p:custDataLst>
              <p:tags r:id="rId86"/>
            </p:custDataLst>
          </p:nvPr>
        </p:nvSpPr>
        <p:spPr>
          <a:xfrm>
            <a:off x="4474600" y="19980000"/>
            <a:ext cx="1116000" cy="324000"/>
          </a:xfrm>
          <a:prstGeom prst="rect">
            <a:avLst/>
          </a:prstGeom>
          <a:noFill/>
        </p:spPr>
        <p:txBody>
          <a:bodyPr wrap="none" lIns="0" tIns="0" rIns="0" bIns="0" anchor="ctr">
            <a:spAutoFit/>
          </a:bodyPr>
          <a:lstStyle/>
          <a:p>
            <a:pPr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600" b="0">
                <a:solidFill>
                  <a:srgbClr val="105186"/>
                </a:solidFill>
                <a:latin typeface="Times New Roman"/>
                <a:ea typeface="DFKai-SB"/>
                <a:cs typeface="Times New Roman"/>
              </a:rPr>
              <a:t>FTP</a:t>
            </a:r>
          </a:p>
        </p:txBody>
      </p:sp>
      <p:sp>
        <p:nvSpPr>
          <p:cNvPr id="164" name="TextBox 163"/>
          <p:cNvSpPr txBox="1"/>
          <p:nvPr>
            <p:custDataLst>
              <p:tags r:id="rId87"/>
            </p:custDataLst>
          </p:nvPr>
        </p:nvSpPr>
        <p:spPr>
          <a:xfrm>
            <a:off x="4477775" y="20304000"/>
            <a:ext cx="1116000" cy="216000"/>
          </a:xfrm>
          <a:prstGeom prst="rect">
            <a:avLst/>
          </a:prstGeom>
          <a:noFill/>
        </p:spPr>
        <p:txBody>
          <a:bodyPr wrap="none" lIns="0" tIns="0" rIns="0" bIns="0" anchor="ctr">
            <a:spAutoFit/>
          </a:bodyPr>
          <a:lstStyle/>
          <a:p>
            <a:pPr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400" b="0">
                <a:solidFill>
                  <a:srgbClr val="171C1D"/>
                </a:solidFill>
                <a:latin typeface="Times New Roman"/>
                <a:ea typeface="DFKai-SB"/>
                <a:cs typeface="Times New Roman"/>
              </a:rPr>
              <a:t>規則</a:t>
            </a:r>
          </a:p>
        </p:txBody>
      </p:sp>
      <p:sp>
        <p:nvSpPr>
          <p:cNvPr id="165" name="Rectangle 164"/>
          <p:cNvSpPr/>
          <p:nvPr/>
        </p:nvSpPr>
        <p:spPr>
          <a:xfrm>
            <a:off x="5760000" y="19980000"/>
            <a:ext cx="1116000" cy="324000"/>
          </a:xfrm>
          <a:prstGeom prst="rect">
            <a:avLst/>
          </a:prstGeom>
          <a:solidFill>
            <a:srgbClr val="FFF4DD"/>
          </a:solidFill>
          <a:ln w="10160">
            <a:solidFill>
              <a:srgbClr val="D6DDE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>
              <a:latin typeface="Times New Roman"/>
              <a:ea typeface="DFKai-SB"/>
              <a:cs typeface="Times New Roman"/>
            </a:endParaRPr>
          </a:p>
        </p:txBody>
      </p:sp>
      <p:sp>
        <p:nvSpPr>
          <p:cNvPr id="166" name="TextBox 165"/>
          <p:cNvSpPr txBox="1"/>
          <p:nvPr>
            <p:custDataLst>
              <p:tags r:id="rId88"/>
            </p:custDataLst>
          </p:nvPr>
        </p:nvSpPr>
        <p:spPr>
          <a:xfrm>
            <a:off x="5734600" y="19980000"/>
            <a:ext cx="1116000" cy="324000"/>
          </a:xfrm>
          <a:prstGeom prst="rect">
            <a:avLst/>
          </a:prstGeom>
          <a:noFill/>
        </p:spPr>
        <p:txBody>
          <a:bodyPr wrap="none" lIns="0" tIns="0" rIns="0" bIns="0" anchor="ctr">
            <a:spAutoFit/>
          </a:bodyPr>
          <a:lstStyle/>
          <a:p>
            <a:pPr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600" b="0">
                <a:solidFill>
                  <a:srgbClr val="105186"/>
                </a:solidFill>
                <a:latin typeface="Times New Roman"/>
                <a:ea typeface="DFKai-SB"/>
                <a:cs typeface="Times New Roman"/>
              </a:rPr>
              <a:t>SSH</a:t>
            </a:r>
          </a:p>
        </p:txBody>
      </p:sp>
      <p:sp>
        <p:nvSpPr>
          <p:cNvPr id="167" name="TextBox 166"/>
          <p:cNvSpPr txBox="1"/>
          <p:nvPr>
            <p:custDataLst>
              <p:tags r:id="rId89"/>
            </p:custDataLst>
          </p:nvPr>
        </p:nvSpPr>
        <p:spPr>
          <a:xfrm>
            <a:off x="5737775" y="20304000"/>
            <a:ext cx="1116000" cy="216000"/>
          </a:xfrm>
          <a:prstGeom prst="rect">
            <a:avLst/>
          </a:prstGeom>
          <a:noFill/>
        </p:spPr>
        <p:txBody>
          <a:bodyPr wrap="none" lIns="0" tIns="0" rIns="0" bIns="0" anchor="ctr">
            <a:spAutoFit/>
          </a:bodyPr>
          <a:lstStyle/>
          <a:p>
            <a:pPr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400" b="0">
                <a:solidFill>
                  <a:srgbClr val="171C1D"/>
                </a:solidFill>
                <a:latin typeface="Times New Roman"/>
                <a:ea typeface="DFKai-SB"/>
                <a:cs typeface="Times New Roman"/>
              </a:rPr>
              <a:t>規則</a:t>
            </a:r>
          </a:p>
        </p:txBody>
      </p:sp>
      <p:sp>
        <p:nvSpPr>
          <p:cNvPr id="168" name="Rectangle 167"/>
          <p:cNvSpPr/>
          <p:nvPr/>
        </p:nvSpPr>
        <p:spPr>
          <a:xfrm>
            <a:off x="7020000" y="19980000"/>
            <a:ext cx="1116000" cy="324000"/>
          </a:xfrm>
          <a:prstGeom prst="rect">
            <a:avLst/>
          </a:prstGeom>
          <a:solidFill>
            <a:srgbClr val="FFF4DD"/>
          </a:solidFill>
          <a:ln w="10160">
            <a:solidFill>
              <a:srgbClr val="D6DDE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>
              <a:latin typeface="Times New Roman"/>
              <a:ea typeface="DFKai-SB"/>
              <a:cs typeface="Times New Roman"/>
            </a:endParaRPr>
          </a:p>
        </p:txBody>
      </p:sp>
      <p:sp>
        <p:nvSpPr>
          <p:cNvPr id="169" name="TextBox 168"/>
          <p:cNvSpPr txBox="1"/>
          <p:nvPr>
            <p:custDataLst>
              <p:tags r:id="rId90"/>
            </p:custDataLst>
          </p:nvPr>
        </p:nvSpPr>
        <p:spPr>
          <a:xfrm>
            <a:off x="6994600" y="19980000"/>
            <a:ext cx="1116000" cy="324000"/>
          </a:xfrm>
          <a:prstGeom prst="rect">
            <a:avLst/>
          </a:prstGeom>
          <a:noFill/>
        </p:spPr>
        <p:txBody>
          <a:bodyPr wrap="none" lIns="0" tIns="0" rIns="0" bIns="0" anchor="ctr">
            <a:spAutoFit/>
          </a:bodyPr>
          <a:lstStyle/>
          <a:p>
            <a:pPr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600" b="0">
                <a:solidFill>
                  <a:srgbClr val="105186"/>
                </a:solidFill>
                <a:latin typeface="Times New Roman"/>
                <a:ea typeface="DFKai-SB"/>
                <a:cs typeface="Times New Roman"/>
              </a:rPr>
              <a:t>HTTP</a:t>
            </a:r>
          </a:p>
        </p:txBody>
      </p:sp>
      <p:sp>
        <p:nvSpPr>
          <p:cNvPr id="170" name="TextBox 169"/>
          <p:cNvSpPr txBox="1"/>
          <p:nvPr>
            <p:custDataLst>
              <p:tags r:id="rId91"/>
            </p:custDataLst>
          </p:nvPr>
        </p:nvSpPr>
        <p:spPr>
          <a:xfrm>
            <a:off x="6997775" y="20304000"/>
            <a:ext cx="1116000" cy="216000"/>
          </a:xfrm>
          <a:prstGeom prst="rect">
            <a:avLst/>
          </a:prstGeom>
          <a:noFill/>
        </p:spPr>
        <p:txBody>
          <a:bodyPr wrap="none" lIns="0" tIns="0" rIns="0" bIns="0" anchor="ctr">
            <a:spAutoFit/>
          </a:bodyPr>
          <a:lstStyle/>
          <a:p>
            <a:pPr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400" b="0">
                <a:solidFill>
                  <a:srgbClr val="171C1D"/>
                </a:solidFill>
                <a:latin typeface="Times New Roman"/>
                <a:ea typeface="DFKai-SB"/>
                <a:cs typeface="Times New Roman"/>
              </a:rPr>
              <a:t>規則</a:t>
            </a:r>
          </a:p>
        </p:txBody>
      </p:sp>
      <p:sp>
        <p:nvSpPr>
          <p:cNvPr id="171" name="Rectangle 170"/>
          <p:cNvSpPr/>
          <p:nvPr/>
        </p:nvSpPr>
        <p:spPr>
          <a:xfrm>
            <a:off x="8280000" y="19980000"/>
            <a:ext cx="1116000" cy="324000"/>
          </a:xfrm>
          <a:prstGeom prst="rect">
            <a:avLst/>
          </a:prstGeom>
          <a:solidFill>
            <a:srgbClr val="F0F2F3"/>
          </a:solidFill>
          <a:ln w="10160">
            <a:solidFill>
              <a:srgbClr val="D6DDE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>
              <a:latin typeface="Times New Roman"/>
              <a:ea typeface="DFKai-SB"/>
              <a:cs typeface="Times New Roman"/>
            </a:endParaRPr>
          </a:p>
        </p:txBody>
      </p:sp>
      <p:sp>
        <p:nvSpPr>
          <p:cNvPr id="172" name="TextBox 171"/>
          <p:cNvSpPr txBox="1"/>
          <p:nvPr>
            <p:custDataLst>
              <p:tags r:id="rId92"/>
            </p:custDataLst>
          </p:nvPr>
        </p:nvSpPr>
        <p:spPr>
          <a:xfrm>
            <a:off x="8254600" y="19980000"/>
            <a:ext cx="1116000" cy="324000"/>
          </a:xfrm>
          <a:prstGeom prst="rect">
            <a:avLst/>
          </a:prstGeom>
          <a:noFill/>
        </p:spPr>
        <p:txBody>
          <a:bodyPr wrap="none" lIns="0" tIns="0" rIns="0" bIns="0" anchor="ctr">
            <a:spAutoFit/>
          </a:bodyPr>
          <a:lstStyle/>
          <a:p>
            <a:pPr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600" b="0">
                <a:solidFill>
                  <a:srgbClr val="105186"/>
                </a:solidFill>
                <a:latin typeface="Times New Roman"/>
                <a:ea typeface="DFKai-SB"/>
                <a:cs typeface="Times New Roman"/>
              </a:rPr>
              <a:t>XSS</a:t>
            </a:r>
          </a:p>
        </p:txBody>
      </p:sp>
      <p:sp>
        <p:nvSpPr>
          <p:cNvPr id="173" name="TextBox 172"/>
          <p:cNvSpPr txBox="1"/>
          <p:nvPr>
            <p:custDataLst>
              <p:tags r:id="rId93"/>
            </p:custDataLst>
          </p:nvPr>
        </p:nvSpPr>
        <p:spPr>
          <a:xfrm>
            <a:off x="8257775" y="20304000"/>
            <a:ext cx="1116000" cy="216000"/>
          </a:xfrm>
          <a:prstGeom prst="rect">
            <a:avLst/>
          </a:prstGeom>
          <a:noFill/>
        </p:spPr>
        <p:txBody>
          <a:bodyPr wrap="none" lIns="0" tIns="0" rIns="0" bIns="0" anchor="ctr">
            <a:spAutoFit/>
          </a:bodyPr>
          <a:lstStyle/>
          <a:p>
            <a:pPr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400" b="0">
                <a:solidFill>
                  <a:srgbClr val="171C1D"/>
                </a:solidFill>
                <a:latin typeface="Times New Roman"/>
                <a:ea typeface="DFKai-SB"/>
                <a:cs typeface="Times New Roman"/>
              </a:rPr>
              <a:t>蒐證</a:t>
            </a:r>
          </a:p>
        </p:txBody>
      </p:sp>
      <p:sp>
        <p:nvSpPr>
          <p:cNvPr id="174" name="Rectangle 173"/>
          <p:cNvSpPr/>
          <p:nvPr/>
        </p:nvSpPr>
        <p:spPr>
          <a:xfrm>
            <a:off x="9540000" y="19980000"/>
            <a:ext cx="1116000" cy="324000"/>
          </a:xfrm>
          <a:prstGeom prst="rect">
            <a:avLst/>
          </a:prstGeom>
          <a:solidFill>
            <a:srgbClr val="FFF4DD"/>
          </a:solidFill>
          <a:ln w="10160">
            <a:solidFill>
              <a:srgbClr val="D6DDE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>
              <a:latin typeface="Times New Roman"/>
              <a:ea typeface="DFKai-SB"/>
              <a:cs typeface="Times New Roman"/>
            </a:endParaRPr>
          </a:p>
        </p:txBody>
      </p:sp>
      <p:sp>
        <p:nvSpPr>
          <p:cNvPr id="175" name="TextBox 174"/>
          <p:cNvSpPr txBox="1"/>
          <p:nvPr>
            <p:custDataLst>
              <p:tags r:id="rId94"/>
            </p:custDataLst>
          </p:nvPr>
        </p:nvSpPr>
        <p:spPr>
          <a:xfrm>
            <a:off x="9514600" y="19980000"/>
            <a:ext cx="1116000" cy="324000"/>
          </a:xfrm>
          <a:prstGeom prst="rect">
            <a:avLst/>
          </a:prstGeom>
          <a:noFill/>
        </p:spPr>
        <p:txBody>
          <a:bodyPr wrap="none" lIns="0" tIns="0" rIns="0" bIns="0" anchor="ctr">
            <a:spAutoFit/>
          </a:bodyPr>
          <a:lstStyle/>
          <a:p>
            <a:pPr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600" b="0">
                <a:solidFill>
                  <a:srgbClr val="105186"/>
                </a:solidFill>
                <a:latin typeface="Times New Roman"/>
                <a:ea typeface="DFKai-SB"/>
                <a:cs typeface="Times New Roman"/>
              </a:rPr>
              <a:t>Bot</a:t>
            </a:r>
          </a:p>
        </p:txBody>
      </p:sp>
      <p:sp>
        <p:nvSpPr>
          <p:cNvPr id="176" name="TextBox 175"/>
          <p:cNvSpPr txBox="1"/>
          <p:nvPr>
            <p:custDataLst>
              <p:tags r:id="rId95"/>
            </p:custDataLst>
          </p:nvPr>
        </p:nvSpPr>
        <p:spPr>
          <a:xfrm>
            <a:off x="9517775" y="20304000"/>
            <a:ext cx="1116000" cy="216000"/>
          </a:xfrm>
          <a:prstGeom prst="rect">
            <a:avLst/>
          </a:prstGeom>
          <a:noFill/>
        </p:spPr>
        <p:txBody>
          <a:bodyPr wrap="none" lIns="0" tIns="0" rIns="0" bIns="0" anchor="ctr">
            <a:spAutoFit/>
          </a:bodyPr>
          <a:lstStyle/>
          <a:p>
            <a:pPr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400" b="0">
                <a:solidFill>
                  <a:srgbClr val="171C1D"/>
                </a:solidFill>
                <a:latin typeface="Times New Roman"/>
                <a:ea typeface="DFKai-SB"/>
                <a:cs typeface="Times New Roman"/>
              </a:rPr>
              <a:t>規則</a:t>
            </a:r>
          </a:p>
        </p:txBody>
      </p:sp>
      <p:sp>
        <p:nvSpPr>
          <p:cNvPr id="177" name="TextBox 176"/>
          <p:cNvSpPr txBox="1"/>
          <p:nvPr>
            <p:custDataLst>
              <p:tags r:id="rId96"/>
            </p:custDataLst>
          </p:nvPr>
        </p:nvSpPr>
        <p:spPr>
          <a:xfrm>
            <a:off x="11030862" y="19980000"/>
            <a:ext cx="3456000" cy="576000"/>
          </a:xfrm>
          <a:prstGeom prst="rect">
            <a:avLst/>
          </a:prstGeom>
          <a:noFill/>
        </p:spPr>
        <p:txBody>
          <a:bodyPr wrap="none" lIns="0" tIns="0" rIns="0" bIns="0" anchor="ctr">
            <a:spAutoFit/>
          </a:bodyPr>
          <a:lstStyle/>
          <a:p>
            <a:pPr algn="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800" b="1">
                <a:solidFill>
                  <a:srgbClr val="105186"/>
                </a:solidFill>
                <a:latin typeface="Times New Roman"/>
                <a:ea typeface="DFKai-SB"/>
                <a:cs typeface="Times New Roman"/>
              </a:rPr>
              <a:t>背景保留 6/6</a:t>
            </a:r>
          </a:p>
          <a:p>
            <a:pPr algn="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800" b="1">
                <a:solidFill>
                  <a:srgbClr val="105186"/>
                </a:solidFill>
                <a:latin typeface="Times New Roman"/>
                <a:ea typeface="DFKai-SB"/>
                <a:cs typeface="Times New Roman"/>
              </a:rPr>
              <a:t>到期回復 6/6</a:t>
            </a:r>
          </a:p>
        </p:txBody>
      </p:sp>
      <p:sp>
        <p:nvSpPr>
          <p:cNvPr id="178" name="TextBox 177"/>
          <p:cNvSpPr txBox="1"/>
          <p:nvPr>
            <p:custDataLst>
              <p:tags r:id="rId97"/>
            </p:custDataLst>
          </p:nvPr>
        </p:nvSpPr>
        <p:spPr>
          <a:xfrm>
            <a:off x="576000" y="20592000"/>
            <a:ext cx="13968000" cy="252000"/>
          </a:xfrm>
          <a:prstGeom prst="rect">
            <a:avLst/>
          </a:prstGeom>
          <a:noFill/>
        </p:spPr>
        <p:txBody>
          <a:bodyPr wrap="none" lIns="0" tIns="0" rIns="0" bIns="0" anchor="ctr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600" b="0">
                <a:solidFill>
                  <a:srgbClr val="53666E"/>
                </a:solidFill>
                <a:latin typeface="Times New Roman"/>
                <a:ea typeface="DFKai-SB"/>
                <a:cs typeface="Times New Roman"/>
              </a:rPr>
              <a:t>4種套用規則、2種監測或蒐證；6/6為隔離交易與回復結果，非原生攻擊防禦率。</a:t>
            </a:r>
          </a:p>
        </p:txBody>
      </p:sp>
    </p:spTree>
  </p:cSld>
  <p:clrMapOvr>
    <a:masterClrMapping/>
  </p:clrMapOvr>
</p:sld>
</file>

<file path=ppt/tags/tag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ALIGNMENT_TARGET_X" val="595.2755966186523"/>
</p:tagLst>
</file>

<file path=ppt/tags/tag2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ALIGNMENT_TARGET_X" val="595.2755966186523"/>
</p:tagLst>
</file>

<file path=ppt/tags/tag3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ALIGNMENT_TARGET_X" val="45.354331970214844"/>
</p:tagLst>
</file>

<file path=ppt/tags/tag4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ALIGNMENT_TARGET_X" val="45.354331970214844"/>
</p:tagLst>
</file>

<file path=ppt/tags/tag5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ALIGNMENT_TARGET_X" val="45.354331970214844"/>
</p:tagLst>
</file>

<file path=ppt/tags/tag6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ALIGNMENT_TARGET_X" val="45.354331970214844"/>
</p:tagLst>
</file>

<file path=ppt/tags/tag7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ALIGNMENT_TARGET_X" val="87.87401580810547"/>
</p:tagLst>
</file>

<file path=ppt/tags/tag8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ALIGNMENT_TARGET_X" val="65.19685363769531"/>
</p:tagLst>
</file>

<file path=ppt/tags/tag9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ALIGNMENT_TARGET_X" val="104.88188934326172"/>
</p:tagLst>
</file>

<file path=ppt/tags/tag10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ALIGNMENT_TARGET_X" val="104.88188934326172"/>
</p:tagLst>
</file>

<file path=ppt/tags/tag1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ALIGNMENT_TARGET_X" val="147.40158081054688"/>
</p:tagLst>
</file>

<file path=ppt/tags/tag12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ALIGNMENT_TARGET_X" val="65.19685363769531"/>
</p:tagLst>
</file>

<file path=ppt/tags/tag13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ALIGNMENT_TARGET_X" val="104.88188934326172"/>
</p:tagLst>
</file>

<file path=ppt/tags/tag14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ALIGNMENT_TARGET_X" val="104.88188934326172"/>
</p:tagLst>
</file>

<file path=ppt/tags/tag15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ALIGNMENT_TARGET_X" val="147.40158081054688"/>
</p:tagLst>
</file>

<file path=ppt/tags/tag16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ALIGNMENT_TARGET_X" val="65.19685363769531"/>
</p:tagLst>
</file>

<file path=ppt/tags/tag17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ALIGNMENT_TARGET_X" val="104.88188934326172"/>
</p:tagLst>
</file>

<file path=ppt/tags/tag18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ALIGNMENT_TARGET_X" val="104.88188934326172"/>
</p:tagLst>
</file>

<file path=ppt/tags/tag19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ALIGNMENT_TARGET_X" val="147.40158081054688"/>
</p:tagLst>
</file>

<file path=ppt/tags/tag20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ALIGNMENT_TARGET_X" val="65.19685363769531"/>
</p:tagLst>
</file>

<file path=ppt/tags/tag2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ALIGNMENT_TARGET_X" val="104.88188934326172"/>
</p:tagLst>
</file>

<file path=ppt/tags/tag22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ALIGNMENT_TARGET_X" val="104.88188934326172"/>
</p:tagLst>
</file>

<file path=ppt/tags/tag23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ALIGNMENT_TARGET_X" val="147.40158081054688"/>
</p:tagLst>
</file>

<file path=ppt/tags/tag24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ALIGNMENT_TARGET_X" val="450.7086486816406"/>
</p:tagLst>
</file>

<file path=ppt/tags/tag25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ALIGNMENT_TARGET_X" val="450.7086486816406"/>
</p:tagLst>
</file>

<file path=ppt/tags/tag26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ALIGNMENT_TARGET_X" val="450.7086486816406"/>
</p:tagLst>
</file>

<file path=ppt/tags/tag27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ALIGNMENT_TARGET_X" val="450.7086486816406"/>
</p:tagLst>
</file>

<file path=ppt/tags/tag28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ALIGNMENT_TARGET_X" val="738.4252014160156"/>
</p:tagLst>
</file>

<file path=ppt/tags/tag29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ALIGNMENT_TARGET_X" val="738.4252014160156"/>
</p:tagLst>
</file>

<file path=ppt/tags/tag30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ALIGNMENT_TARGET_X" val="1020.4724578857422"/>
</p:tagLst>
</file>

<file path=ppt/tags/tag3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ALIGNMENT_TARGET_X" val="1020.4724578857422"/>
</p:tagLst>
</file>

<file path=ppt/tags/tag32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ALIGNMENT_TARGET_X" val="450.7086486816406"/>
</p:tagLst>
</file>

<file path=ppt/tags/tag33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ALIGNMENT_TARGET_X" val="450.7086486816406"/>
</p:tagLst>
</file>

<file path=ppt/tags/tag34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ALIGNMENT_TARGET_X" val="738.4252014160156"/>
</p:tagLst>
</file>

<file path=ppt/tags/tag35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ALIGNMENT_TARGET_X" val="738.4252014160156"/>
</p:tagLst>
</file>

<file path=ppt/tags/tag36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ALIGNMENT_TARGET_X" val="1020.4724578857422"/>
</p:tagLst>
</file>

<file path=ppt/tags/tag37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ALIGNMENT_TARGET_X" val="935.4330444335938"/>
</p:tagLst>
</file>

<file path=ppt/tags/tag38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ALIGNMENT_TARGET_X" val="976.5354614257812"/>
</p:tagLst>
</file>

<file path=ppt/tags/tag39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ALIGNMENT_TARGET_X" val="1017.6378173828125"/>
</p:tagLst>
</file>

<file path=ppt/tags/tag40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ALIGNMENT_TARGET_X" val="1058.7401733398438"/>
</p:tagLst>
</file>

<file path=ppt/tags/tag4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ALIGNMENT_TARGET_X" val="1099.8424682617188"/>
</p:tagLst>
</file>

<file path=ppt/tags/tag42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ALIGNMENT_TARGET_X" val="450.7086486816406"/>
</p:tagLst>
</file>

<file path=ppt/tags/tag43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ALIGNMENT_TARGET_X" val="450.7086486816406"/>
</p:tagLst>
</file>

<file path=ppt/tags/tag44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ALIGNMENT_TARGET_X" val="738.4252014160156"/>
</p:tagLst>
</file>

<file path=ppt/tags/tag45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ALIGNMENT_TARGET_X" val="738.4252014160156"/>
</p:tagLst>
</file>

<file path=ppt/tags/tag46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ALIGNMENT_TARGET_X" val="1020.4724578857422"/>
</p:tagLst>
</file>

<file path=ppt/tags/tag47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ALIGNMENT_TARGET_X" val="1020.4724578857422"/>
</p:tagLst>
</file>

<file path=ppt/tags/tag48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ALIGNMENT_TARGET_X" val="1020.4724578857422"/>
</p:tagLst>
</file>

<file path=ppt/tags/tag49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ALIGNMENT_TARGET_X" val="340.157470703125"/>
</p:tagLst>
</file>

<file path=ppt/tags/tag50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ALIGNMENT_TARGET_X" val="450.7086486816406"/>
</p:tagLst>
</file>

<file path=ppt/tags/tag5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ALIGNMENT_TARGET_X" val="728.5039367675781"/>
</p:tagLst>
</file>

<file path=ppt/tags/tag52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ALIGNMENT_TARGET_X" val="1006.2992248535156"/>
</p:tagLst>
</file>

<file path=ppt/tags/tag53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ALIGNMENT_TARGET_X" val="340.157470703125"/>
</p:tagLst>
</file>

<file path=ppt/tags/tag54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ALIGNMENT_TARGET_X" val="595.2756156921387"/>
</p:tagLst>
</file>

<file path=ppt/tags/tag55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ALIGNMENT_TARGET_X" val="45.354331970214844"/>
</p:tagLst>
</file>

<file path=ppt/tags/tag56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ALIGNMENT_TARGET_X" val="87.87401580810547"/>
</p:tagLst>
</file>

<file path=ppt/tags/tag57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ALIGNMENT_TARGET_X" val="45.354331970214844"/>
</p:tagLst>
</file>

<file path=ppt/tags/tag58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ALIGNMENT_TARGET_X" val="45.354331970214844"/>
</p:tagLst>
</file>

<file path=ppt/tags/tag59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ALIGNMENT_TARGET_X" val="422.3622131347656"/>
</p:tagLst>
</file>

<file path=ppt/tags/tag60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ALIGNMENT_TARGET_X" val="422.3622131347656"/>
</p:tagLst>
</file>

<file path=ppt/tags/tag6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ALIGNMENT_TARGET_X" val="799.3700561523438"/>
</p:tagLst>
</file>

<file path=ppt/tags/tag62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ALIGNMENT_TARGET_X" val="799.3700561523438"/>
</p:tagLst>
</file>

<file path=ppt/tags/tag63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ALIGNMENT_TARGET_X" val="45.354331970214844"/>
</p:tagLst>
</file>

<file path=ppt/tags/tag64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ALIGNMENT_TARGET_X" val="87.87401580810547"/>
</p:tagLst>
</file>

<file path=ppt/tags/tag65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ALIGNMENT_TARGET_X" val="45.354331970214844"/>
</p:tagLst>
</file>

<file path=ppt/tags/tag66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ALIGNMENT_TARGET_X" val="45.354331970214844"/>
</p:tagLst>
</file>

<file path=ppt/tags/tag67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ALIGNMENT_TARGET_X" val="566.9291381835938"/>
</p:tagLst>
</file>

<file path=ppt/tags/tag68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ALIGNMENT_TARGET_X" val="45.354331970214844"/>
</p:tagLst>
</file>

<file path=ppt/tags/tag69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ALIGNMENT_TARGET_X" val="566.9291381835938"/>
</p:tagLst>
</file>

<file path=ppt/tags/tag70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ALIGNMENT_TARGET_X" val="45.354331970214844"/>
</p:tagLst>
</file>

<file path=ppt/tags/tag7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ALIGNMENT_TARGET_X" val="566.9291381835938"/>
</p:tagLst>
</file>

<file path=ppt/tags/tag72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ALIGNMENT_TARGET_X" val="45.354331970214844"/>
</p:tagLst>
</file>

<file path=ppt/tags/tag73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ALIGNMENT_TARGET_X" val="623.6220703125"/>
</p:tagLst>
</file>

<file path=ppt/tags/tag74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ALIGNMENT_TARGET_X" val="623.6220703125"/>
</p:tagLst>
</file>

<file path=ppt/tags/tag75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ALIGNMENT_TARGET_X" val="623.6220703125"/>
</p:tagLst>
</file>

<file path=ppt/tags/tag76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ALIGNMENT_TARGET_X" val="705.8267974853516"/>
</p:tagLst>
</file>

<file path=ppt/tags/tag77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ALIGNMENT_TARGET_X" val="705.8267974853516"/>
</p:tagLst>
</file>

<file path=ppt/tags/tag78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ALIGNMENT_TARGET_X" val="884.4094390869141"/>
</p:tagLst>
</file>

<file path=ppt/tags/tag79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ALIGNMENT_TARGET_X" val="884.4094390869141"/>
</p:tagLst>
</file>

<file path=ppt/tags/tag80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ALIGNMENT_TARGET_X" val="1062.9921417236328"/>
</p:tagLst>
</file>

<file path=ppt/tags/tag8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ALIGNMENT_TARGET_X" val="1062.9921417236328"/>
</p:tagLst>
</file>

<file path=ppt/tags/tag82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ALIGNMENT_TARGET_X" val="623.6220703125"/>
</p:tagLst>
</file>

<file path=ppt/tags/tag83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ALIGNMENT_TARGET_X" val="45.354331970214844"/>
</p:tagLst>
</file>

<file path=ppt/tags/tag84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ALIGNMENT_TARGET_X" val="299.0551109313965"/>
</p:tagLst>
</file>

<file path=ppt/tags/tag85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ALIGNMENT_TARGET_X" val="299.0551109313965"/>
</p:tagLst>
</file>

<file path=ppt/tags/tag86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ALIGNMENT_TARGET_X" val="398.26772689819336"/>
</p:tagLst>
</file>

<file path=ppt/tags/tag87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ALIGNMENT_TARGET_X" val="398.26772689819336"/>
</p:tagLst>
</file>

<file path=ppt/tags/tag88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ALIGNMENT_TARGET_X" val="497.4803123474121"/>
</p:tagLst>
</file>

<file path=ppt/tags/tag89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ALIGNMENT_TARGET_X" val="497.4803123474121"/>
</p:tagLst>
</file>

<file path=ppt/tags/tag90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ALIGNMENT_TARGET_X" val="596.692928314209"/>
</p:tagLst>
</file>

<file path=ppt/tags/tag9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ALIGNMENT_TARGET_X" val="596.692928314209"/>
</p:tagLst>
</file>

<file path=ppt/tags/tag92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ALIGNMENT_TARGET_X" val="695.9055137634277"/>
</p:tagLst>
</file>

<file path=ppt/tags/tag93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ALIGNMENT_TARGET_X" val="695.9055137634277"/>
</p:tagLst>
</file>

<file path=ppt/tags/tag94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ALIGNMENT_TARGET_X" val="795.1180992126465"/>
</p:tagLst>
</file>

<file path=ppt/tags/tag95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ALIGNMENT_TARGET_X" val="795.1180992126465"/>
</p:tagLst>
</file>

<file path=ppt/tags/tag96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ALIGNMENT_TARGET_X" val="1145.1968383789062"/>
</p:tagLst>
</file>

<file path=ppt/tags/tag97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ALIGNMENT_TARGET_X" val="45.354331970214844"/>
</p:tagLst>
</file>

<file path=ppt/theme/theme1.xml><?xml version="1.0" encoding="utf-8"?>
<a:theme xmlns:a="http://schemas.openxmlformats.org/drawingml/2006/main" name="Office Theme">
  <a:themeElements>
    <a:clrScheme name="AI Security Navy Blue Gold">
      <a:dk1>
        <a:srgbClr val="171C1D"/>
      </a:dk1>
      <a:lt1>
        <a:srgbClr val="FFFFFF"/>
      </a:lt1>
      <a:dk2>
        <a:srgbClr val="092B42"/>
      </a:dk2>
      <a:lt2>
        <a:srgbClr val="F0F2F3"/>
      </a:lt2>
      <a:accent1>
        <a:srgbClr val="105186"/>
      </a:accent1>
      <a:accent2>
        <a:srgbClr val="FDB338"/>
      </a:accent2>
      <a:accent3>
        <a:srgbClr val="F0F2F3"/>
      </a:accent3>
      <a:accent4>
        <a:srgbClr val="105186"/>
      </a:accent4>
      <a:accent5>
        <a:srgbClr val="092B42"/>
      </a:accent5>
      <a:accent6>
        <a:srgbClr val="53666E"/>
      </a:accent6>
      <a:hlink>
        <a:srgbClr val="105186"/>
      </a:hlink>
      <a:folHlink>
        <a:srgbClr val="092B42"/>
      </a:folHlink>
    </a:clrScheme>
    <a:fontScheme name="Office">
      <a:majorFont>
        <a:latin typeface="Times New Roman"/>
        <a:ea typeface="DFKai-SB"/>
        <a:cs typeface="Times New Roman"/>
        <a:font script="Jpan" typeface="Times New Roman"/>
        <a:font script="Hang" typeface="Times New Roman"/>
        <a:font script="Hans" typeface="DFKai-SB"/>
        <a:font script="Hant" typeface="DFKai-SB"/>
        <a:font script="Arab" typeface="Times New Roman"/>
        <a:font script="Hebr" typeface="Times New Roman"/>
        <a:font script="Thai" typeface="Times New Roman"/>
        <a:font script="Ethi" typeface="Times New Roman"/>
        <a:font script="Beng" typeface="Times New Roman"/>
        <a:font script="Gujr" typeface="Times New Roman"/>
        <a:font script="Khmr" typeface="Times New Roman"/>
        <a:font script="Knda" typeface="Times New Roman"/>
        <a:font script="Guru" typeface="Times New Roman"/>
        <a:font script="Cans" typeface="Times New Roman"/>
        <a:font script="Cher" typeface="Times New Roman"/>
        <a:font script="Yiii" typeface="Times New Roman"/>
        <a:font script="Tibt" typeface="Times New Roman"/>
        <a:font script="Thaa" typeface="Times New Roman"/>
        <a:font script="Deva" typeface="Times New Roman"/>
        <a:font script="Telu" typeface="Times New Roman"/>
        <a:font script="Taml" typeface="Times New Roman"/>
        <a:font script="Syrc" typeface="Times New Roman"/>
        <a:font script="Orya" typeface="Times New Roman"/>
        <a:font script="Mlym" typeface="Times New Roman"/>
        <a:font script="Laoo" typeface="Times New Roman"/>
        <a:font script="Sinh" typeface="Times New Roman"/>
        <a:font script="Mong" typeface="Times New Roman"/>
        <a:font script="Viet" typeface="Times New Roman"/>
        <a:font script="Uigh" typeface="Times New Roman"/>
        <a:font script="Geor" typeface="Times New Roman"/>
      </a:majorFont>
      <a:minorFont>
        <a:latin typeface="Times New Roman"/>
        <a:ea typeface="DFKai-SB"/>
        <a:cs typeface="Times New Roman"/>
        <a:font script="Jpan" typeface="Times New Roman"/>
        <a:font script="Hang" typeface="Times New Roman"/>
        <a:font script="Hans" typeface="DFKai-SB"/>
        <a:font script="Hant" typeface="DFKai-SB"/>
        <a:font script="Arab" typeface="Times New Roman"/>
        <a:font script="Hebr" typeface="Times New Roman"/>
        <a:font script="Thai" typeface="Times New Roman"/>
        <a:font script="Ethi" typeface="Times New Roman"/>
        <a:font script="Beng" typeface="Times New Roman"/>
        <a:font script="Gujr" typeface="Times New Roman"/>
        <a:font script="Khmr" typeface="Times New Roman"/>
        <a:font script="Knda" typeface="Times New Roman"/>
        <a:font script="Guru" typeface="Times New Roman"/>
        <a:font script="Cans" typeface="Times New Roman"/>
        <a:font script="Cher" typeface="Times New Roman"/>
        <a:font script="Yiii" typeface="Times New Roman"/>
        <a:font script="Tibt" typeface="Times New Roman"/>
        <a:font script="Thaa" typeface="Times New Roman"/>
        <a:font script="Deva" typeface="Times New Roman"/>
        <a:font script="Telu" typeface="Times New Roman"/>
        <a:font script="Taml" typeface="Times New Roman"/>
        <a:font script="Syrc" typeface="Times New Roman"/>
        <a:font script="Orya" typeface="Times New Roman"/>
        <a:font script="Mlym" typeface="Times New Roman"/>
        <a:font script="Laoo" typeface="Times New Roman"/>
        <a:font script="Sinh" typeface="Times New Roman"/>
        <a:font script="Mong" typeface="Times New Roman"/>
        <a:font script="Viet" typeface="Times New Roman"/>
        <a:font script="Uigh" typeface="Times New Roman"/>
        <a:font script="Geor" typeface="Times New Roma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252</Words>
  <Application>Microsoft Office PowerPoint</Application>
  <PresentationFormat>自訂</PresentationFormat>
  <Paragraphs>112</Paragraphs>
  <Slides>1</Slides>
  <Notes>0</Notes>
  <HiddenSlides>0</HiddenSlides>
  <MMClips>0</MMClips>
  <ScaleCrop>false</ScaleCrop>
  <HeadingPairs>
    <vt:vector size="6" baseType="variant">
      <vt:variant>
        <vt:lpstr>使用字型</vt:lpstr>
      </vt:variant>
      <vt:variant>
        <vt:i4>1</vt:i4>
      </vt:variant>
      <vt:variant>
        <vt:lpstr>佈景主題</vt:lpstr>
      </vt:variant>
      <vt:variant>
        <vt:i4>1</vt:i4>
      </vt:variant>
      <vt:variant>
        <vt:lpstr>投影片標題</vt:lpstr>
      </vt:variant>
      <vt:variant>
        <vt:i4>1</vt:i4>
      </vt:variant>
    </vt:vector>
  </HeadingPairs>
  <TitlesOfParts>
    <vt:vector size="3" baseType="lpstr">
      <vt:lpstr>Times New Roman</vt:lpstr>
      <vt:lpstr>Office Theme</vt:lpstr>
      <vt:lpstr>PowerPoint 簡報</vt:lpstr>
    </vt:vector>
  </TitlesOfParts>
  <Manager/>
  <Company/>
  <LinksUpToDate>false</LinksUpToDate>
  <SharedDoc>false</SharedDoc>
  <HyperlinkBase/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AI資安框架｜A2方法海報</dc:title>
  <dc:subject/>
  <dc:creator/>
  <cp:keywords/>
  <dc:description>generated using python-pptx</dc:description>
  <cp:lastModifiedBy/>
  <cp:revision>2</cp:revision>
  <dcterms:created xsi:type="dcterms:W3CDTF">2013-01-27T09:14:16Z</dcterms:created>
  <dcterms:modified xsi:type="dcterms:W3CDTF">2026-10-29T06:41:45Z</dcterms:modified>
  <cp:category/>
</cp:coreProperties>
</file>