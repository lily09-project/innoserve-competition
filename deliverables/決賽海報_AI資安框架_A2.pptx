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00" y="360000"/>
            <a:ext cx="13968000" cy="2484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553775" y="540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 txBox="1"/>
          <p:nvPr>
            <p:custDataLst>
              <p:tags r:id="rId2"/>
            </p:custDataLst>
          </p:nvPr>
        </p:nvSpPr>
        <p:spPr>
          <a:xfrm>
            <a:off x="522025" y="864000"/>
            <a:ext cx="13968000" cy="18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40000" y="2808000"/>
            <a:ext cx="1440000" cy="432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00" y="3060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576000" y="3312000"/>
            <a:ext cx="13968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576000" y="3780000"/>
            <a:ext cx="1396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 txBox="1"/>
          <p:nvPr>
            <p:custDataLst>
              <p:tags r:id="rId5"/>
            </p:custDataLst>
          </p:nvPr>
        </p:nvSpPr>
        <p:spPr>
          <a:xfrm>
            <a:off x="576000" y="4176000"/>
            <a:ext cx="1396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面向校園與中小型組織的告警判讀，以案例證據協助核對事件，再依策略執行與回復。</a:t>
            </a:r>
          </a:p>
        </p:txBody>
      </p:sp>
      <p:sp>
        <p:nvSpPr>
          <p:cNvPr id="10" name="TextBox 9"/>
          <p:cNvSpPr txBox="1"/>
          <p:nvPr>
            <p:custDataLst>
              <p:tags r:id="rId6"/>
            </p:custDataLst>
          </p:nvPr>
        </p:nvSpPr>
        <p:spPr>
          <a:xfrm>
            <a:off x="576000" y="4608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>
            <p:custDataLst>
              <p:tags r:id="rId7"/>
            </p:custDataLst>
          </p:nvPr>
        </p:nvSpPr>
        <p:spPr>
          <a:xfrm>
            <a:off x="1116000" y="4608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四階段方法，串成同一條事件鏈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13968000" cy="180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5220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828000" y="5364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1332000" y="5328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1332000" y="5724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7" name="Picture 16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1872000" y="6120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252000" y="7038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7236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76000" y="7236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2" name="TextBox 21"/>
          <p:cNvSpPr txBox="1"/>
          <p:nvPr>
            <p:custDataLst>
              <p:tags r:id="rId12"/>
            </p:custDataLst>
          </p:nvPr>
        </p:nvSpPr>
        <p:spPr>
          <a:xfrm>
            <a:off x="828000" y="7380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23" name="TextBox 22"/>
          <p:cNvSpPr txBox="1"/>
          <p:nvPr>
            <p:custDataLst>
              <p:tags r:id="rId13"/>
            </p:custDataLst>
          </p:nvPr>
        </p:nvSpPr>
        <p:spPr>
          <a:xfrm>
            <a:off x="1332000" y="7344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任務檢索</a:t>
            </a:r>
          </a:p>
        </p:txBody>
      </p:sp>
      <p:sp>
        <p:nvSpPr>
          <p:cNvPr id="24" name="TextBox 23"/>
          <p:cNvSpPr txBox="1"/>
          <p:nvPr>
            <p:custDataLst>
              <p:tags r:id="rId14"/>
            </p:custDataLst>
          </p:nvPr>
        </p:nvSpPr>
        <p:spPr>
          <a:xfrm>
            <a:off x="1332000" y="7740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5" name="Picture 24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6" name="TextBox 25"/>
          <p:cNvSpPr txBox="1"/>
          <p:nvPr>
            <p:custDataLst>
              <p:tags r:id="rId15"/>
            </p:custDataLst>
          </p:nvPr>
        </p:nvSpPr>
        <p:spPr>
          <a:xfrm>
            <a:off x="1872000" y="8136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252000" y="9054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76000" y="9252000"/>
            <a:ext cx="13968000" cy="1800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6000" y="9252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0" name="TextBox 29"/>
          <p:cNvSpPr txBox="1"/>
          <p:nvPr>
            <p:custDataLst>
              <p:tags r:id="rId16"/>
            </p:custDataLst>
          </p:nvPr>
        </p:nvSpPr>
        <p:spPr>
          <a:xfrm>
            <a:off x="828000" y="9396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31" name="TextBox 30"/>
          <p:cNvSpPr txBox="1"/>
          <p:nvPr>
            <p:custDataLst>
              <p:tags r:id="rId17"/>
            </p:custDataLst>
          </p:nvPr>
        </p:nvSpPr>
        <p:spPr>
          <a:xfrm>
            <a:off x="1332000" y="9360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2" name="TextBox 31"/>
          <p:cNvSpPr txBox="1"/>
          <p:nvPr>
            <p:custDataLst>
              <p:tags r:id="rId18"/>
            </p:custDataLst>
          </p:nvPr>
        </p:nvSpPr>
        <p:spPr>
          <a:xfrm>
            <a:off x="1332000" y="9756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4000" y="10152000"/>
            <a:ext cx="504000" cy="72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51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1152000" y="1029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52000" y="1047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52000" y="10656000"/>
            <a:ext cx="288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>
            <p:custDataLst>
              <p:tags r:id="rId19"/>
            </p:custDataLst>
          </p:nvPr>
        </p:nvSpPr>
        <p:spPr>
          <a:xfrm>
            <a:off x="1872000" y="10152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52000" y="11070000"/>
            <a:ext cx="288000" cy="180000"/>
          </a:xfrm>
          <a:prstGeom prst="down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76000" y="11268000"/>
            <a:ext cx="13968000" cy="180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76000" y="11268000"/>
            <a:ext cx="54000" cy="1800000"/>
          </a:xfrm>
          <a:prstGeom prst="rect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1" name="TextBox 40"/>
          <p:cNvSpPr txBox="1"/>
          <p:nvPr>
            <p:custDataLst>
              <p:tags r:id="rId20"/>
            </p:custDataLst>
          </p:nvPr>
        </p:nvSpPr>
        <p:spPr>
          <a:xfrm>
            <a:off x="828000" y="11412000"/>
            <a:ext cx="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04</a:t>
            </a:r>
          </a:p>
        </p:txBody>
      </p:sp>
      <p:sp>
        <p:nvSpPr>
          <p:cNvPr id="42" name="TextBox 41"/>
          <p:cNvSpPr txBox="1"/>
          <p:nvPr>
            <p:custDataLst>
              <p:tags r:id="rId21"/>
            </p:custDataLst>
          </p:nvPr>
        </p:nvSpPr>
        <p:spPr>
          <a:xfrm>
            <a:off x="1332000" y="11376000"/>
            <a:ext cx="262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受控回復</a:t>
            </a:r>
          </a:p>
        </p:txBody>
      </p:sp>
      <p:sp>
        <p:nvSpPr>
          <p:cNvPr id="43" name="TextBox 42"/>
          <p:cNvSpPr txBox="1"/>
          <p:nvPr>
            <p:custDataLst>
              <p:tags r:id="rId22"/>
            </p:custDataLst>
          </p:nvPr>
        </p:nvSpPr>
        <p:spPr>
          <a:xfrm>
            <a:off x="1332000" y="11772000"/>
            <a:ext cx="262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44" name="Picture 43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5" name="TextBox 44"/>
          <p:cNvSpPr txBox="1"/>
          <p:nvPr>
            <p:custDataLst>
              <p:tags r:id="rId23"/>
            </p:custDataLst>
          </p:nvPr>
        </p:nvSpPr>
        <p:spPr>
          <a:xfrm>
            <a:off x="1872000" y="12168000"/>
            <a:ext cx="2196000" cy="7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7" name="TextBox 46"/>
          <p:cNvSpPr txBox="1"/>
          <p:nvPr>
            <p:custDataLst>
              <p:tags r:id="rId24"/>
            </p:custDataLst>
          </p:nvPr>
        </p:nvSpPr>
        <p:spPr>
          <a:xfrm>
            <a:off x="4288250" y="5436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8" name="TextBox 47"/>
          <p:cNvSpPr txBox="1"/>
          <p:nvPr>
            <p:custDataLst>
              <p:tags r:id="rId25"/>
            </p:custDataLst>
          </p:nvPr>
        </p:nvSpPr>
        <p:spPr>
          <a:xfrm>
            <a:off x="4297775" y="5730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0" name="TextBox 49"/>
          <p:cNvSpPr txBox="1"/>
          <p:nvPr>
            <p:custDataLst>
              <p:tags r:id="rId26"/>
            </p:custDataLst>
          </p:nvPr>
        </p:nvSpPr>
        <p:spPr>
          <a:xfrm>
            <a:off x="4288250" y="6264000"/>
            <a:ext cx="2808000" cy="3427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51" name="TextBox 50"/>
          <p:cNvSpPr txBox="1"/>
          <p:nvPr>
            <p:custDataLst>
              <p:tags r:id="rId27"/>
            </p:custDataLst>
          </p:nvPr>
        </p:nvSpPr>
        <p:spPr>
          <a:xfrm>
            <a:off x="4297775" y="6558480"/>
            <a:ext cx="2808000" cy="263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128000" y="570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128000" y="6534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52000" y="5706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ight Arrow 54"/>
          <p:cNvSpPr/>
          <p:nvPr/>
        </p:nvSpPr>
        <p:spPr>
          <a:xfrm>
            <a:off x="7488000" y="6012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7" name="TextBox 56"/>
          <p:cNvSpPr txBox="1"/>
          <p:nvPr>
            <p:custDataLst>
              <p:tags r:id="rId28"/>
            </p:custDataLst>
          </p:nvPr>
        </p:nvSpPr>
        <p:spPr>
          <a:xfrm>
            <a:off x="7816250" y="5724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8" name="TextBox 57"/>
          <p:cNvSpPr txBox="1"/>
          <p:nvPr>
            <p:custDataLst>
              <p:tags r:id="rId29"/>
            </p:custDataLst>
          </p:nvPr>
        </p:nvSpPr>
        <p:spPr>
          <a:xfrm>
            <a:off x="7825775" y="6174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980000" y="6012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 txBox="1"/>
          <p:nvPr>
            <p:custDataLst>
              <p:tags r:id="rId30"/>
            </p:custDataLst>
          </p:nvPr>
        </p:nvSpPr>
        <p:spPr>
          <a:xfrm>
            <a:off x="11560251" y="5724000"/>
            <a:ext cx="27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62" name="TextBox 61"/>
          <p:cNvSpPr txBox="1"/>
          <p:nvPr>
            <p:custDataLst>
              <p:tags r:id="rId31"/>
            </p:custDataLst>
          </p:nvPr>
        </p:nvSpPr>
        <p:spPr>
          <a:xfrm>
            <a:off x="11569776" y="6174000"/>
            <a:ext cx="2736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4" name="TextBox 63"/>
          <p:cNvSpPr txBox="1"/>
          <p:nvPr>
            <p:custDataLst>
              <p:tags r:id="rId32"/>
            </p:custDataLst>
          </p:nvPr>
        </p:nvSpPr>
        <p:spPr>
          <a:xfrm>
            <a:off x="4288250" y="7416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TextBox 65"/>
          <p:cNvSpPr txBox="1"/>
          <p:nvPr>
            <p:custDataLst>
              <p:tags r:id="rId33"/>
            </p:custDataLst>
          </p:nvPr>
        </p:nvSpPr>
        <p:spPr>
          <a:xfrm>
            <a:off x="4288250" y="8244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128000" y="7722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128000" y="8550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452000" y="7722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ight Arrow 69"/>
          <p:cNvSpPr/>
          <p:nvPr/>
        </p:nvSpPr>
        <p:spPr>
          <a:xfrm>
            <a:off x="7488000" y="8028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2" name="TextBox 71"/>
          <p:cNvSpPr txBox="1"/>
          <p:nvPr>
            <p:custDataLst>
              <p:tags r:id="rId34"/>
            </p:custDataLst>
          </p:nvPr>
        </p:nvSpPr>
        <p:spPr>
          <a:xfrm>
            <a:off x="7816250" y="7740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73" name="TextBox 72"/>
          <p:cNvSpPr txBox="1"/>
          <p:nvPr>
            <p:custDataLst>
              <p:tags r:id="rId35"/>
            </p:custDataLst>
          </p:nvPr>
        </p:nvSpPr>
        <p:spPr>
          <a:xfrm>
            <a:off x="7825775" y="8190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10980000" y="8028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6" name="TextBox 75"/>
          <p:cNvSpPr txBox="1"/>
          <p:nvPr>
            <p:custDataLst>
              <p:tags r:id="rId36"/>
            </p:custDataLst>
          </p:nvPr>
        </p:nvSpPr>
        <p:spPr>
          <a:xfrm>
            <a:off x="11560250" y="7704000"/>
            <a:ext cx="273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664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8" name="TextBox 77"/>
          <p:cNvSpPr txBox="1"/>
          <p:nvPr>
            <p:custDataLst>
              <p:tags r:id="rId37"/>
            </p:custDataLst>
          </p:nvPr>
        </p:nvSpPr>
        <p:spPr>
          <a:xfrm>
            <a:off x="11635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186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0" name="TextBox 79"/>
          <p:cNvSpPr txBox="1"/>
          <p:nvPr>
            <p:custDataLst>
              <p:tags r:id="rId38"/>
            </p:custDataLst>
          </p:nvPr>
        </p:nvSpPr>
        <p:spPr>
          <a:xfrm>
            <a:off x="12157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2708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2" name="TextBox 81"/>
          <p:cNvSpPr txBox="1"/>
          <p:nvPr>
            <p:custDataLst>
              <p:tags r:id="rId39"/>
            </p:custDataLst>
          </p:nvPr>
        </p:nvSpPr>
        <p:spPr>
          <a:xfrm>
            <a:off x="12679425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230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TextBox 83"/>
          <p:cNvSpPr txBox="1"/>
          <p:nvPr>
            <p:custDataLst>
              <p:tags r:id="rId40"/>
            </p:custDataLst>
          </p:nvPr>
        </p:nvSpPr>
        <p:spPr>
          <a:xfrm>
            <a:off x="13201427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752000" y="8136000"/>
            <a:ext cx="432000" cy="360000"/>
          </a:xfrm>
          <a:prstGeom prst="rect">
            <a:avLst/>
          </a:prstGeom>
          <a:solidFill>
            <a:srgbClr val="EAF0F4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6" name="TextBox 85"/>
          <p:cNvSpPr txBox="1"/>
          <p:nvPr>
            <p:custDataLst>
              <p:tags r:id="rId41"/>
            </p:custDataLst>
          </p:nvPr>
        </p:nvSpPr>
        <p:spPr>
          <a:xfrm>
            <a:off x="13723423" y="8136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8" name="TextBox 87"/>
          <p:cNvSpPr txBox="1"/>
          <p:nvPr>
            <p:custDataLst>
              <p:tags r:id="rId42"/>
            </p:custDataLst>
          </p:nvPr>
        </p:nvSpPr>
        <p:spPr>
          <a:xfrm>
            <a:off x="4288250" y="9432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TextBox 89"/>
          <p:cNvSpPr txBox="1"/>
          <p:nvPr>
            <p:custDataLst>
              <p:tags r:id="rId43"/>
            </p:custDataLst>
          </p:nvPr>
        </p:nvSpPr>
        <p:spPr>
          <a:xfrm>
            <a:off x="4288250" y="10260000"/>
            <a:ext cx="2808000" cy="61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128000" y="9738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128000" y="10566000"/>
            <a:ext cx="324000" cy="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452000" y="9738000"/>
            <a:ext cx="0" cy="828000"/>
          </a:xfrm>
          <a:prstGeom prst="line">
            <a:avLst/>
          </a:prstGeom>
          <a:ln w="12700">
            <a:solidFill>
              <a:srgbClr val="1051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ight Arrow 93"/>
          <p:cNvSpPr/>
          <p:nvPr/>
        </p:nvSpPr>
        <p:spPr>
          <a:xfrm>
            <a:off x="7488000" y="10044000"/>
            <a:ext cx="288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6" name="TextBox 95"/>
          <p:cNvSpPr txBox="1"/>
          <p:nvPr>
            <p:custDataLst>
              <p:tags r:id="rId44"/>
            </p:custDataLst>
          </p:nvPr>
        </p:nvSpPr>
        <p:spPr>
          <a:xfrm>
            <a:off x="7816250" y="9756000"/>
            <a:ext cx="306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7" name="TextBox 96"/>
          <p:cNvSpPr txBox="1"/>
          <p:nvPr>
            <p:custDataLst>
              <p:tags r:id="rId45"/>
            </p:custDataLst>
          </p:nvPr>
        </p:nvSpPr>
        <p:spPr>
          <a:xfrm>
            <a:off x="7825775" y="10206000"/>
            <a:ext cx="3060000" cy="387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0980000" y="10044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0" name="TextBox 99"/>
          <p:cNvSpPr txBox="1"/>
          <p:nvPr>
            <p:custDataLst>
              <p:tags r:id="rId46"/>
            </p:custDataLst>
          </p:nvPr>
        </p:nvSpPr>
        <p:spPr>
          <a:xfrm>
            <a:off x="11560251" y="9396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 txBox="1"/>
          <p:nvPr>
            <p:custDataLst>
              <p:tags r:id="rId47"/>
            </p:custDataLst>
          </p:nvPr>
        </p:nvSpPr>
        <p:spPr>
          <a:xfrm>
            <a:off x="11560251" y="9900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TextBox 103"/>
          <p:cNvSpPr txBox="1"/>
          <p:nvPr>
            <p:custDataLst>
              <p:tags r:id="rId48"/>
            </p:custDataLst>
          </p:nvPr>
        </p:nvSpPr>
        <p:spPr>
          <a:xfrm>
            <a:off x="11560251" y="10404000"/>
            <a:ext cx="2736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5" name="TextBox 104"/>
          <p:cNvSpPr txBox="1"/>
          <p:nvPr>
            <p:custDataLst>
              <p:tags r:id="rId49"/>
            </p:custDataLst>
          </p:nvPr>
        </p:nvSpPr>
        <p:spPr>
          <a:xfrm>
            <a:off x="4320000" y="11412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策略檢查：範圍、允許動作與期限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TextBox 106"/>
          <p:cNvSpPr txBox="1"/>
          <p:nvPr>
            <p:custDataLst>
              <p:tags r:id="rId50"/>
            </p:custDataLst>
          </p:nvPr>
        </p:nvSpPr>
        <p:spPr>
          <a:xfrm>
            <a:off x="4288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8" name="Right Arrow 107"/>
          <p:cNvSpPr/>
          <p:nvPr/>
        </p:nvSpPr>
        <p:spPr>
          <a:xfrm>
            <a:off x="7236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0" name="TextBox 109"/>
          <p:cNvSpPr txBox="1"/>
          <p:nvPr>
            <p:custDataLst>
              <p:tags r:id="rId51"/>
            </p:custDataLst>
          </p:nvPr>
        </p:nvSpPr>
        <p:spPr>
          <a:xfrm>
            <a:off x="7816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11" name="Right Arrow 110"/>
          <p:cNvSpPr/>
          <p:nvPr/>
        </p:nvSpPr>
        <p:spPr>
          <a:xfrm>
            <a:off x="10764000" y="12060000"/>
            <a:ext cx="504000" cy="216000"/>
          </a:xfrm>
          <a:prstGeom prst="rightArrow">
            <a:avLst/>
          </a:prstGeom>
          <a:solidFill>
            <a:srgbClr val="105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3" name="TextBox 112"/>
          <p:cNvSpPr txBox="1"/>
          <p:nvPr>
            <p:custDataLst>
              <p:tags r:id="rId52"/>
            </p:custDataLst>
          </p:nvPr>
        </p:nvSpPr>
        <p:spPr>
          <a:xfrm>
            <a:off x="11344250" y="118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14" name="TextBox 113"/>
          <p:cNvSpPr txBox="1"/>
          <p:nvPr>
            <p:custDataLst>
              <p:tags r:id="rId53"/>
            </p:custDataLst>
          </p:nvPr>
        </p:nvSpPr>
        <p:spPr>
          <a:xfrm>
            <a:off x="4320000" y="12564000"/>
            <a:ext cx="1000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76000" y="13500000"/>
            <a:ext cx="13968000" cy="504000"/>
          </a:xfrm>
          <a:prstGeom prst="rect">
            <a:avLst/>
          </a:prstGeom>
          <a:solidFill>
            <a:srgbClr val="FFF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6" name="TextBox 115"/>
          <p:cNvSpPr txBox="1"/>
          <p:nvPr>
            <p:custDataLst>
              <p:tags r:id="rId54"/>
            </p:custDataLst>
          </p:nvPr>
        </p:nvSpPr>
        <p:spPr>
          <a:xfrm>
            <a:off x="691425" y="13500000"/>
            <a:ext cx="13680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7" name="TextBox 116"/>
          <p:cNvSpPr txBox="1"/>
          <p:nvPr>
            <p:custDataLst>
              <p:tags r:id="rId55"/>
            </p:custDataLst>
          </p:nvPr>
        </p:nvSpPr>
        <p:spPr>
          <a:xfrm>
            <a:off x="576000" y="14292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118" name="TextBox 117"/>
          <p:cNvSpPr txBox="1"/>
          <p:nvPr>
            <p:custDataLst>
              <p:tags r:id="rId56"/>
            </p:custDataLst>
          </p:nvPr>
        </p:nvSpPr>
        <p:spPr>
          <a:xfrm>
            <a:off x="1116000" y="14292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三項創新，對應具體事件與產物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76000" y="14796000"/>
            <a:ext cx="504000" cy="3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0" name="TextBox 119"/>
          <p:cNvSpPr txBox="1"/>
          <p:nvPr>
            <p:custDataLst>
              <p:tags r:id="rId57"/>
            </p:custDataLst>
          </p:nvPr>
        </p:nvSpPr>
        <p:spPr>
          <a:xfrm>
            <a:off x="576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21" name="TextBox 120"/>
          <p:cNvSpPr txBox="1"/>
          <p:nvPr>
            <p:custDataLst>
              <p:tags r:id="rId58"/>
            </p:custDataLst>
          </p:nvPr>
        </p:nvSpPr>
        <p:spPr>
          <a:xfrm>
            <a:off x="576000" y="15300000"/>
            <a:ext cx="4464000" cy="9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CTBM讀取內容、時序與方向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PBCNN補充局部位元組模式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校準融合後輸出固定17類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364000" y="14796000"/>
            <a:ext cx="504000" cy="3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3" name="Connector 122"/>
          <p:cNvCxnSpPr/>
          <p:nvPr/>
        </p:nvCxnSpPr>
        <p:spPr>
          <a:xfrm>
            <a:off x="5148000" y="14904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>
            <p:custDataLst>
              <p:tags r:id="rId59"/>
            </p:custDataLst>
          </p:nvPr>
        </p:nvSpPr>
        <p:spPr>
          <a:xfrm>
            <a:off x="5364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5" name="TextBox 124"/>
          <p:cNvSpPr txBox="1"/>
          <p:nvPr>
            <p:custDataLst>
              <p:tags r:id="rId60"/>
            </p:custDataLst>
          </p:nvPr>
        </p:nvSpPr>
        <p:spPr>
          <a:xfrm>
            <a:off x="5364000" y="15300000"/>
            <a:ext cx="4464000" cy="9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512維表徵＋17維類別機率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529維向量檢索Top-5案例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AI附回支持／複核／不確定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152000" y="14796000"/>
            <a:ext cx="504000" cy="3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7" name="Connector 126"/>
          <p:cNvCxnSpPr/>
          <p:nvPr/>
        </p:nvCxnSpPr>
        <p:spPr>
          <a:xfrm>
            <a:off x="9936000" y="14904000"/>
            <a:ext cx="0" cy="122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>
            <p:custDataLst>
              <p:tags r:id="rId61"/>
            </p:custDataLst>
          </p:nvPr>
        </p:nvSpPr>
        <p:spPr>
          <a:xfrm>
            <a:off x="10152000" y="14868000"/>
            <a:ext cx="4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129" name="TextBox 128"/>
          <p:cNvSpPr/>
          <p:nvPr>
            <p:custDataLst>
              <p:tags r:id="rId62"/>
            </p:custDataLst>
          </p:nvPr>
        </p:nvSpPr>
        <p:spPr>
          <a:xfrm>
            <a:off x="10152031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CN" sz="1600" dirty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FTP／SSH：登入防護</a:t>
            </a:r>
          </a:p>
          <a:p>
            <a:pPr algn="l">
              <a:lnSpc>
                <a:spcPts val="2112"/>
              </a:lnSpc>
            </a:pPr>
            <a:r>
              <a:rPr lang="zh-CN" sz="1600" dirty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HTTP型DDoS：來源限速</a:t>
            </a:r>
          </a:p>
          <a:p>
            <a:pPr algn="l">
              <a:lnSpc>
                <a:spcPts val="2112"/>
              </a:lnSpc>
            </a:pPr>
            <a:r>
              <a:rPr lang="zh-CN" sz="1600" dirty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Bot限制C2；讀回及到期回復</a:t>
            </a:r>
          </a:p>
        </p:txBody>
      </p:sp>
      <p:sp>
        <p:nvSpPr>
          <p:cNvPr id="130" name="TextBox 129"/>
          <p:cNvSpPr txBox="1"/>
          <p:nvPr>
            <p:custDataLst>
              <p:tags r:id="rId63"/>
            </p:custDataLst>
          </p:nvPr>
        </p:nvSpPr>
        <p:spPr>
          <a:xfrm>
            <a:off x="576000" y="16380000"/>
            <a:ext cx="4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131" name="TextBox 130"/>
          <p:cNvSpPr txBox="1"/>
          <p:nvPr>
            <p:custDataLst>
              <p:tags r:id="rId64"/>
            </p:custDataLst>
          </p:nvPr>
        </p:nvSpPr>
        <p:spPr>
          <a:xfrm>
            <a:off x="1116000" y="16380000"/>
            <a:ext cx="13320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92B42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132" name="TextBox 131"/>
          <p:cNvSpPr txBox="1"/>
          <p:nvPr>
            <p:custDataLst>
              <p:tags r:id="rId65"/>
            </p:custDataLst>
          </p:nvPr>
        </p:nvSpPr>
        <p:spPr>
          <a:xfrm>
            <a:off x="576000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33" name="TextBox 132"/>
          <p:cNvSpPr txBox="1"/>
          <p:nvPr>
            <p:custDataLst>
              <p:tags r:id="rId66"/>
            </p:custDataLst>
          </p:nvPr>
        </p:nvSpPr>
        <p:spPr>
          <a:xfrm>
            <a:off x="576000" y="17424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304000" y="17496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2304000" y="17496000"/>
            <a:ext cx="2698671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6" name="TextBox 135"/>
          <p:cNvSpPr txBox="1"/>
          <p:nvPr>
            <p:custDataLst>
              <p:tags r:id="rId67"/>
            </p:custDataLst>
          </p:nvPr>
        </p:nvSpPr>
        <p:spPr>
          <a:xfrm>
            <a:off x="5729975" y="17424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7" name="TextBox 136"/>
          <p:cNvSpPr txBox="1"/>
          <p:nvPr>
            <p:custDataLst>
              <p:tags r:id="rId68"/>
            </p:custDataLst>
          </p:nvPr>
        </p:nvSpPr>
        <p:spPr>
          <a:xfrm>
            <a:off x="576000" y="18036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304000" y="18108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2304000" y="18108000"/>
            <a:ext cx="3116757" cy="216000"/>
          </a:xfrm>
          <a:prstGeom prst="rect">
            <a:avLst/>
          </a:prstGeom>
          <a:solidFill>
            <a:srgbClr val="729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0" name="TextBox 139"/>
          <p:cNvSpPr txBox="1"/>
          <p:nvPr>
            <p:custDataLst>
              <p:tags r:id="rId69"/>
            </p:custDataLst>
          </p:nvPr>
        </p:nvSpPr>
        <p:spPr>
          <a:xfrm>
            <a:off x="5729975" y="18036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41" name="TextBox 140"/>
          <p:cNvSpPr txBox="1"/>
          <p:nvPr>
            <p:custDataLst>
              <p:tags r:id="rId70"/>
            </p:custDataLst>
          </p:nvPr>
        </p:nvSpPr>
        <p:spPr>
          <a:xfrm>
            <a:off x="576000" y="18648000"/>
            <a:ext cx="158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304000" y="18720000"/>
            <a:ext cx="3384000" cy="216000"/>
          </a:xfrm>
          <a:prstGeom prst="rect">
            <a:avLst/>
          </a:prstGeom>
          <a:solidFill>
            <a:srgbClr val="F0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2304000" y="18720000"/>
            <a:ext cx="3148824" cy="216000"/>
          </a:xfrm>
          <a:prstGeom prst="rect">
            <a:avLst/>
          </a:prstGeom>
          <a:solidFill>
            <a:srgbClr val="FDB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4" name="TextBox 143"/>
          <p:cNvSpPr txBox="1"/>
          <p:nvPr>
            <p:custDataLst>
              <p:tags r:id="rId71"/>
            </p:custDataLst>
          </p:nvPr>
        </p:nvSpPr>
        <p:spPr>
          <a:xfrm>
            <a:off x="5729975" y="18648000"/>
            <a:ext cx="140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45" name="TextBox 144"/>
          <p:cNvSpPr txBox="1"/>
          <p:nvPr>
            <p:custDataLst>
              <p:tags r:id="rId72"/>
            </p:custDataLst>
          </p:nvPr>
        </p:nvSpPr>
        <p:spPr>
          <a:xfrm>
            <a:off x="576000" y="19260000"/>
            <a:ext cx="6624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560000" y="16920000"/>
            <a:ext cx="0" cy="284400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>
            <p:custDataLst>
              <p:tags r:id="rId73"/>
            </p:custDataLst>
          </p:nvPr>
        </p:nvSpPr>
        <p:spPr>
          <a:xfrm>
            <a:off x="7920000" y="16920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8" name="TextBox 147"/>
          <p:cNvSpPr txBox="1"/>
          <p:nvPr>
            <p:custDataLst>
              <p:tags r:id="rId74"/>
            </p:custDataLst>
          </p:nvPr>
        </p:nvSpPr>
        <p:spPr>
          <a:xfrm>
            <a:off x="7920000" y="17352000"/>
            <a:ext cx="6624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9" name="TextBox 148"/>
          <p:cNvSpPr txBox="1"/>
          <p:nvPr>
            <p:custDataLst>
              <p:tags r:id="rId75"/>
            </p:custDataLst>
          </p:nvPr>
        </p:nvSpPr>
        <p:spPr>
          <a:xfrm>
            <a:off x="7920000" y="17892000"/>
            <a:ext cx="6624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50" name="TextBox 149"/>
          <p:cNvSpPr txBox="1"/>
          <p:nvPr>
            <p:custDataLst>
              <p:tags r:id="rId76"/>
            </p:custDataLst>
          </p:nvPr>
        </p:nvSpPr>
        <p:spPr>
          <a:xfrm>
            <a:off x="7878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51" name="TextBox 150"/>
          <p:cNvSpPr txBox="1"/>
          <p:nvPr>
            <p:custDataLst>
              <p:tags r:id="rId77"/>
            </p:custDataLst>
          </p:nvPr>
        </p:nvSpPr>
        <p:spPr>
          <a:xfrm>
            <a:off x="7893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52" name="TextBox 151"/>
          <p:cNvSpPr txBox="1"/>
          <p:nvPr>
            <p:custDataLst>
              <p:tags r:id="rId78"/>
            </p:custDataLst>
          </p:nvPr>
        </p:nvSpPr>
        <p:spPr>
          <a:xfrm>
            <a:off x="10146725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53" name="TextBox 152"/>
          <p:cNvSpPr txBox="1"/>
          <p:nvPr>
            <p:custDataLst>
              <p:tags r:id="rId79"/>
            </p:custDataLst>
          </p:nvPr>
        </p:nvSpPr>
        <p:spPr>
          <a:xfrm>
            <a:off x="10161012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54" name="TextBox 153"/>
          <p:cNvSpPr txBox="1"/>
          <p:nvPr>
            <p:custDataLst>
              <p:tags r:id="rId80"/>
            </p:custDataLst>
          </p:nvPr>
        </p:nvSpPr>
        <p:spPr>
          <a:xfrm>
            <a:off x="12414726" y="18360000"/>
            <a:ext cx="2088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55" name="TextBox 154"/>
          <p:cNvSpPr txBox="1"/>
          <p:nvPr>
            <p:custDataLst>
              <p:tags r:id="rId81"/>
            </p:custDataLst>
          </p:nvPr>
        </p:nvSpPr>
        <p:spPr>
          <a:xfrm>
            <a:off x="12429013" y="18828000"/>
            <a:ext cx="2088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6" name="TextBox 155"/>
          <p:cNvSpPr txBox="1"/>
          <p:nvPr>
            <p:custDataLst>
              <p:tags r:id="rId82"/>
            </p:custDataLst>
          </p:nvPr>
        </p:nvSpPr>
        <p:spPr>
          <a:xfrm>
            <a:off x="7920000" y="19296000"/>
            <a:ext cx="6624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76000" y="19872000"/>
            <a:ext cx="13968000" cy="0"/>
          </a:xfrm>
          <a:prstGeom prst="line">
            <a:avLst/>
          </a:prstGeom>
          <a:ln w="12700">
            <a:solidFill>
              <a:srgbClr val="D6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>
            <p:custDataLst>
              <p:tags r:id="rId83"/>
            </p:custDataLst>
          </p:nvPr>
        </p:nvSpPr>
        <p:spPr>
          <a:xfrm>
            <a:off x="576000" y="19980000"/>
            <a:ext cx="2412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40000" y="19980000"/>
            <a:ext cx="1116000" cy="324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0" name="TextBox 159"/>
          <p:cNvSpPr txBox="1"/>
          <p:nvPr>
            <p:custDataLst>
              <p:tags r:id="rId84"/>
            </p:custDataLst>
          </p:nvPr>
        </p:nvSpPr>
        <p:spPr>
          <a:xfrm>
            <a:off x="32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61" name="TextBox 160"/>
          <p:cNvSpPr txBox="1"/>
          <p:nvPr>
            <p:custDataLst>
              <p:tags r:id="rId85"/>
            </p:custDataLst>
          </p:nvPr>
        </p:nvSpPr>
        <p:spPr>
          <a:xfrm>
            <a:off x="32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0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 txBox="1"/>
          <p:nvPr>
            <p:custDataLst>
              <p:tags r:id="rId86"/>
            </p:custDataLst>
          </p:nvPr>
        </p:nvSpPr>
        <p:spPr>
          <a:xfrm>
            <a:off x="447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64" name="TextBox 163"/>
          <p:cNvSpPr txBox="1"/>
          <p:nvPr>
            <p:custDataLst>
              <p:tags r:id="rId87"/>
            </p:custDataLst>
          </p:nvPr>
        </p:nvSpPr>
        <p:spPr>
          <a:xfrm>
            <a:off x="447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76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 txBox="1"/>
          <p:nvPr>
            <p:custDataLst>
              <p:tags r:id="rId88"/>
            </p:custDataLst>
          </p:nvPr>
        </p:nvSpPr>
        <p:spPr>
          <a:xfrm>
            <a:off x="573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67" name="TextBox 166"/>
          <p:cNvSpPr txBox="1"/>
          <p:nvPr>
            <p:custDataLst>
              <p:tags r:id="rId89"/>
            </p:custDataLst>
          </p:nvPr>
        </p:nvSpPr>
        <p:spPr>
          <a:xfrm>
            <a:off x="573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02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 txBox="1"/>
          <p:nvPr>
            <p:custDataLst>
              <p:tags r:id="rId90"/>
            </p:custDataLst>
          </p:nvPr>
        </p:nvSpPr>
        <p:spPr>
          <a:xfrm>
            <a:off x="699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70" name="TextBox 169"/>
          <p:cNvSpPr txBox="1"/>
          <p:nvPr>
            <p:custDataLst>
              <p:tags r:id="rId91"/>
            </p:custDataLst>
          </p:nvPr>
        </p:nvSpPr>
        <p:spPr>
          <a:xfrm>
            <a:off x="699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80000" y="19980000"/>
            <a:ext cx="1116000" cy="324000"/>
          </a:xfrm>
          <a:prstGeom prst="rect">
            <a:avLst/>
          </a:prstGeom>
          <a:solidFill>
            <a:srgbClr val="F0F2F3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2" name="TextBox 171"/>
          <p:cNvSpPr txBox="1"/>
          <p:nvPr>
            <p:custDataLst>
              <p:tags r:id="rId92"/>
            </p:custDataLst>
          </p:nvPr>
        </p:nvSpPr>
        <p:spPr>
          <a:xfrm>
            <a:off x="825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73" name="TextBox 172"/>
          <p:cNvSpPr txBox="1"/>
          <p:nvPr>
            <p:custDataLst>
              <p:tags r:id="rId93"/>
            </p:custDataLst>
          </p:nvPr>
        </p:nvSpPr>
        <p:spPr>
          <a:xfrm>
            <a:off x="825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540000" y="19980000"/>
            <a:ext cx="1116000" cy="324000"/>
          </a:xfrm>
          <a:prstGeom prst="rect">
            <a:avLst/>
          </a:prstGeom>
          <a:solidFill>
            <a:srgbClr val="FFF4DD"/>
          </a:solidFill>
          <a:ln w="10160">
            <a:solidFill>
              <a:srgbClr val="D6D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5" name="TextBox 174"/>
          <p:cNvSpPr txBox="1"/>
          <p:nvPr>
            <p:custDataLst>
              <p:tags r:id="rId94"/>
            </p:custDataLst>
          </p:nvPr>
        </p:nvSpPr>
        <p:spPr>
          <a:xfrm>
            <a:off x="9514600" y="19980000"/>
            <a:ext cx="111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6" name="TextBox 175"/>
          <p:cNvSpPr txBox="1"/>
          <p:nvPr>
            <p:custDataLst>
              <p:tags r:id="rId95"/>
            </p:custDataLst>
          </p:nvPr>
        </p:nvSpPr>
        <p:spPr>
          <a:xfrm>
            <a:off x="9517775" y="20304000"/>
            <a:ext cx="111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71C1D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7" name="TextBox 176"/>
          <p:cNvSpPr txBox="1"/>
          <p:nvPr>
            <p:custDataLst>
              <p:tags r:id="rId96"/>
            </p:custDataLst>
          </p:nvPr>
        </p:nvSpPr>
        <p:spPr>
          <a:xfrm>
            <a:off x="11030862" y="19980000"/>
            <a:ext cx="3456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05186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78" name="TextBox 177"/>
          <p:cNvSpPr txBox="1"/>
          <p:nvPr>
            <p:custDataLst>
              <p:tags r:id="rId97"/>
            </p:custDataLst>
          </p:nvPr>
        </p:nvSpPr>
        <p:spPr>
          <a:xfrm>
            <a:off x="576000" y="20592000"/>
            <a:ext cx="13968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3666E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2497558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270</Words>
  <Application>Microsoft Office PowerPoint</Application>
  <PresentationFormat>自訂</PresentationFormat>
  <Paragraphs>112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2026-10-29T14:33:27Z</dcterms:modified>
  <cp:category/>
</cp:coreProperties>
</file>