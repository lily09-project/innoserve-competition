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image" Target="../media/image2.png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103" Type="http://schemas.openxmlformats.org/officeDocument/2006/relationships/image" Target="../media/image3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image" Target="../media/image1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slideLayout" Target="../slideLayouts/slideLayout7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0" y="5832000"/>
            <a:ext cx="15120000" cy="0"/>
          </a:xfrm>
          <a:prstGeom prst="line">
            <a:avLst/>
          </a:prstGeom>
          <a:ln w="1905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864000" y="432000"/>
            <a:ext cx="1080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5" name="PosterTitle_Masthead"/>
          <p:cNvSpPr txBox="1"/>
          <p:nvPr>
            <p:custDataLst>
              <p:tags r:id="rId2"/>
            </p:custDataLst>
          </p:nvPr>
        </p:nvSpPr>
        <p:spPr>
          <a:xfrm>
            <a:off x="864000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之 AI 資安框架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864000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864000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6000" y="4896000"/>
            <a:ext cx="11088000" cy="0"/>
          </a:xfrm>
          <a:prstGeom prst="line">
            <a:avLst/>
          </a:prstGeom>
          <a:ln w="254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7280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1" name="Picture 10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836000" y="4716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>
            <p:custDataLst>
              <p:tags r:id="rId5"/>
            </p:custDataLst>
          </p:nvPr>
        </p:nvSpPr>
        <p:spPr>
          <a:xfrm>
            <a:off x="12610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3" name="Oval 12"/>
          <p:cNvSpPr/>
          <p:nvPr/>
        </p:nvSpPr>
        <p:spPr>
          <a:xfrm>
            <a:off x="54252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4" name="Picture 13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5533200" y="4716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>
            <p:custDataLst>
              <p:tags r:id="rId6"/>
            </p:custDataLst>
          </p:nvPr>
        </p:nvSpPr>
        <p:spPr>
          <a:xfrm>
            <a:off x="4958274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6" name="Oval 15"/>
          <p:cNvSpPr/>
          <p:nvPr/>
        </p:nvSpPr>
        <p:spPr>
          <a:xfrm>
            <a:off x="91224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295200" y="4716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9345888" y="480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45888" y="489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45888" y="498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>
            <p:custDataLst>
              <p:tags r:id="rId7"/>
            </p:custDataLst>
          </p:nvPr>
        </p:nvSpPr>
        <p:spPr>
          <a:xfrm>
            <a:off x="86554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2" name="Oval 21"/>
          <p:cNvSpPr/>
          <p:nvPr/>
        </p:nvSpPr>
        <p:spPr>
          <a:xfrm>
            <a:off x="128196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3" name="Picture 22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2927600" y="4716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>
            <p:custDataLst>
              <p:tags r:id="rId8"/>
            </p:custDataLst>
          </p:nvPr>
        </p:nvSpPr>
        <p:spPr>
          <a:xfrm>
            <a:off x="123526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5" name="TextBox 24"/>
          <p:cNvSpPr txBox="1"/>
          <p:nvPr>
            <p:custDataLst>
              <p:tags r:id="rId9"/>
            </p:custDataLst>
          </p:nvPr>
        </p:nvSpPr>
        <p:spPr>
          <a:xfrm>
            <a:off x="864000" y="603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</a:t>
            </a:r>
          </a:p>
        </p:txBody>
      </p:sp>
      <p:sp>
        <p:nvSpPr>
          <p:cNvPr id="26" name="TextBox 25"/>
          <p:cNvSpPr txBox="1"/>
          <p:nvPr>
            <p:custDataLst>
              <p:tags r:id="rId10"/>
            </p:custDataLst>
          </p:nvPr>
        </p:nvSpPr>
        <p:spPr>
          <a:xfrm>
            <a:off x="1476000" y="6030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9" name="Picture 28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044000" y="6912000"/>
            <a:ext cx="468000" cy="468000"/>
          </a:xfrm>
          <a:prstGeom prst="rect">
            <a:avLst/>
          </a:prstGeom>
        </p:spPr>
      </p:pic>
      <p:sp>
        <p:nvSpPr>
          <p:cNvPr id="30" name="TextBox 29"/>
          <p:cNvSpPr txBox="1"/>
          <p:nvPr>
            <p:custDataLst>
              <p:tags r:id="rId11"/>
            </p:custDataLst>
          </p:nvPr>
        </p:nvSpPr>
        <p:spPr>
          <a:xfrm>
            <a:off x="1656000" y="6876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01  互補判定</a:t>
            </a:r>
          </a:p>
        </p:txBody>
      </p:sp>
      <p:sp>
        <p:nvSpPr>
          <p:cNvPr id="31" name="TextBox 30"/>
          <p:cNvSpPr txBox="1"/>
          <p:nvPr>
            <p:custDataLst>
              <p:tags r:id="rId12"/>
            </p:custDataLst>
          </p:nvPr>
        </p:nvSpPr>
        <p:spPr>
          <a:xfrm>
            <a:off x="1656000" y="7200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2" name="TextBox 31"/>
          <p:cNvSpPr txBox="1"/>
          <p:nvPr>
            <p:custDataLst>
              <p:tags r:id="rId13"/>
            </p:custDataLst>
          </p:nvPr>
        </p:nvSpPr>
        <p:spPr>
          <a:xfrm>
            <a:off x="1080000" y="7560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35" name="Picture 34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044000" y="8604000"/>
            <a:ext cx="468000" cy="468000"/>
          </a:xfrm>
          <a:prstGeom prst="rect">
            <a:avLst/>
          </a:prstGeom>
        </p:spPr>
      </p:pic>
      <p:sp>
        <p:nvSpPr>
          <p:cNvPr id="36" name="TextBox 35"/>
          <p:cNvSpPr txBox="1"/>
          <p:nvPr>
            <p:custDataLst>
              <p:tags r:id="rId14"/>
            </p:custDataLst>
          </p:nvPr>
        </p:nvSpPr>
        <p:spPr>
          <a:xfrm>
            <a:off x="1656000" y="85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02  任務檢索</a:t>
            </a:r>
          </a:p>
        </p:txBody>
      </p:sp>
      <p:sp>
        <p:nvSpPr>
          <p:cNvPr id="37" name="TextBox 36"/>
          <p:cNvSpPr txBox="1"/>
          <p:nvPr>
            <p:custDataLst>
              <p:tags r:id="rId15"/>
            </p:custDataLst>
          </p:nvPr>
        </p:nvSpPr>
        <p:spPr>
          <a:xfrm>
            <a:off x="1656000" y="8892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8" name="TextBox 37"/>
          <p:cNvSpPr txBox="1"/>
          <p:nvPr>
            <p:custDataLst>
              <p:tags r:id="rId16"/>
            </p:custDataLst>
          </p:nvPr>
        </p:nvSpPr>
        <p:spPr>
          <a:xfrm>
            <a:off x="1080000" y="9252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1116000" y="10332000"/>
            <a:ext cx="324000" cy="43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1187280" y="10440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87280" y="10548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87280" y="10656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>
            <p:custDataLst>
              <p:tags r:id="rId17"/>
            </p:custDataLst>
          </p:nvPr>
        </p:nvSpPr>
        <p:spPr>
          <a:xfrm>
            <a:off x="1656000" y="10260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03  證據稽核</a:t>
            </a:r>
          </a:p>
        </p:txBody>
      </p:sp>
      <p:sp>
        <p:nvSpPr>
          <p:cNvPr id="46" name="TextBox 45"/>
          <p:cNvSpPr txBox="1"/>
          <p:nvPr>
            <p:custDataLst>
              <p:tags r:id="rId18"/>
            </p:custDataLst>
          </p:nvPr>
        </p:nvSpPr>
        <p:spPr>
          <a:xfrm>
            <a:off x="1656000" y="10584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7" name="TextBox 46"/>
          <p:cNvSpPr txBox="1"/>
          <p:nvPr>
            <p:custDataLst>
              <p:tags r:id="rId19"/>
            </p:custDataLst>
          </p:nvPr>
        </p:nvSpPr>
        <p:spPr>
          <a:xfrm>
            <a:off x="1080000" y="10944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50" name="Picture 49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044000" y="11988000"/>
            <a:ext cx="468000" cy="468000"/>
          </a:xfrm>
          <a:prstGeom prst="rect">
            <a:avLst/>
          </a:prstGeom>
        </p:spPr>
      </p:pic>
      <p:sp>
        <p:nvSpPr>
          <p:cNvPr id="51" name="TextBox 50"/>
          <p:cNvSpPr txBox="1"/>
          <p:nvPr>
            <p:custDataLst>
              <p:tags r:id="rId20"/>
            </p:custDataLst>
          </p:nvPr>
        </p:nvSpPr>
        <p:spPr>
          <a:xfrm>
            <a:off x="1656000" y="11952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04  受控回復</a:t>
            </a:r>
          </a:p>
        </p:txBody>
      </p:sp>
      <p:sp>
        <p:nvSpPr>
          <p:cNvPr id="52" name="TextBox 51"/>
          <p:cNvSpPr txBox="1"/>
          <p:nvPr>
            <p:custDataLst>
              <p:tags r:id="rId21"/>
            </p:custDataLst>
          </p:nvPr>
        </p:nvSpPr>
        <p:spPr>
          <a:xfrm>
            <a:off x="1656000" y="12276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53" name="TextBox 52"/>
          <p:cNvSpPr txBox="1"/>
          <p:nvPr>
            <p:custDataLst>
              <p:tags r:id="rId22"/>
            </p:custDataLst>
          </p:nvPr>
        </p:nvSpPr>
        <p:spPr>
          <a:xfrm>
            <a:off x="1080000" y="12636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5" name="TextBox 54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6" name="TextBox 55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8" name="TextBox 57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9" name="TextBox 58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ight Arrow 62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5" name="TextBox 64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6" name="TextBox 65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9" name="TextBox 68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70" name="TextBox 69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2" name="TextBox 71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4" name="TextBox 73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ight Arrow 77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0" name="TextBox 79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81" name="TextBox 80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4" name="TextBox 83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6" name="TextBox 85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8" name="TextBox 87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0" name="TextBox 89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2" name="TextBox 91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4" name="TextBox 93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6" name="TextBox 95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8" name="TextBox 97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ight Arrow 101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4" name="TextBox 103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105" name="TextBox 104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8" name="TextBox 107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0" name="TextBox 109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2" name="TextBox 111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13" name="TextBox 112"/>
          <p:cNvSpPr txBox="1"/>
          <p:nvPr>
            <p:custDataLst>
              <p:tags r:id="rId48"/>
            </p:custDataLst>
          </p:nvPr>
        </p:nvSpPr>
        <p:spPr>
          <a:xfrm>
            <a:off x="4536000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5" name="TextBox 114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7452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7992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8" name="TextBox 117"/>
          <p:cNvSpPr txBox="1"/>
          <p:nvPr>
            <p:custDataLst>
              <p:tags r:id="rId50"/>
            </p:custDataLst>
          </p:nvPr>
        </p:nvSpPr>
        <p:spPr>
          <a:xfrm>
            <a:off x="7958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10908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11448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1" name="TextBox 120"/>
          <p:cNvSpPr txBox="1"/>
          <p:nvPr>
            <p:custDataLst>
              <p:tags r:id="rId51"/>
            </p:custDataLst>
          </p:nvPr>
        </p:nvSpPr>
        <p:spPr>
          <a:xfrm>
            <a:off x="11414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22" name="TextBox 121"/>
          <p:cNvSpPr txBox="1"/>
          <p:nvPr>
            <p:custDataLst>
              <p:tags r:id="rId52"/>
            </p:custDataLst>
          </p:nvPr>
        </p:nvSpPr>
        <p:spPr>
          <a:xfrm>
            <a:off x="4536000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8" name="TextBox 127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9" name="TextBox 128"/>
          <p:cNvSpPr txBox="1"/>
          <p:nvPr>
            <p:custDataLst>
              <p:tags r:id="rId54"/>
            </p:custDataLst>
          </p:nvPr>
        </p:nvSpPr>
        <p:spPr>
          <a:xfrm>
            <a:off x="864000" y="1427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</a:t>
            </a:r>
          </a:p>
        </p:txBody>
      </p:sp>
      <p:sp>
        <p:nvSpPr>
          <p:cNvPr id="130" name="TextBox 129"/>
          <p:cNvSpPr txBox="1"/>
          <p:nvPr>
            <p:custDataLst>
              <p:tags r:id="rId55"/>
            </p:custDataLst>
          </p:nvPr>
        </p:nvSpPr>
        <p:spPr>
          <a:xfrm>
            <a:off x="1476000" y="1427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1080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4" name="TextBox 133"/>
          <p:cNvSpPr txBox="1"/>
          <p:nvPr>
            <p:custDataLst>
              <p:tags r:id="rId56"/>
            </p:custDataLst>
          </p:nvPr>
        </p:nvSpPr>
        <p:spPr>
          <a:xfrm>
            <a:off x="1080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35" name="TextBox 134"/>
          <p:cNvSpPr txBox="1"/>
          <p:nvPr>
            <p:custDataLst>
              <p:tags r:id="rId57"/>
            </p:custDataLst>
          </p:nvPr>
        </p:nvSpPr>
        <p:spPr>
          <a:xfrm>
            <a:off x="1080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5616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8" name="TextBox 137"/>
          <p:cNvSpPr txBox="1"/>
          <p:nvPr>
            <p:custDataLst>
              <p:tags r:id="rId58"/>
            </p:custDataLst>
          </p:nvPr>
        </p:nvSpPr>
        <p:spPr>
          <a:xfrm>
            <a:off x="5616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9" name="TextBox 138"/>
          <p:cNvSpPr txBox="1"/>
          <p:nvPr>
            <p:custDataLst>
              <p:tags r:id="rId59"/>
            </p:custDataLst>
          </p:nvPr>
        </p:nvSpPr>
        <p:spPr>
          <a:xfrm>
            <a:off x="5616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1015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2" name="TextBox 141"/>
          <p:cNvSpPr txBox="1"/>
          <p:nvPr>
            <p:custDataLst>
              <p:tags r:id="rId60"/>
            </p:custDataLst>
          </p:nvPr>
        </p:nvSpPr>
        <p:spPr>
          <a:xfrm>
            <a:off x="10152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43" name="TextBox 142"/>
          <p:cNvSpPr txBox="1"/>
          <p:nvPr>
            <p:custDataLst>
              <p:tags r:id="rId61"/>
            </p:custDataLst>
          </p:nvPr>
        </p:nvSpPr>
        <p:spPr>
          <a:xfrm>
            <a:off x="10152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44" name="TextBox 143"/>
          <p:cNvSpPr txBox="1"/>
          <p:nvPr>
            <p:custDataLst>
              <p:tags r:id="rId62"/>
            </p:custDataLst>
          </p:nvPr>
        </p:nvSpPr>
        <p:spPr>
          <a:xfrm>
            <a:off x="864000" y="1679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</a:t>
            </a:r>
          </a:p>
        </p:txBody>
      </p:sp>
      <p:sp>
        <p:nvSpPr>
          <p:cNvPr id="145" name="TextBox 144"/>
          <p:cNvSpPr txBox="1"/>
          <p:nvPr>
            <p:custDataLst>
              <p:tags r:id="rId63"/>
            </p:custDataLst>
          </p:nvPr>
        </p:nvSpPr>
        <p:spPr>
          <a:xfrm>
            <a:off x="1476000" y="1679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>
            <p:custDataLst>
              <p:tags r:id="rId64"/>
            </p:custDataLst>
          </p:nvPr>
        </p:nvSpPr>
        <p:spPr>
          <a:xfrm>
            <a:off x="864000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8" name="TextBox 147"/>
          <p:cNvSpPr txBox="1"/>
          <p:nvPr>
            <p:custDataLst>
              <p:tags r:id="rId65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1" name="TextBox 150"/>
          <p:cNvSpPr txBox="1"/>
          <p:nvPr>
            <p:custDataLst>
              <p:tags r:id="rId66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52" name="TextBox 151"/>
          <p:cNvSpPr txBox="1"/>
          <p:nvPr>
            <p:custDataLst>
              <p:tags r:id="rId67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5" name="TextBox 154"/>
          <p:cNvSpPr txBox="1"/>
          <p:nvPr>
            <p:custDataLst>
              <p:tags r:id="rId68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56" name="TextBox 155"/>
          <p:cNvSpPr txBox="1"/>
          <p:nvPr>
            <p:custDataLst>
              <p:tags r:id="rId69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9" name="TextBox 158"/>
          <p:cNvSpPr txBox="1"/>
          <p:nvPr>
            <p:custDataLst>
              <p:tags r:id="rId70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>
            <p:custDataLst>
              <p:tags r:id="rId71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>
            <p:custDataLst>
              <p:tags r:id="rId72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>
            <p:custDataLst>
              <p:tags r:id="rId73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66" name="TextBox 165"/>
          <p:cNvSpPr txBox="1"/>
          <p:nvPr>
            <p:custDataLst>
              <p:tags r:id="rId74"/>
            </p:custDataLst>
          </p:nvPr>
        </p:nvSpPr>
        <p:spPr>
          <a:xfrm>
            <a:off x="864000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>
            <p:custDataLst>
              <p:tags r:id="rId75"/>
            </p:custDataLst>
          </p:nvPr>
        </p:nvSpPr>
        <p:spPr>
          <a:xfrm>
            <a:off x="7920000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9" name="TextBox 168"/>
          <p:cNvSpPr txBox="1"/>
          <p:nvPr>
            <p:custDataLst>
              <p:tags r:id="rId76"/>
            </p:custDataLst>
          </p:nvPr>
        </p:nvSpPr>
        <p:spPr>
          <a:xfrm>
            <a:off x="7920000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70" name="TextBox 169"/>
          <p:cNvSpPr txBox="1"/>
          <p:nvPr>
            <p:custDataLst>
              <p:tags r:id="rId77"/>
            </p:custDataLst>
          </p:nvPr>
        </p:nvSpPr>
        <p:spPr>
          <a:xfrm>
            <a:off x="7920000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2" name="TextBox 171"/>
          <p:cNvSpPr txBox="1"/>
          <p:nvPr>
            <p:custDataLst>
              <p:tags r:id="rId78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73" name="TextBox 172"/>
          <p:cNvSpPr txBox="1"/>
          <p:nvPr>
            <p:custDataLst>
              <p:tags r:id="rId79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5" name="TextBox 174"/>
          <p:cNvSpPr txBox="1"/>
          <p:nvPr>
            <p:custDataLst>
              <p:tags r:id="rId80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76" name="TextBox 175"/>
          <p:cNvSpPr txBox="1"/>
          <p:nvPr>
            <p:custDataLst>
              <p:tags r:id="rId81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8" name="TextBox 177"/>
          <p:cNvSpPr txBox="1"/>
          <p:nvPr>
            <p:custDataLst>
              <p:tags r:id="rId82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9" name="TextBox 178"/>
          <p:cNvSpPr txBox="1"/>
          <p:nvPr>
            <p:custDataLst>
              <p:tags r:id="rId83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80" name="TextBox 179"/>
          <p:cNvSpPr txBox="1"/>
          <p:nvPr>
            <p:custDataLst>
              <p:tags r:id="rId84"/>
            </p:custDataLst>
          </p:nvPr>
        </p:nvSpPr>
        <p:spPr>
          <a:xfrm>
            <a:off x="7920000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2" name="TextBox 181"/>
          <p:cNvSpPr txBox="1"/>
          <p:nvPr>
            <p:custDataLst>
              <p:tags r:id="rId85"/>
            </p:custDataLst>
          </p:nvPr>
        </p:nvSpPr>
        <p:spPr>
          <a:xfrm>
            <a:off x="1008000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4" name="TextBox 183"/>
          <p:cNvSpPr txBox="1"/>
          <p:nvPr>
            <p:custDataLst>
              <p:tags r:id="rId86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85" name="TextBox 184"/>
          <p:cNvSpPr txBox="1"/>
          <p:nvPr>
            <p:custDataLst>
              <p:tags r:id="rId87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7" name="TextBox 186"/>
          <p:cNvSpPr txBox="1"/>
          <p:nvPr>
            <p:custDataLst>
              <p:tags r:id="rId88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8" name="TextBox 187"/>
          <p:cNvSpPr txBox="1"/>
          <p:nvPr>
            <p:custDataLst>
              <p:tags r:id="rId89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0" name="TextBox 189"/>
          <p:cNvSpPr txBox="1"/>
          <p:nvPr>
            <p:custDataLst>
              <p:tags r:id="rId90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91" name="TextBox 190"/>
          <p:cNvSpPr txBox="1"/>
          <p:nvPr>
            <p:custDataLst>
              <p:tags r:id="rId91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3" name="TextBox 192"/>
          <p:cNvSpPr txBox="1"/>
          <p:nvPr>
            <p:custDataLst>
              <p:tags r:id="rId92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94" name="TextBox 193"/>
          <p:cNvSpPr txBox="1"/>
          <p:nvPr>
            <p:custDataLst>
              <p:tags r:id="rId93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6" name="TextBox 195"/>
          <p:cNvSpPr txBox="1"/>
          <p:nvPr>
            <p:custDataLst>
              <p:tags r:id="rId94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97" name="TextBox 196"/>
          <p:cNvSpPr txBox="1"/>
          <p:nvPr>
            <p:custDataLst>
              <p:tags r:id="rId95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9" name="TextBox 198"/>
          <p:cNvSpPr txBox="1"/>
          <p:nvPr>
            <p:custDataLst>
              <p:tags r:id="rId96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200" name="TextBox 199"/>
          <p:cNvSpPr txBox="1"/>
          <p:nvPr>
            <p:custDataLst>
              <p:tags r:id="rId97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201" name="TextBox 200"/>
          <p:cNvSpPr txBox="1"/>
          <p:nvPr>
            <p:custDataLst>
              <p:tags r:id="rId98"/>
            </p:custDataLst>
          </p:nvPr>
        </p:nvSpPr>
        <p:spPr>
          <a:xfrm>
            <a:off x="10592512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202" name="TextBox 201"/>
          <p:cNvSpPr txBox="1"/>
          <p:nvPr>
            <p:custDataLst>
              <p:tags r:id="rId99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9.8424987792968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1.968475341796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.370079040527344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11.1810913085938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254</Words>
  <Application>Microsoft Office PowerPoint</Application>
  <PresentationFormat>自訂</PresentationFormat>
  <Paragraphs>113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2026-10-31T05:19:54Z</dcterms:modified>
  <cp:category/>
</cp:coreProperties>
</file>