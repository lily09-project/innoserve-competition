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5120000" cy="21384000"/>
  <p:notesSz cx="6858000" cy="9144000"/>
  <p:defaultTextStyle>
    <a:defPPr>
      <a:defRPr lang="en-US">
        <a:latin typeface="Segoe UI"/>
        <a:ea typeface="Microsoft JhengHei"/>
        <a:cs typeface="Segoe UI"/>
      </a:defRPr>
    </a:defPPr>
    <a:lvl1pPr marL="0" algn="l" defTabSz="457200" rtl="0" eaLnBrk="1" latinLnBrk="0" hangingPunct="1">
      <a:defRPr sz="1800" kern="1200">
        <a:solidFill>
          <a:schemeClr val="tx1"/>
        </a:solidFill>
        <a:latin typeface="Segoe UI"/>
        <a:ea typeface="Microsoft JhengHei"/>
        <a:cs typeface="Segoe UI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Segoe UI"/>
        <a:ea typeface="Microsoft JhengHei"/>
        <a:cs typeface="Segoe UI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Segoe UI"/>
        <a:ea typeface="Microsoft JhengHei"/>
        <a:cs typeface="Segoe UI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Segoe UI"/>
        <a:ea typeface="Microsoft JhengHei"/>
        <a:cs typeface="Segoe UI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Segoe UI"/>
        <a:ea typeface="Microsoft JhengHei"/>
        <a:cs typeface="Segoe UI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Segoe UI"/>
        <a:ea typeface="Microsoft JhengHei"/>
        <a:cs typeface="Segoe UI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Segoe UI"/>
        <a:ea typeface="Microsoft JhengHei"/>
        <a:cs typeface="Segoe UI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Segoe UI"/>
        <a:ea typeface="Microsoft JhengHei"/>
        <a:cs typeface="Segoe UI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Segoe UI"/>
        <a:ea typeface="Microsoft JhengHei"/>
        <a:cs typeface="Segoe UI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9pPr>
          </a:lstStyle>
          <a:p>
            <a:r>
              <a:rPr lang="en-US">
                <a:latin typeface="Segoe UI"/>
                <a:ea typeface="Microsoft JhengHei"/>
                <a:cs typeface="Segoe UI"/>
              </a:rPr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10/31/2026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  <a:p>
            <a:pPr lvl="1"/>
            <a:r>
              <a:rPr lang="en-US">
                <a:latin typeface="Segoe UI"/>
                <a:ea typeface="Microsoft JhengHei"/>
                <a:cs typeface="Segoe UI"/>
              </a:rPr>
              <a:t>Second level</a:t>
            </a:r>
          </a:p>
          <a:p>
            <a:pPr lvl="2"/>
            <a:r>
              <a:rPr lang="en-US">
                <a:latin typeface="Segoe UI"/>
                <a:ea typeface="Microsoft JhengHei"/>
                <a:cs typeface="Segoe UI"/>
              </a:rPr>
              <a:t>Third level</a:t>
            </a:r>
          </a:p>
          <a:p>
            <a:pPr lvl="3"/>
            <a:r>
              <a:rPr lang="en-US">
                <a:latin typeface="Segoe UI"/>
                <a:ea typeface="Microsoft JhengHei"/>
                <a:cs typeface="Segoe UI"/>
              </a:rPr>
              <a:t>Fourth level</a:t>
            </a:r>
          </a:p>
          <a:p>
            <a:pPr lvl="4"/>
            <a:r>
              <a:rPr lang="en-US">
                <a:latin typeface="Segoe UI"/>
                <a:ea typeface="Microsoft JhengHei"/>
                <a:cs typeface="Segoe UI"/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10/31/2026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>
                <a:latin typeface="Segoe UI"/>
                <a:ea typeface="Microsoft JhengHei"/>
                <a:cs typeface="Segoe UI"/>
              </a:defRPr>
            </a:lvl1pPr>
          </a:lstStyle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9pPr>
          </a:lstStyle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10/31/2026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>
                <a:latin typeface="Segoe UI"/>
                <a:ea typeface="Microsoft JhengHei"/>
                <a:cs typeface="Segoe UI"/>
              </a:defRPr>
            </a:lvl1pPr>
            <a:lvl2pPr>
              <a:defRPr sz="2400">
                <a:latin typeface="Segoe UI"/>
                <a:ea typeface="Microsoft JhengHei"/>
                <a:cs typeface="Segoe UI"/>
              </a:defRPr>
            </a:lvl2pPr>
            <a:lvl3pPr>
              <a:defRPr sz="2000">
                <a:latin typeface="Segoe UI"/>
                <a:ea typeface="Microsoft JhengHei"/>
                <a:cs typeface="Segoe UI"/>
              </a:defRPr>
            </a:lvl3pPr>
            <a:lvl4pPr>
              <a:defRPr sz="1800">
                <a:latin typeface="Segoe UI"/>
                <a:ea typeface="Microsoft JhengHei"/>
                <a:cs typeface="Segoe UI"/>
              </a:defRPr>
            </a:lvl4pPr>
            <a:lvl5pPr>
              <a:defRPr sz="1800">
                <a:latin typeface="Segoe UI"/>
                <a:ea typeface="Microsoft JhengHei"/>
                <a:cs typeface="Segoe UI"/>
              </a:defRPr>
            </a:lvl5pPr>
            <a:lvl6pPr>
              <a:defRPr sz="1800">
                <a:latin typeface="Segoe UI"/>
                <a:ea typeface="Microsoft JhengHei"/>
                <a:cs typeface="Segoe UI"/>
              </a:defRPr>
            </a:lvl6pPr>
            <a:lvl7pPr>
              <a:defRPr sz="1800">
                <a:latin typeface="Segoe UI"/>
                <a:ea typeface="Microsoft JhengHei"/>
                <a:cs typeface="Segoe UI"/>
              </a:defRPr>
            </a:lvl7pPr>
            <a:lvl8pPr>
              <a:defRPr sz="1800">
                <a:latin typeface="Segoe UI"/>
                <a:ea typeface="Microsoft JhengHei"/>
                <a:cs typeface="Segoe UI"/>
              </a:defRPr>
            </a:lvl8pPr>
            <a:lvl9pPr>
              <a:defRPr sz="1800">
                <a:latin typeface="Segoe UI"/>
                <a:ea typeface="Microsoft JhengHei"/>
                <a:cs typeface="Segoe UI"/>
              </a:defRPr>
            </a:lvl9pPr>
          </a:lstStyle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  <a:p>
            <a:pPr lvl="1"/>
            <a:r>
              <a:rPr lang="en-US">
                <a:latin typeface="Segoe UI"/>
                <a:ea typeface="Microsoft JhengHei"/>
                <a:cs typeface="Segoe UI"/>
              </a:rPr>
              <a:t>Second level</a:t>
            </a:r>
          </a:p>
          <a:p>
            <a:pPr lvl="2"/>
            <a:r>
              <a:rPr lang="en-US">
                <a:latin typeface="Segoe UI"/>
                <a:ea typeface="Microsoft JhengHei"/>
                <a:cs typeface="Segoe UI"/>
              </a:rPr>
              <a:t>Third level</a:t>
            </a:r>
          </a:p>
          <a:p>
            <a:pPr lvl="3"/>
            <a:r>
              <a:rPr lang="en-US">
                <a:latin typeface="Segoe UI"/>
                <a:ea typeface="Microsoft JhengHei"/>
                <a:cs typeface="Segoe UI"/>
              </a:rPr>
              <a:t>Fourth level</a:t>
            </a:r>
          </a:p>
          <a:p>
            <a:pPr lvl="4"/>
            <a:r>
              <a:rPr lang="en-US">
                <a:latin typeface="Segoe UI"/>
                <a:ea typeface="Microsoft JhengHei"/>
                <a:cs typeface="Segoe UI"/>
              </a:rPr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>
                <a:latin typeface="Segoe UI"/>
                <a:ea typeface="Microsoft JhengHei"/>
                <a:cs typeface="Segoe UI"/>
              </a:defRPr>
            </a:lvl1pPr>
            <a:lvl2pPr>
              <a:defRPr sz="2400">
                <a:latin typeface="Segoe UI"/>
                <a:ea typeface="Microsoft JhengHei"/>
                <a:cs typeface="Segoe UI"/>
              </a:defRPr>
            </a:lvl2pPr>
            <a:lvl3pPr>
              <a:defRPr sz="2000">
                <a:latin typeface="Segoe UI"/>
                <a:ea typeface="Microsoft JhengHei"/>
                <a:cs typeface="Segoe UI"/>
              </a:defRPr>
            </a:lvl3pPr>
            <a:lvl4pPr>
              <a:defRPr sz="1800">
                <a:latin typeface="Segoe UI"/>
                <a:ea typeface="Microsoft JhengHei"/>
                <a:cs typeface="Segoe UI"/>
              </a:defRPr>
            </a:lvl4pPr>
            <a:lvl5pPr>
              <a:defRPr sz="1800">
                <a:latin typeface="Segoe UI"/>
                <a:ea typeface="Microsoft JhengHei"/>
                <a:cs typeface="Segoe UI"/>
              </a:defRPr>
            </a:lvl5pPr>
            <a:lvl6pPr>
              <a:defRPr sz="1800">
                <a:latin typeface="Segoe UI"/>
                <a:ea typeface="Microsoft JhengHei"/>
                <a:cs typeface="Segoe UI"/>
              </a:defRPr>
            </a:lvl6pPr>
            <a:lvl7pPr>
              <a:defRPr sz="1800">
                <a:latin typeface="Segoe UI"/>
                <a:ea typeface="Microsoft JhengHei"/>
                <a:cs typeface="Segoe UI"/>
              </a:defRPr>
            </a:lvl7pPr>
            <a:lvl8pPr>
              <a:defRPr sz="1800">
                <a:latin typeface="Segoe UI"/>
                <a:ea typeface="Microsoft JhengHei"/>
                <a:cs typeface="Segoe UI"/>
              </a:defRPr>
            </a:lvl8pPr>
            <a:lvl9pPr>
              <a:defRPr sz="1800">
                <a:latin typeface="Segoe UI"/>
                <a:ea typeface="Microsoft JhengHei"/>
                <a:cs typeface="Segoe UI"/>
              </a:defRPr>
            </a:lvl9pPr>
          </a:lstStyle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  <a:p>
            <a:pPr lvl="1"/>
            <a:r>
              <a:rPr lang="en-US">
                <a:latin typeface="Segoe UI"/>
                <a:ea typeface="Microsoft JhengHei"/>
                <a:cs typeface="Segoe UI"/>
              </a:rPr>
              <a:t>Second level</a:t>
            </a:r>
          </a:p>
          <a:p>
            <a:pPr lvl="2"/>
            <a:r>
              <a:rPr lang="en-US">
                <a:latin typeface="Segoe UI"/>
                <a:ea typeface="Microsoft JhengHei"/>
                <a:cs typeface="Segoe UI"/>
              </a:rPr>
              <a:t>Third level</a:t>
            </a:r>
          </a:p>
          <a:p>
            <a:pPr lvl="3"/>
            <a:r>
              <a:rPr lang="en-US">
                <a:latin typeface="Segoe UI"/>
                <a:ea typeface="Microsoft JhengHei"/>
                <a:cs typeface="Segoe UI"/>
              </a:rPr>
              <a:t>Fourth level</a:t>
            </a:r>
          </a:p>
          <a:p>
            <a:pPr lvl="4"/>
            <a:r>
              <a:rPr lang="en-US">
                <a:latin typeface="Segoe UI"/>
                <a:ea typeface="Microsoft JhengHei"/>
                <a:cs typeface="Segoe UI"/>
              </a:rPr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10/31/2026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Segoe UI"/>
                <a:ea typeface="Microsoft JhengHei"/>
                <a:cs typeface="Segoe UI"/>
              </a:defRPr>
            </a:lvl1pPr>
          </a:lstStyle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>
                <a:latin typeface="Segoe UI"/>
                <a:ea typeface="Microsoft JhengHei"/>
                <a:cs typeface="Segoe UI"/>
              </a:defRPr>
            </a:lvl1pPr>
            <a:lvl2pPr marL="457200" indent="0">
              <a:buNone/>
              <a:defRPr sz="2000" b="1">
                <a:latin typeface="Segoe UI"/>
                <a:ea typeface="Microsoft JhengHei"/>
                <a:cs typeface="Segoe UI"/>
              </a:defRPr>
            </a:lvl2pPr>
            <a:lvl3pPr marL="914400" indent="0">
              <a:buNone/>
              <a:defRPr sz="1800" b="1">
                <a:latin typeface="Segoe UI"/>
                <a:ea typeface="Microsoft JhengHei"/>
                <a:cs typeface="Segoe UI"/>
              </a:defRPr>
            </a:lvl3pPr>
            <a:lvl4pPr marL="1371600" indent="0">
              <a:buNone/>
              <a:defRPr sz="1600" b="1">
                <a:latin typeface="Segoe UI"/>
                <a:ea typeface="Microsoft JhengHei"/>
                <a:cs typeface="Segoe UI"/>
              </a:defRPr>
            </a:lvl4pPr>
            <a:lvl5pPr marL="1828800" indent="0">
              <a:buNone/>
              <a:defRPr sz="1600" b="1">
                <a:latin typeface="Segoe UI"/>
                <a:ea typeface="Microsoft JhengHei"/>
                <a:cs typeface="Segoe UI"/>
              </a:defRPr>
            </a:lvl5pPr>
            <a:lvl6pPr marL="2286000" indent="0">
              <a:buNone/>
              <a:defRPr sz="1600" b="1">
                <a:latin typeface="Segoe UI"/>
                <a:ea typeface="Microsoft JhengHei"/>
                <a:cs typeface="Segoe UI"/>
              </a:defRPr>
            </a:lvl6pPr>
            <a:lvl7pPr marL="2743200" indent="0">
              <a:buNone/>
              <a:defRPr sz="1600" b="1">
                <a:latin typeface="Segoe UI"/>
                <a:ea typeface="Microsoft JhengHei"/>
                <a:cs typeface="Segoe UI"/>
              </a:defRPr>
            </a:lvl7pPr>
            <a:lvl8pPr marL="3200400" indent="0">
              <a:buNone/>
              <a:defRPr sz="1600" b="1">
                <a:latin typeface="Segoe UI"/>
                <a:ea typeface="Microsoft JhengHei"/>
                <a:cs typeface="Segoe UI"/>
              </a:defRPr>
            </a:lvl8pPr>
            <a:lvl9pPr marL="3657600" indent="0">
              <a:buNone/>
              <a:defRPr sz="1600" b="1">
                <a:latin typeface="Segoe UI"/>
                <a:ea typeface="Microsoft JhengHei"/>
                <a:cs typeface="Segoe UI"/>
              </a:defRPr>
            </a:lvl9pPr>
          </a:lstStyle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>
                <a:latin typeface="Segoe UI"/>
                <a:ea typeface="Microsoft JhengHei"/>
                <a:cs typeface="Segoe UI"/>
              </a:defRPr>
            </a:lvl1pPr>
            <a:lvl2pPr>
              <a:defRPr sz="2000">
                <a:latin typeface="Segoe UI"/>
                <a:ea typeface="Microsoft JhengHei"/>
                <a:cs typeface="Segoe UI"/>
              </a:defRPr>
            </a:lvl2pPr>
            <a:lvl3pPr>
              <a:defRPr sz="1800">
                <a:latin typeface="Segoe UI"/>
                <a:ea typeface="Microsoft JhengHei"/>
                <a:cs typeface="Segoe UI"/>
              </a:defRPr>
            </a:lvl3pPr>
            <a:lvl4pPr>
              <a:defRPr sz="1600">
                <a:latin typeface="Segoe UI"/>
                <a:ea typeface="Microsoft JhengHei"/>
                <a:cs typeface="Segoe UI"/>
              </a:defRPr>
            </a:lvl4pPr>
            <a:lvl5pPr>
              <a:defRPr sz="1600">
                <a:latin typeface="Segoe UI"/>
                <a:ea typeface="Microsoft JhengHei"/>
                <a:cs typeface="Segoe UI"/>
              </a:defRPr>
            </a:lvl5pPr>
            <a:lvl6pPr>
              <a:defRPr sz="1600">
                <a:latin typeface="Segoe UI"/>
                <a:ea typeface="Microsoft JhengHei"/>
                <a:cs typeface="Segoe UI"/>
              </a:defRPr>
            </a:lvl6pPr>
            <a:lvl7pPr>
              <a:defRPr sz="1600">
                <a:latin typeface="Segoe UI"/>
                <a:ea typeface="Microsoft JhengHei"/>
                <a:cs typeface="Segoe UI"/>
              </a:defRPr>
            </a:lvl7pPr>
            <a:lvl8pPr>
              <a:defRPr sz="1600">
                <a:latin typeface="Segoe UI"/>
                <a:ea typeface="Microsoft JhengHei"/>
                <a:cs typeface="Segoe UI"/>
              </a:defRPr>
            </a:lvl8pPr>
            <a:lvl9pPr>
              <a:defRPr sz="1600">
                <a:latin typeface="Segoe UI"/>
                <a:ea typeface="Microsoft JhengHei"/>
                <a:cs typeface="Segoe UI"/>
              </a:defRPr>
            </a:lvl9pPr>
          </a:lstStyle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  <a:p>
            <a:pPr lvl="1"/>
            <a:r>
              <a:rPr lang="en-US">
                <a:latin typeface="Segoe UI"/>
                <a:ea typeface="Microsoft JhengHei"/>
                <a:cs typeface="Segoe UI"/>
              </a:rPr>
              <a:t>Second level</a:t>
            </a:r>
          </a:p>
          <a:p>
            <a:pPr lvl="2"/>
            <a:r>
              <a:rPr lang="en-US">
                <a:latin typeface="Segoe UI"/>
                <a:ea typeface="Microsoft JhengHei"/>
                <a:cs typeface="Segoe UI"/>
              </a:rPr>
              <a:t>Third level</a:t>
            </a:r>
          </a:p>
          <a:p>
            <a:pPr lvl="3"/>
            <a:r>
              <a:rPr lang="en-US">
                <a:latin typeface="Segoe UI"/>
                <a:ea typeface="Microsoft JhengHei"/>
                <a:cs typeface="Segoe UI"/>
              </a:rPr>
              <a:t>Fourth level</a:t>
            </a:r>
          </a:p>
          <a:p>
            <a:pPr lvl="4"/>
            <a:r>
              <a:rPr lang="en-US">
                <a:latin typeface="Segoe UI"/>
                <a:ea typeface="Microsoft JhengHei"/>
                <a:cs typeface="Segoe UI"/>
              </a:rPr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>
                <a:latin typeface="Segoe UI"/>
                <a:ea typeface="Microsoft JhengHei"/>
                <a:cs typeface="Segoe UI"/>
              </a:defRPr>
            </a:lvl1pPr>
            <a:lvl2pPr marL="457200" indent="0">
              <a:buNone/>
              <a:defRPr sz="2000" b="1">
                <a:latin typeface="Segoe UI"/>
                <a:ea typeface="Microsoft JhengHei"/>
                <a:cs typeface="Segoe UI"/>
              </a:defRPr>
            </a:lvl2pPr>
            <a:lvl3pPr marL="914400" indent="0">
              <a:buNone/>
              <a:defRPr sz="1800" b="1">
                <a:latin typeface="Segoe UI"/>
                <a:ea typeface="Microsoft JhengHei"/>
                <a:cs typeface="Segoe UI"/>
              </a:defRPr>
            </a:lvl3pPr>
            <a:lvl4pPr marL="1371600" indent="0">
              <a:buNone/>
              <a:defRPr sz="1600" b="1">
                <a:latin typeface="Segoe UI"/>
                <a:ea typeface="Microsoft JhengHei"/>
                <a:cs typeface="Segoe UI"/>
              </a:defRPr>
            </a:lvl4pPr>
            <a:lvl5pPr marL="1828800" indent="0">
              <a:buNone/>
              <a:defRPr sz="1600" b="1">
                <a:latin typeface="Segoe UI"/>
                <a:ea typeface="Microsoft JhengHei"/>
                <a:cs typeface="Segoe UI"/>
              </a:defRPr>
            </a:lvl5pPr>
            <a:lvl6pPr marL="2286000" indent="0">
              <a:buNone/>
              <a:defRPr sz="1600" b="1">
                <a:latin typeface="Segoe UI"/>
                <a:ea typeface="Microsoft JhengHei"/>
                <a:cs typeface="Segoe UI"/>
              </a:defRPr>
            </a:lvl6pPr>
            <a:lvl7pPr marL="2743200" indent="0">
              <a:buNone/>
              <a:defRPr sz="1600" b="1">
                <a:latin typeface="Segoe UI"/>
                <a:ea typeface="Microsoft JhengHei"/>
                <a:cs typeface="Segoe UI"/>
              </a:defRPr>
            </a:lvl7pPr>
            <a:lvl8pPr marL="3200400" indent="0">
              <a:buNone/>
              <a:defRPr sz="1600" b="1">
                <a:latin typeface="Segoe UI"/>
                <a:ea typeface="Microsoft JhengHei"/>
                <a:cs typeface="Segoe UI"/>
              </a:defRPr>
            </a:lvl8pPr>
            <a:lvl9pPr marL="3657600" indent="0">
              <a:buNone/>
              <a:defRPr sz="1600" b="1">
                <a:latin typeface="Segoe UI"/>
                <a:ea typeface="Microsoft JhengHei"/>
                <a:cs typeface="Segoe UI"/>
              </a:defRPr>
            </a:lvl9pPr>
          </a:lstStyle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>
                <a:latin typeface="Segoe UI"/>
                <a:ea typeface="Microsoft JhengHei"/>
                <a:cs typeface="Segoe UI"/>
              </a:defRPr>
            </a:lvl1pPr>
            <a:lvl2pPr>
              <a:defRPr sz="2000">
                <a:latin typeface="Segoe UI"/>
                <a:ea typeface="Microsoft JhengHei"/>
                <a:cs typeface="Segoe UI"/>
              </a:defRPr>
            </a:lvl2pPr>
            <a:lvl3pPr>
              <a:defRPr sz="1800">
                <a:latin typeface="Segoe UI"/>
                <a:ea typeface="Microsoft JhengHei"/>
                <a:cs typeface="Segoe UI"/>
              </a:defRPr>
            </a:lvl3pPr>
            <a:lvl4pPr>
              <a:defRPr sz="1600">
                <a:latin typeface="Segoe UI"/>
                <a:ea typeface="Microsoft JhengHei"/>
                <a:cs typeface="Segoe UI"/>
              </a:defRPr>
            </a:lvl4pPr>
            <a:lvl5pPr>
              <a:defRPr sz="1600">
                <a:latin typeface="Segoe UI"/>
                <a:ea typeface="Microsoft JhengHei"/>
                <a:cs typeface="Segoe UI"/>
              </a:defRPr>
            </a:lvl5pPr>
            <a:lvl6pPr>
              <a:defRPr sz="1600">
                <a:latin typeface="Segoe UI"/>
                <a:ea typeface="Microsoft JhengHei"/>
                <a:cs typeface="Segoe UI"/>
              </a:defRPr>
            </a:lvl6pPr>
            <a:lvl7pPr>
              <a:defRPr sz="1600">
                <a:latin typeface="Segoe UI"/>
                <a:ea typeface="Microsoft JhengHei"/>
                <a:cs typeface="Segoe UI"/>
              </a:defRPr>
            </a:lvl7pPr>
            <a:lvl8pPr>
              <a:defRPr sz="1600">
                <a:latin typeface="Segoe UI"/>
                <a:ea typeface="Microsoft JhengHei"/>
                <a:cs typeface="Segoe UI"/>
              </a:defRPr>
            </a:lvl8pPr>
            <a:lvl9pPr>
              <a:defRPr sz="1600">
                <a:latin typeface="Segoe UI"/>
                <a:ea typeface="Microsoft JhengHei"/>
                <a:cs typeface="Segoe UI"/>
              </a:defRPr>
            </a:lvl9pPr>
          </a:lstStyle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  <a:p>
            <a:pPr lvl="1"/>
            <a:r>
              <a:rPr lang="en-US">
                <a:latin typeface="Segoe UI"/>
                <a:ea typeface="Microsoft JhengHei"/>
                <a:cs typeface="Segoe UI"/>
              </a:rPr>
              <a:t>Second level</a:t>
            </a:r>
          </a:p>
          <a:p>
            <a:pPr lvl="2"/>
            <a:r>
              <a:rPr lang="en-US">
                <a:latin typeface="Segoe UI"/>
                <a:ea typeface="Microsoft JhengHei"/>
                <a:cs typeface="Segoe UI"/>
              </a:rPr>
              <a:t>Third level</a:t>
            </a:r>
          </a:p>
          <a:p>
            <a:pPr lvl="3"/>
            <a:r>
              <a:rPr lang="en-US">
                <a:latin typeface="Segoe UI"/>
                <a:ea typeface="Microsoft JhengHei"/>
                <a:cs typeface="Segoe UI"/>
              </a:rPr>
              <a:t>Fourth level</a:t>
            </a:r>
          </a:p>
          <a:p>
            <a:pPr lvl="4"/>
            <a:r>
              <a:rPr lang="en-US">
                <a:latin typeface="Segoe UI"/>
                <a:ea typeface="Microsoft JhengHei"/>
                <a:cs typeface="Segoe UI"/>
              </a:rPr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10/31/2026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10/31/2026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10/31/2026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>
                <a:latin typeface="Segoe UI"/>
                <a:ea typeface="Microsoft JhengHei"/>
                <a:cs typeface="Segoe UI"/>
              </a:defRPr>
            </a:lvl1pPr>
          </a:lstStyle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>
                <a:latin typeface="Segoe UI"/>
                <a:ea typeface="Microsoft JhengHei"/>
                <a:cs typeface="Segoe UI"/>
              </a:defRPr>
            </a:lvl1pPr>
            <a:lvl2pPr>
              <a:defRPr sz="2800">
                <a:latin typeface="Segoe UI"/>
                <a:ea typeface="Microsoft JhengHei"/>
                <a:cs typeface="Segoe UI"/>
              </a:defRPr>
            </a:lvl2pPr>
            <a:lvl3pPr>
              <a:defRPr sz="2400">
                <a:latin typeface="Segoe UI"/>
                <a:ea typeface="Microsoft JhengHei"/>
                <a:cs typeface="Segoe UI"/>
              </a:defRPr>
            </a:lvl3pPr>
            <a:lvl4pPr>
              <a:defRPr sz="2000">
                <a:latin typeface="Segoe UI"/>
                <a:ea typeface="Microsoft JhengHei"/>
                <a:cs typeface="Segoe UI"/>
              </a:defRPr>
            </a:lvl4pPr>
            <a:lvl5pPr>
              <a:defRPr sz="2000">
                <a:latin typeface="Segoe UI"/>
                <a:ea typeface="Microsoft JhengHei"/>
                <a:cs typeface="Segoe UI"/>
              </a:defRPr>
            </a:lvl5pPr>
            <a:lvl6pPr>
              <a:defRPr sz="2000">
                <a:latin typeface="Segoe UI"/>
                <a:ea typeface="Microsoft JhengHei"/>
                <a:cs typeface="Segoe UI"/>
              </a:defRPr>
            </a:lvl6pPr>
            <a:lvl7pPr>
              <a:defRPr sz="2000">
                <a:latin typeface="Segoe UI"/>
                <a:ea typeface="Microsoft JhengHei"/>
                <a:cs typeface="Segoe UI"/>
              </a:defRPr>
            </a:lvl7pPr>
            <a:lvl8pPr>
              <a:defRPr sz="2000">
                <a:latin typeface="Segoe UI"/>
                <a:ea typeface="Microsoft JhengHei"/>
                <a:cs typeface="Segoe UI"/>
              </a:defRPr>
            </a:lvl8pPr>
            <a:lvl9pPr>
              <a:defRPr sz="2000">
                <a:latin typeface="Segoe UI"/>
                <a:ea typeface="Microsoft JhengHei"/>
                <a:cs typeface="Segoe UI"/>
              </a:defRPr>
            </a:lvl9pPr>
          </a:lstStyle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  <a:p>
            <a:pPr lvl="1"/>
            <a:r>
              <a:rPr lang="en-US">
                <a:latin typeface="Segoe UI"/>
                <a:ea typeface="Microsoft JhengHei"/>
                <a:cs typeface="Segoe UI"/>
              </a:rPr>
              <a:t>Second level</a:t>
            </a:r>
          </a:p>
          <a:p>
            <a:pPr lvl="2"/>
            <a:r>
              <a:rPr lang="en-US">
                <a:latin typeface="Segoe UI"/>
                <a:ea typeface="Microsoft JhengHei"/>
                <a:cs typeface="Segoe UI"/>
              </a:rPr>
              <a:t>Third level</a:t>
            </a:r>
          </a:p>
          <a:p>
            <a:pPr lvl="3"/>
            <a:r>
              <a:rPr lang="en-US">
                <a:latin typeface="Segoe UI"/>
                <a:ea typeface="Microsoft JhengHei"/>
                <a:cs typeface="Segoe UI"/>
              </a:rPr>
              <a:t>Fourth level</a:t>
            </a:r>
          </a:p>
          <a:p>
            <a:pPr lvl="4"/>
            <a:r>
              <a:rPr lang="en-US">
                <a:latin typeface="Segoe UI"/>
                <a:ea typeface="Microsoft JhengHei"/>
                <a:cs typeface="Segoe UI"/>
              </a:rPr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>
                <a:latin typeface="Segoe UI"/>
                <a:ea typeface="Microsoft JhengHei"/>
                <a:cs typeface="Segoe UI"/>
              </a:defRPr>
            </a:lvl1pPr>
            <a:lvl2pPr marL="457200" indent="0">
              <a:buNone/>
              <a:defRPr sz="1200">
                <a:latin typeface="Segoe UI"/>
                <a:ea typeface="Microsoft JhengHei"/>
                <a:cs typeface="Segoe UI"/>
              </a:defRPr>
            </a:lvl2pPr>
            <a:lvl3pPr marL="914400" indent="0">
              <a:buNone/>
              <a:defRPr sz="1000">
                <a:latin typeface="Segoe UI"/>
                <a:ea typeface="Microsoft JhengHei"/>
                <a:cs typeface="Segoe UI"/>
              </a:defRPr>
            </a:lvl3pPr>
            <a:lvl4pPr marL="1371600" indent="0">
              <a:buNone/>
              <a:defRPr sz="900">
                <a:latin typeface="Segoe UI"/>
                <a:ea typeface="Microsoft JhengHei"/>
                <a:cs typeface="Segoe UI"/>
              </a:defRPr>
            </a:lvl4pPr>
            <a:lvl5pPr marL="1828800" indent="0">
              <a:buNone/>
              <a:defRPr sz="900">
                <a:latin typeface="Segoe UI"/>
                <a:ea typeface="Microsoft JhengHei"/>
                <a:cs typeface="Segoe UI"/>
              </a:defRPr>
            </a:lvl5pPr>
            <a:lvl6pPr marL="2286000" indent="0">
              <a:buNone/>
              <a:defRPr sz="900">
                <a:latin typeface="Segoe UI"/>
                <a:ea typeface="Microsoft JhengHei"/>
                <a:cs typeface="Segoe UI"/>
              </a:defRPr>
            </a:lvl6pPr>
            <a:lvl7pPr marL="2743200" indent="0">
              <a:buNone/>
              <a:defRPr sz="900">
                <a:latin typeface="Segoe UI"/>
                <a:ea typeface="Microsoft JhengHei"/>
                <a:cs typeface="Segoe UI"/>
              </a:defRPr>
            </a:lvl7pPr>
            <a:lvl8pPr marL="3200400" indent="0">
              <a:buNone/>
              <a:defRPr sz="900">
                <a:latin typeface="Segoe UI"/>
                <a:ea typeface="Microsoft JhengHei"/>
                <a:cs typeface="Segoe UI"/>
              </a:defRPr>
            </a:lvl8pPr>
            <a:lvl9pPr marL="3657600" indent="0">
              <a:buNone/>
              <a:defRPr sz="900">
                <a:latin typeface="Segoe UI"/>
                <a:ea typeface="Microsoft JhengHei"/>
                <a:cs typeface="Segoe UI"/>
              </a:defRPr>
            </a:lvl9pPr>
          </a:lstStyle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10/31/2026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>
                <a:latin typeface="Segoe UI"/>
                <a:ea typeface="Microsoft JhengHei"/>
                <a:cs typeface="Segoe UI"/>
              </a:defRPr>
            </a:lvl1pPr>
          </a:lstStyle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latin typeface="Segoe UI"/>
                <a:ea typeface="Microsoft JhengHei"/>
                <a:cs typeface="Segoe UI"/>
              </a:defRPr>
            </a:lvl1pPr>
            <a:lvl2pPr marL="457200" indent="0">
              <a:buNone/>
              <a:defRPr sz="2800">
                <a:latin typeface="Segoe UI"/>
                <a:ea typeface="Microsoft JhengHei"/>
                <a:cs typeface="Segoe UI"/>
              </a:defRPr>
            </a:lvl2pPr>
            <a:lvl3pPr marL="914400" indent="0">
              <a:buNone/>
              <a:defRPr sz="2400">
                <a:latin typeface="Segoe UI"/>
                <a:ea typeface="Microsoft JhengHei"/>
                <a:cs typeface="Segoe UI"/>
              </a:defRPr>
            </a:lvl3pPr>
            <a:lvl4pPr marL="1371600" indent="0">
              <a:buNone/>
              <a:defRPr sz="2000">
                <a:latin typeface="Segoe UI"/>
                <a:ea typeface="Microsoft JhengHei"/>
                <a:cs typeface="Segoe UI"/>
              </a:defRPr>
            </a:lvl4pPr>
            <a:lvl5pPr marL="1828800" indent="0">
              <a:buNone/>
              <a:defRPr sz="2000">
                <a:latin typeface="Segoe UI"/>
                <a:ea typeface="Microsoft JhengHei"/>
                <a:cs typeface="Segoe UI"/>
              </a:defRPr>
            </a:lvl5pPr>
            <a:lvl6pPr marL="2286000" indent="0">
              <a:buNone/>
              <a:defRPr sz="2000">
                <a:latin typeface="Segoe UI"/>
                <a:ea typeface="Microsoft JhengHei"/>
                <a:cs typeface="Segoe UI"/>
              </a:defRPr>
            </a:lvl6pPr>
            <a:lvl7pPr marL="2743200" indent="0">
              <a:buNone/>
              <a:defRPr sz="2000">
                <a:latin typeface="Segoe UI"/>
                <a:ea typeface="Microsoft JhengHei"/>
                <a:cs typeface="Segoe UI"/>
              </a:defRPr>
            </a:lvl7pPr>
            <a:lvl8pPr marL="3200400" indent="0">
              <a:buNone/>
              <a:defRPr sz="2000">
                <a:latin typeface="Segoe UI"/>
                <a:ea typeface="Microsoft JhengHei"/>
                <a:cs typeface="Segoe UI"/>
              </a:defRPr>
            </a:lvl8pPr>
            <a:lvl9pPr marL="3657600" indent="0">
              <a:buNone/>
              <a:defRPr sz="2000">
                <a:latin typeface="Segoe UI"/>
                <a:ea typeface="Microsoft JhengHei"/>
                <a:cs typeface="Segoe UI"/>
              </a:defRPr>
            </a:lvl9pPr>
          </a:lstStyle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>
                <a:latin typeface="Segoe UI"/>
                <a:ea typeface="Microsoft JhengHei"/>
                <a:cs typeface="Segoe UI"/>
              </a:defRPr>
            </a:lvl1pPr>
            <a:lvl2pPr marL="457200" indent="0">
              <a:buNone/>
              <a:defRPr sz="1200">
                <a:latin typeface="Segoe UI"/>
                <a:ea typeface="Microsoft JhengHei"/>
                <a:cs typeface="Segoe UI"/>
              </a:defRPr>
            </a:lvl2pPr>
            <a:lvl3pPr marL="914400" indent="0">
              <a:buNone/>
              <a:defRPr sz="1000">
                <a:latin typeface="Segoe UI"/>
                <a:ea typeface="Microsoft JhengHei"/>
                <a:cs typeface="Segoe UI"/>
              </a:defRPr>
            </a:lvl3pPr>
            <a:lvl4pPr marL="1371600" indent="0">
              <a:buNone/>
              <a:defRPr sz="900">
                <a:latin typeface="Segoe UI"/>
                <a:ea typeface="Microsoft JhengHei"/>
                <a:cs typeface="Segoe UI"/>
              </a:defRPr>
            </a:lvl4pPr>
            <a:lvl5pPr marL="1828800" indent="0">
              <a:buNone/>
              <a:defRPr sz="900">
                <a:latin typeface="Segoe UI"/>
                <a:ea typeface="Microsoft JhengHei"/>
                <a:cs typeface="Segoe UI"/>
              </a:defRPr>
            </a:lvl5pPr>
            <a:lvl6pPr marL="2286000" indent="0">
              <a:buNone/>
              <a:defRPr sz="900">
                <a:latin typeface="Segoe UI"/>
                <a:ea typeface="Microsoft JhengHei"/>
                <a:cs typeface="Segoe UI"/>
              </a:defRPr>
            </a:lvl6pPr>
            <a:lvl7pPr marL="2743200" indent="0">
              <a:buNone/>
              <a:defRPr sz="900">
                <a:latin typeface="Segoe UI"/>
                <a:ea typeface="Microsoft JhengHei"/>
                <a:cs typeface="Segoe UI"/>
              </a:defRPr>
            </a:lvl7pPr>
            <a:lvl8pPr marL="3200400" indent="0">
              <a:buNone/>
              <a:defRPr sz="900">
                <a:latin typeface="Segoe UI"/>
                <a:ea typeface="Microsoft JhengHei"/>
                <a:cs typeface="Segoe UI"/>
              </a:defRPr>
            </a:lvl8pPr>
            <a:lvl9pPr marL="3657600" indent="0">
              <a:buNone/>
              <a:defRPr sz="900">
                <a:latin typeface="Segoe UI"/>
                <a:ea typeface="Microsoft JhengHei"/>
                <a:cs typeface="Segoe UI"/>
              </a:defRPr>
            </a:lvl9pPr>
          </a:lstStyle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10/31/2026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  <a:p>
            <a:pPr lvl="1"/>
            <a:r>
              <a:rPr lang="en-US">
                <a:latin typeface="Segoe UI"/>
                <a:ea typeface="Microsoft JhengHei"/>
                <a:cs typeface="Segoe UI"/>
              </a:rPr>
              <a:t>Second level</a:t>
            </a:r>
          </a:p>
          <a:p>
            <a:pPr lvl="2"/>
            <a:r>
              <a:rPr lang="en-US">
                <a:latin typeface="Segoe UI"/>
                <a:ea typeface="Microsoft JhengHei"/>
                <a:cs typeface="Segoe UI"/>
              </a:rPr>
              <a:t>Third level</a:t>
            </a:r>
          </a:p>
          <a:p>
            <a:pPr lvl="3"/>
            <a:r>
              <a:rPr lang="en-US">
                <a:latin typeface="Segoe UI"/>
                <a:ea typeface="Microsoft JhengHei"/>
                <a:cs typeface="Segoe UI"/>
              </a:rPr>
              <a:t>Fourth level</a:t>
            </a:r>
          </a:p>
          <a:p>
            <a:pPr lvl="4"/>
            <a:r>
              <a:rPr lang="en-US">
                <a:latin typeface="Segoe UI"/>
                <a:ea typeface="Microsoft JhengHei"/>
                <a:cs typeface="Segoe UI"/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10/31/2026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  <a:p>
            <a:pPr lvl="1"/>
            <a:r>
              <a:rPr lang="en-US">
                <a:latin typeface="Segoe UI"/>
                <a:ea typeface="Microsoft JhengHei"/>
                <a:cs typeface="Segoe UI"/>
              </a:rPr>
              <a:t>Second level</a:t>
            </a:r>
          </a:p>
          <a:p>
            <a:pPr lvl="2"/>
            <a:r>
              <a:rPr lang="en-US">
                <a:latin typeface="Segoe UI"/>
                <a:ea typeface="Microsoft JhengHei"/>
                <a:cs typeface="Segoe UI"/>
              </a:rPr>
              <a:t>Third level</a:t>
            </a:r>
          </a:p>
          <a:p>
            <a:pPr lvl="3"/>
            <a:r>
              <a:rPr lang="en-US">
                <a:latin typeface="Segoe UI"/>
                <a:ea typeface="Microsoft JhengHei"/>
                <a:cs typeface="Segoe UI"/>
              </a:rPr>
              <a:t>Fourth level</a:t>
            </a:r>
          </a:p>
          <a:p>
            <a:pPr lvl="4"/>
            <a:r>
              <a:rPr lang="en-US">
                <a:latin typeface="Segoe UI"/>
                <a:ea typeface="Microsoft JhengHei"/>
                <a:cs typeface="Segoe UI"/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10/31/2026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  <a:p>
            <a:pPr lvl="1"/>
            <a:r>
              <a:rPr lang="en-US">
                <a:latin typeface="Segoe UI"/>
                <a:ea typeface="Microsoft JhengHei"/>
                <a:cs typeface="Segoe UI"/>
              </a:rPr>
              <a:t>Second level</a:t>
            </a:r>
          </a:p>
          <a:p>
            <a:pPr lvl="2"/>
            <a:r>
              <a:rPr lang="en-US">
                <a:latin typeface="Segoe UI"/>
                <a:ea typeface="Microsoft JhengHei"/>
                <a:cs typeface="Segoe UI"/>
              </a:rPr>
              <a:t>Third level</a:t>
            </a:r>
          </a:p>
          <a:p>
            <a:pPr lvl="3"/>
            <a:r>
              <a:rPr lang="en-US">
                <a:latin typeface="Segoe UI"/>
                <a:ea typeface="Microsoft JhengHei"/>
                <a:cs typeface="Segoe UI"/>
              </a:rPr>
              <a:t>Fourth level</a:t>
            </a:r>
          </a:p>
          <a:p>
            <a:pPr lvl="4"/>
            <a:r>
              <a:rPr lang="en-US">
                <a:latin typeface="Segoe UI"/>
                <a:ea typeface="Microsoft JhengHei"/>
                <a:cs typeface="Segoe UI"/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1pPr>
          </a:lstStyle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10/31/2026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1pPr>
          </a:lstStyle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1pPr>
          </a:lstStyle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Segoe UI"/>
          <a:ea typeface="Microsoft JhengHei"/>
          <a:cs typeface="Segoe UI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Segoe UI"/>
        <a:buChar char="•"/>
        <a:defRPr sz="3200" kern="1200">
          <a:solidFill>
            <a:schemeClr val="tx1"/>
          </a:solidFill>
          <a:latin typeface="Segoe UI"/>
          <a:ea typeface="Microsoft JhengHei"/>
          <a:cs typeface="Segoe UI"/>
        </a:defRPr>
      </a:lvl1pPr>
      <a:lvl2pPr marL="742950" indent="-285750" algn="l" defTabSz="457200" rtl="0" eaLnBrk="1" latinLnBrk="0" hangingPunct="1">
        <a:spcBef>
          <a:spcPct val="20000"/>
        </a:spcBef>
        <a:buFont typeface="Segoe UI"/>
        <a:buChar char="–"/>
        <a:defRPr sz="2800" kern="1200">
          <a:solidFill>
            <a:schemeClr val="tx1"/>
          </a:solidFill>
          <a:latin typeface="Segoe UI"/>
          <a:ea typeface="Microsoft JhengHei"/>
          <a:cs typeface="Segoe UI"/>
        </a:defRPr>
      </a:lvl2pPr>
      <a:lvl3pPr marL="1143000" indent="-228600" algn="l" defTabSz="457200" rtl="0" eaLnBrk="1" latinLnBrk="0" hangingPunct="1">
        <a:spcBef>
          <a:spcPct val="20000"/>
        </a:spcBef>
        <a:buFont typeface="Segoe UI"/>
        <a:buChar char="•"/>
        <a:defRPr sz="2400" kern="1200">
          <a:solidFill>
            <a:schemeClr val="tx1"/>
          </a:solidFill>
          <a:latin typeface="Segoe UI"/>
          <a:ea typeface="Microsoft JhengHei"/>
          <a:cs typeface="Segoe UI"/>
        </a:defRPr>
      </a:lvl3pPr>
      <a:lvl4pPr marL="1600200" indent="-228600" algn="l" defTabSz="457200" rtl="0" eaLnBrk="1" latinLnBrk="0" hangingPunct="1">
        <a:spcBef>
          <a:spcPct val="20000"/>
        </a:spcBef>
        <a:buFont typeface="Segoe UI"/>
        <a:buChar char="–"/>
        <a:defRPr sz="2000" kern="1200">
          <a:solidFill>
            <a:schemeClr val="tx1"/>
          </a:solidFill>
          <a:latin typeface="Segoe UI"/>
          <a:ea typeface="Microsoft JhengHei"/>
          <a:cs typeface="Segoe UI"/>
        </a:defRPr>
      </a:lvl4pPr>
      <a:lvl5pPr marL="2057400" indent="-228600" algn="l" defTabSz="457200" rtl="0" eaLnBrk="1" latinLnBrk="0" hangingPunct="1">
        <a:spcBef>
          <a:spcPct val="20000"/>
        </a:spcBef>
        <a:buFont typeface="Segoe UI"/>
        <a:buChar char="»"/>
        <a:defRPr sz="2000" kern="1200">
          <a:solidFill>
            <a:schemeClr val="tx1"/>
          </a:solidFill>
          <a:latin typeface="Segoe UI"/>
          <a:ea typeface="Microsoft JhengHei"/>
          <a:cs typeface="Segoe UI"/>
        </a:defRPr>
      </a:lvl5pPr>
      <a:lvl6pPr marL="2514600" indent="-228600" algn="l" defTabSz="457200" rtl="0" eaLnBrk="1" latinLnBrk="0" hangingPunct="1">
        <a:spcBef>
          <a:spcPct val="20000"/>
        </a:spcBef>
        <a:buFont typeface="Segoe UI"/>
        <a:buChar char="•"/>
        <a:defRPr sz="2000" kern="1200">
          <a:solidFill>
            <a:schemeClr val="tx1"/>
          </a:solidFill>
          <a:latin typeface="Segoe UI"/>
          <a:ea typeface="Microsoft JhengHei"/>
          <a:cs typeface="Segoe UI"/>
        </a:defRPr>
      </a:lvl6pPr>
      <a:lvl7pPr marL="2971800" indent="-228600" algn="l" defTabSz="457200" rtl="0" eaLnBrk="1" latinLnBrk="0" hangingPunct="1">
        <a:spcBef>
          <a:spcPct val="20000"/>
        </a:spcBef>
        <a:buFont typeface="Segoe UI"/>
        <a:buChar char="•"/>
        <a:defRPr sz="2000" kern="1200">
          <a:solidFill>
            <a:schemeClr val="tx1"/>
          </a:solidFill>
          <a:latin typeface="Segoe UI"/>
          <a:ea typeface="Microsoft JhengHei"/>
          <a:cs typeface="Segoe UI"/>
        </a:defRPr>
      </a:lvl7pPr>
      <a:lvl8pPr marL="3429000" indent="-228600" algn="l" defTabSz="457200" rtl="0" eaLnBrk="1" latinLnBrk="0" hangingPunct="1">
        <a:spcBef>
          <a:spcPct val="20000"/>
        </a:spcBef>
        <a:buFont typeface="Segoe UI"/>
        <a:buChar char="•"/>
        <a:defRPr sz="2000" kern="1200">
          <a:solidFill>
            <a:schemeClr val="tx1"/>
          </a:solidFill>
          <a:latin typeface="Segoe UI"/>
          <a:ea typeface="Microsoft JhengHei"/>
          <a:cs typeface="Segoe UI"/>
        </a:defRPr>
      </a:lvl8pPr>
      <a:lvl9pPr marL="3886200" indent="-228600" algn="l" defTabSz="457200" rtl="0" eaLnBrk="1" latinLnBrk="0" hangingPunct="1">
        <a:spcBef>
          <a:spcPct val="20000"/>
        </a:spcBef>
        <a:buFont typeface="Segoe UI"/>
        <a:buChar char="•"/>
        <a:defRPr sz="2000" kern="1200">
          <a:solidFill>
            <a:schemeClr val="tx1"/>
          </a:solidFill>
          <a:latin typeface="Segoe UI"/>
          <a:ea typeface="Microsoft JhengHei"/>
          <a:cs typeface="Segoe UI"/>
        </a:defRPr>
      </a:lvl9pPr>
    </p:bodyStyle>
    <p:otherStyle>
      <a:defPPr>
        <a:defRPr lang="en-US">
          <a:latin typeface="Segoe UI"/>
          <a:ea typeface="Microsoft JhengHei"/>
          <a:cs typeface="Segoe UI"/>
        </a:defRPr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Segoe UI"/>
          <a:ea typeface="Microsoft JhengHei"/>
          <a:cs typeface="Segoe UI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Segoe UI"/>
          <a:ea typeface="Microsoft JhengHei"/>
          <a:cs typeface="Segoe UI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Segoe UI"/>
          <a:ea typeface="Microsoft JhengHei"/>
          <a:cs typeface="Segoe UI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Segoe UI"/>
          <a:ea typeface="Microsoft JhengHei"/>
          <a:cs typeface="Segoe UI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Segoe UI"/>
          <a:ea typeface="Microsoft JhengHei"/>
          <a:cs typeface="Segoe UI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Segoe UI"/>
          <a:ea typeface="Microsoft JhengHei"/>
          <a:cs typeface="Segoe UI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Segoe UI"/>
          <a:ea typeface="Microsoft JhengHei"/>
          <a:cs typeface="Segoe UI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Segoe UI"/>
          <a:ea typeface="Microsoft JhengHei"/>
          <a:cs typeface="Segoe UI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Segoe UI"/>
          <a:ea typeface="Microsoft JhengHei"/>
          <a:cs typeface="Segoe UI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6" Type="http://schemas.openxmlformats.org/officeDocument/2006/relationships/tags" Target="../tags/tag26.xml"/><Relationship Id="rId21" Type="http://schemas.openxmlformats.org/officeDocument/2006/relationships/tags" Target="../tags/tag21.xml"/><Relationship Id="rId42" Type="http://schemas.openxmlformats.org/officeDocument/2006/relationships/tags" Target="../tags/tag42.xml"/><Relationship Id="rId47" Type="http://schemas.openxmlformats.org/officeDocument/2006/relationships/tags" Target="../tags/tag47.xml"/><Relationship Id="rId63" Type="http://schemas.openxmlformats.org/officeDocument/2006/relationships/tags" Target="../tags/tag63.xml"/><Relationship Id="rId68" Type="http://schemas.openxmlformats.org/officeDocument/2006/relationships/tags" Target="../tags/tag68.xml"/><Relationship Id="rId84" Type="http://schemas.openxmlformats.org/officeDocument/2006/relationships/tags" Target="../tags/tag84.xml"/><Relationship Id="rId89" Type="http://schemas.openxmlformats.org/officeDocument/2006/relationships/tags" Target="../tags/tag89.xml"/><Relationship Id="rId16" Type="http://schemas.openxmlformats.org/officeDocument/2006/relationships/tags" Target="../tags/tag16.xml"/><Relationship Id="rId11" Type="http://schemas.openxmlformats.org/officeDocument/2006/relationships/tags" Target="../tags/tag11.xml"/><Relationship Id="rId32" Type="http://schemas.openxmlformats.org/officeDocument/2006/relationships/tags" Target="../tags/tag32.xml"/><Relationship Id="rId37" Type="http://schemas.openxmlformats.org/officeDocument/2006/relationships/tags" Target="../tags/tag37.xml"/><Relationship Id="rId53" Type="http://schemas.openxmlformats.org/officeDocument/2006/relationships/tags" Target="../tags/tag53.xml"/><Relationship Id="rId58" Type="http://schemas.openxmlformats.org/officeDocument/2006/relationships/tags" Target="../tags/tag58.xml"/><Relationship Id="rId74" Type="http://schemas.openxmlformats.org/officeDocument/2006/relationships/tags" Target="../tags/tag74.xml"/><Relationship Id="rId79" Type="http://schemas.openxmlformats.org/officeDocument/2006/relationships/tags" Target="../tags/tag79.xml"/><Relationship Id="rId102" Type="http://schemas.openxmlformats.org/officeDocument/2006/relationships/image" Target="../media/image2.png"/><Relationship Id="rId5" Type="http://schemas.openxmlformats.org/officeDocument/2006/relationships/tags" Target="../tags/tag5.xml"/><Relationship Id="rId90" Type="http://schemas.openxmlformats.org/officeDocument/2006/relationships/tags" Target="../tags/tag90.xml"/><Relationship Id="rId95" Type="http://schemas.openxmlformats.org/officeDocument/2006/relationships/tags" Target="../tags/tag95.xml"/><Relationship Id="rId22" Type="http://schemas.openxmlformats.org/officeDocument/2006/relationships/tags" Target="../tags/tag22.xml"/><Relationship Id="rId27" Type="http://schemas.openxmlformats.org/officeDocument/2006/relationships/tags" Target="../tags/tag27.xml"/><Relationship Id="rId43" Type="http://schemas.openxmlformats.org/officeDocument/2006/relationships/tags" Target="../tags/tag43.xml"/><Relationship Id="rId48" Type="http://schemas.openxmlformats.org/officeDocument/2006/relationships/tags" Target="../tags/tag48.xml"/><Relationship Id="rId64" Type="http://schemas.openxmlformats.org/officeDocument/2006/relationships/tags" Target="../tags/tag64.xml"/><Relationship Id="rId69" Type="http://schemas.openxmlformats.org/officeDocument/2006/relationships/tags" Target="../tags/tag69.xml"/><Relationship Id="rId80" Type="http://schemas.openxmlformats.org/officeDocument/2006/relationships/tags" Target="../tags/tag80.xml"/><Relationship Id="rId85" Type="http://schemas.openxmlformats.org/officeDocument/2006/relationships/tags" Target="../tags/tag85.xml"/><Relationship Id="rId12" Type="http://schemas.openxmlformats.org/officeDocument/2006/relationships/tags" Target="../tags/tag12.xml"/><Relationship Id="rId17" Type="http://schemas.openxmlformats.org/officeDocument/2006/relationships/tags" Target="../tags/tag17.xml"/><Relationship Id="rId25" Type="http://schemas.openxmlformats.org/officeDocument/2006/relationships/tags" Target="../tags/tag25.xml"/><Relationship Id="rId33" Type="http://schemas.openxmlformats.org/officeDocument/2006/relationships/tags" Target="../tags/tag33.xml"/><Relationship Id="rId38" Type="http://schemas.openxmlformats.org/officeDocument/2006/relationships/tags" Target="../tags/tag38.xml"/><Relationship Id="rId46" Type="http://schemas.openxmlformats.org/officeDocument/2006/relationships/tags" Target="../tags/tag46.xml"/><Relationship Id="rId59" Type="http://schemas.openxmlformats.org/officeDocument/2006/relationships/tags" Target="../tags/tag59.xml"/><Relationship Id="rId67" Type="http://schemas.openxmlformats.org/officeDocument/2006/relationships/tags" Target="../tags/tag67.xml"/><Relationship Id="rId103" Type="http://schemas.openxmlformats.org/officeDocument/2006/relationships/image" Target="../media/image3.png"/><Relationship Id="rId20" Type="http://schemas.openxmlformats.org/officeDocument/2006/relationships/tags" Target="../tags/tag20.xml"/><Relationship Id="rId41" Type="http://schemas.openxmlformats.org/officeDocument/2006/relationships/tags" Target="../tags/tag41.xml"/><Relationship Id="rId54" Type="http://schemas.openxmlformats.org/officeDocument/2006/relationships/tags" Target="../tags/tag54.xml"/><Relationship Id="rId62" Type="http://schemas.openxmlformats.org/officeDocument/2006/relationships/tags" Target="../tags/tag62.xml"/><Relationship Id="rId70" Type="http://schemas.openxmlformats.org/officeDocument/2006/relationships/tags" Target="../tags/tag70.xml"/><Relationship Id="rId75" Type="http://schemas.openxmlformats.org/officeDocument/2006/relationships/tags" Target="../tags/tag75.xml"/><Relationship Id="rId83" Type="http://schemas.openxmlformats.org/officeDocument/2006/relationships/tags" Target="../tags/tag83.xml"/><Relationship Id="rId88" Type="http://schemas.openxmlformats.org/officeDocument/2006/relationships/tags" Target="../tags/tag88.xml"/><Relationship Id="rId91" Type="http://schemas.openxmlformats.org/officeDocument/2006/relationships/tags" Target="../tags/tag91.xml"/><Relationship Id="rId96" Type="http://schemas.openxmlformats.org/officeDocument/2006/relationships/tags" Target="../tags/tag96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5" Type="http://schemas.openxmlformats.org/officeDocument/2006/relationships/tags" Target="../tags/tag15.xml"/><Relationship Id="rId23" Type="http://schemas.openxmlformats.org/officeDocument/2006/relationships/tags" Target="../tags/tag23.xml"/><Relationship Id="rId28" Type="http://schemas.openxmlformats.org/officeDocument/2006/relationships/tags" Target="../tags/tag28.xml"/><Relationship Id="rId36" Type="http://schemas.openxmlformats.org/officeDocument/2006/relationships/tags" Target="../tags/tag36.xml"/><Relationship Id="rId49" Type="http://schemas.openxmlformats.org/officeDocument/2006/relationships/tags" Target="../tags/tag49.xml"/><Relationship Id="rId57" Type="http://schemas.openxmlformats.org/officeDocument/2006/relationships/tags" Target="../tags/tag57.xml"/><Relationship Id="rId10" Type="http://schemas.openxmlformats.org/officeDocument/2006/relationships/tags" Target="../tags/tag10.xml"/><Relationship Id="rId31" Type="http://schemas.openxmlformats.org/officeDocument/2006/relationships/tags" Target="../tags/tag31.xml"/><Relationship Id="rId44" Type="http://schemas.openxmlformats.org/officeDocument/2006/relationships/tags" Target="../tags/tag44.xml"/><Relationship Id="rId52" Type="http://schemas.openxmlformats.org/officeDocument/2006/relationships/tags" Target="../tags/tag52.xml"/><Relationship Id="rId60" Type="http://schemas.openxmlformats.org/officeDocument/2006/relationships/tags" Target="../tags/tag60.xml"/><Relationship Id="rId65" Type="http://schemas.openxmlformats.org/officeDocument/2006/relationships/tags" Target="../tags/tag65.xml"/><Relationship Id="rId73" Type="http://schemas.openxmlformats.org/officeDocument/2006/relationships/tags" Target="../tags/tag73.xml"/><Relationship Id="rId78" Type="http://schemas.openxmlformats.org/officeDocument/2006/relationships/tags" Target="../tags/tag78.xml"/><Relationship Id="rId81" Type="http://schemas.openxmlformats.org/officeDocument/2006/relationships/tags" Target="../tags/tag81.xml"/><Relationship Id="rId86" Type="http://schemas.openxmlformats.org/officeDocument/2006/relationships/tags" Target="../tags/tag86.xml"/><Relationship Id="rId94" Type="http://schemas.openxmlformats.org/officeDocument/2006/relationships/tags" Target="../tags/tag94.xml"/><Relationship Id="rId99" Type="http://schemas.openxmlformats.org/officeDocument/2006/relationships/tags" Target="../tags/tag99.xml"/><Relationship Id="rId101" Type="http://schemas.openxmlformats.org/officeDocument/2006/relationships/image" Target="../media/image1.png"/><Relationship Id="rId4" Type="http://schemas.openxmlformats.org/officeDocument/2006/relationships/tags" Target="../tags/tag4.xml"/><Relationship Id="rId9" Type="http://schemas.openxmlformats.org/officeDocument/2006/relationships/tags" Target="../tags/tag9.xml"/><Relationship Id="rId13" Type="http://schemas.openxmlformats.org/officeDocument/2006/relationships/tags" Target="../tags/tag13.xml"/><Relationship Id="rId18" Type="http://schemas.openxmlformats.org/officeDocument/2006/relationships/tags" Target="../tags/tag18.xml"/><Relationship Id="rId39" Type="http://schemas.openxmlformats.org/officeDocument/2006/relationships/tags" Target="../tags/tag39.xml"/><Relationship Id="rId34" Type="http://schemas.openxmlformats.org/officeDocument/2006/relationships/tags" Target="../tags/tag34.xml"/><Relationship Id="rId50" Type="http://schemas.openxmlformats.org/officeDocument/2006/relationships/tags" Target="../tags/tag50.xml"/><Relationship Id="rId55" Type="http://schemas.openxmlformats.org/officeDocument/2006/relationships/tags" Target="../tags/tag55.xml"/><Relationship Id="rId76" Type="http://schemas.openxmlformats.org/officeDocument/2006/relationships/tags" Target="../tags/tag76.xml"/><Relationship Id="rId97" Type="http://schemas.openxmlformats.org/officeDocument/2006/relationships/tags" Target="../tags/tag97.xml"/><Relationship Id="rId7" Type="http://schemas.openxmlformats.org/officeDocument/2006/relationships/tags" Target="../tags/tag7.xml"/><Relationship Id="rId71" Type="http://schemas.openxmlformats.org/officeDocument/2006/relationships/tags" Target="../tags/tag71.xml"/><Relationship Id="rId92" Type="http://schemas.openxmlformats.org/officeDocument/2006/relationships/tags" Target="../tags/tag92.xml"/><Relationship Id="rId2" Type="http://schemas.openxmlformats.org/officeDocument/2006/relationships/tags" Target="../tags/tag2.xml"/><Relationship Id="rId29" Type="http://schemas.openxmlformats.org/officeDocument/2006/relationships/tags" Target="../tags/tag29.xml"/><Relationship Id="rId24" Type="http://schemas.openxmlformats.org/officeDocument/2006/relationships/tags" Target="../tags/tag24.xml"/><Relationship Id="rId40" Type="http://schemas.openxmlformats.org/officeDocument/2006/relationships/tags" Target="../tags/tag40.xml"/><Relationship Id="rId45" Type="http://schemas.openxmlformats.org/officeDocument/2006/relationships/tags" Target="../tags/tag45.xml"/><Relationship Id="rId66" Type="http://schemas.openxmlformats.org/officeDocument/2006/relationships/tags" Target="../tags/tag66.xml"/><Relationship Id="rId87" Type="http://schemas.openxmlformats.org/officeDocument/2006/relationships/tags" Target="../tags/tag87.xml"/><Relationship Id="rId61" Type="http://schemas.openxmlformats.org/officeDocument/2006/relationships/tags" Target="../tags/tag61.xml"/><Relationship Id="rId82" Type="http://schemas.openxmlformats.org/officeDocument/2006/relationships/tags" Target="../tags/tag82.xml"/><Relationship Id="rId19" Type="http://schemas.openxmlformats.org/officeDocument/2006/relationships/tags" Target="../tags/tag19.xml"/><Relationship Id="rId14" Type="http://schemas.openxmlformats.org/officeDocument/2006/relationships/tags" Target="../tags/tag14.xml"/><Relationship Id="rId30" Type="http://schemas.openxmlformats.org/officeDocument/2006/relationships/tags" Target="../tags/tag30.xml"/><Relationship Id="rId35" Type="http://schemas.openxmlformats.org/officeDocument/2006/relationships/tags" Target="../tags/tag35.xml"/><Relationship Id="rId56" Type="http://schemas.openxmlformats.org/officeDocument/2006/relationships/tags" Target="../tags/tag56.xml"/><Relationship Id="rId77" Type="http://schemas.openxmlformats.org/officeDocument/2006/relationships/tags" Target="../tags/tag77.xml"/><Relationship Id="rId100" Type="http://schemas.openxmlformats.org/officeDocument/2006/relationships/slideLayout" Target="../slideLayouts/slideLayout7.xml"/><Relationship Id="rId8" Type="http://schemas.openxmlformats.org/officeDocument/2006/relationships/tags" Target="../tags/tag8.xml"/><Relationship Id="rId51" Type="http://schemas.openxmlformats.org/officeDocument/2006/relationships/tags" Target="../tags/tag51.xml"/><Relationship Id="rId72" Type="http://schemas.openxmlformats.org/officeDocument/2006/relationships/tags" Target="../tags/tag72.xml"/><Relationship Id="rId93" Type="http://schemas.openxmlformats.org/officeDocument/2006/relationships/tags" Target="../tags/tag93.xml"/><Relationship Id="rId98" Type="http://schemas.openxmlformats.org/officeDocument/2006/relationships/tags" Target="../tags/tag98.xml"/><Relationship Id="rId3" Type="http://schemas.openxmlformats.org/officeDocument/2006/relationships/tags" Target="../tags/tag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5120000" cy="5832000"/>
          </a:xfrm>
          <a:prstGeom prst="rect">
            <a:avLst/>
          </a:prstGeom>
          <a:solidFill>
            <a:srgbClr val="0B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3" name="TextBox 2"/>
          <p:cNvSpPr txBox="1"/>
          <p:nvPr>
            <p:custDataLst>
              <p:tags r:id="rId1"/>
            </p:custDataLst>
          </p:nvPr>
        </p:nvSpPr>
        <p:spPr>
          <a:xfrm>
            <a:off x="864000" y="432000"/>
            <a:ext cx="1080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5EEAD4"/>
                </a:solidFill>
                <a:latin typeface="Segoe UI"/>
                <a:ea typeface="Microsoft JhengHei"/>
                <a:cs typeface="Segoe UI"/>
              </a:rPr>
              <a:t>2026 資安技術組 · 決賽作品</a:t>
            </a:r>
          </a:p>
        </p:txBody>
      </p:sp>
      <p:sp>
        <p:nvSpPr>
          <p:cNvPr id="4" name="PosterTitle_Masthead"/>
          <p:cNvSpPr txBox="1"/>
          <p:nvPr>
            <p:custDataLst>
              <p:tags r:id="rId2"/>
            </p:custDataLst>
          </p:nvPr>
        </p:nvSpPr>
        <p:spPr>
          <a:xfrm>
            <a:off x="864000" y="720000"/>
            <a:ext cx="13392000" cy="255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Segoe UI"/>
                <a:ea typeface="Microsoft JhengHei"/>
                <a:cs typeface="Segoe UI"/>
              </a:rPr>
              <a:t>融合新型內容相依時序方向模型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Segoe UI"/>
                <a:ea typeface="Microsoft JhengHei"/>
                <a:cs typeface="Segoe UI"/>
              </a:rPr>
              <a:t>入侵偵測與任務導向檢索增強稽核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Segoe UI"/>
                <a:ea typeface="Microsoft JhengHei"/>
                <a:cs typeface="Segoe UI"/>
              </a:rPr>
              <a:t>之 AI 資安框架</a:t>
            </a:r>
          </a:p>
        </p:txBody>
      </p:sp>
      <p:sp>
        <p:nvSpPr>
          <p:cNvPr id="5" name="Rectangle 4"/>
          <p:cNvSpPr/>
          <p:nvPr/>
        </p:nvSpPr>
        <p:spPr>
          <a:xfrm>
            <a:off x="864000" y="3384000"/>
            <a:ext cx="864000" cy="57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6" name="TextBox 5"/>
          <p:cNvSpPr txBox="1"/>
          <p:nvPr>
            <p:custDataLst>
              <p:tags r:id="rId3"/>
            </p:custDataLst>
          </p:nvPr>
        </p:nvSpPr>
        <p:spPr>
          <a:xfrm>
            <a:off x="864000" y="3492000"/>
            <a:ext cx="13392000" cy="39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Segoe UI"/>
                <a:ea typeface="Microsoft JhengHei"/>
                <a:cs typeface="Segoe UI"/>
              </a:rPr>
              <a:t>從流量告警，走到有證據、可回復的處置</a:t>
            </a:r>
          </a:p>
        </p:txBody>
      </p:sp>
      <p:sp>
        <p:nvSpPr>
          <p:cNvPr id="7" name="TextBox 6"/>
          <p:cNvSpPr txBox="1"/>
          <p:nvPr>
            <p:custDataLst>
              <p:tags r:id="rId4"/>
            </p:custDataLst>
          </p:nvPr>
        </p:nvSpPr>
        <p:spPr>
          <a:xfrm>
            <a:off x="864000" y="3924000"/>
            <a:ext cx="13392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8CC"/>
                </a:solidFill>
                <a:latin typeface="Segoe UI"/>
                <a:ea typeface="Microsoft JhengHei"/>
                <a:cs typeface="Segoe UI"/>
              </a:rPr>
              <a:t>同一事件串起模型判定、相似案例、AI稽核與處置回條。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016000" y="4896000"/>
            <a:ext cx="11088000" cy="0"/>
          </a:xfrm>
          <a:prstGeom prst="line">
            <a:avLst/>
          </a:prstGeom>
          <a:ln w="25400">
            <a:solidFill>
              <a:srgbClr val="2A426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1728000" y="4608000"/>
            <a:ext cx="576000" cy="576000"/>
          </a:xfrm>
          <a:prstGeom prst="ellipse">
            <a:avLst/>
          </a:prstGeom>
          <a:solidFill>
            <a:srgbClr val="FFFFFF"/>
          </a:solidFill>
          <a:ln w="10160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pic>
        <p:nvPicPr>
          <p:cNvPr id="10" name="Picture 9" descr="flat-icon-2.png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1836000" y="4716000"/>
            <a:ext cx="360000" cy="360000"/>
          </a:xfrm>
          <a:prstGeom prst="rect">
            <a:avLst/>
          </a:prstGeom>
        </p:spPr>
      </p:pic>
      <p:sp>
        <p:nvSpPr>
          <p:cNvPr id="11" name="TextBox 10"/>
          <p:cNvSpPr txBox="1"/>
          <p:nvPr>
            <p:custDataLst>
              <p:tags r:id="rId5"/>
            </p:custDataLst>
          </p:nvPr>
        </p:nvSpPr>
        <p:spPr>
          <a:xfrm>
            <a:off x="1261075" y="5256000"/>
            <a:ext cx="1440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Segoe UI"/>
                <a:ea typeface="Microsoft JhengHei"/>
                <a:cs typeface="Segoe UI"/>
              </a:rPr>
              <a:t>偵測</a:t>
            </a:r>
          </a:p>
        </p:txBody>
      </p:sp>
      <p:sp>
        <p:nvSpPr>
          <p:cNvPr id="12" name="Oval 11"/>
          <p:cNvSpPr/>
          <p:nvPr/>
        </p:nvSpPr>
        <p:spPr>
          <a:xfrm>
            <a:off x="5425200" y="4608000"/>
            <a:ext cx="576000" cy="576000"/>
          </a:xfrm>
          <a:prstGeom prst="ellipse">
            <a:avLst/>
          </a:prstGeom>
          <a:solidFill>
            <a:srgbClr val="FFFFFF"/>
          </a:solidFill>
          <a:ln w="10160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pic>
        <p:nvPicPr>
          <p:cNvPr id="13" name="Picture 12" descr="flat-icon-3.png"/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5533200" y="4716000"/>
            <a:ext cx="360000" cy="360000"/>
          </a:xfrm>
          <a:prstGeom prst="rect">
            <a:avLst/>
          </a:prstGeom>
        </p:spPr>
      </p:pic>
      <p:sp>
        <p:nvSpPr>
          <p:cNvPr id="14" name="TextBox 13"/>
          <p:cNvSpPr txBox="1"/>
          <p:nvPr>
            <p:custDataLst>
              <p:tags r:id="rId6"/>
            </p:custDataLst>
          </p:nvPr>
        </p:nvSpPr>
        <p:spPr>
          <a:xfrm>
            <a:off x="4958274" y="5256000"/>
            <a:ext cx="1440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Segoe UI"/>
                <a:ea typeface="Microsoft JhengHei"/>
                <a:cs typeface="Segoe UI"/>
              </a:rPr>
              <a:t>檢索</a:t>
            </a:r>
          </a:p>
        </p:txBody>
      </p:sp>
      <p:sp>
        <p:nvSpPr>
          <p:cNvPr id="15" name="Oval 14"/>
          <p:cNvSpPr/>
          <p:nvPr/>
        </p:nvSpPr>
        <p:spPr>
          <a:xfrm>
            <a:off x="9122400" y="4608000"/>
            <a:ext cx="576000" cy="576000"/>
          </a:xfrm>
          <a:prstGeom prst="ellipse">
            <a:avLst/>
          </a:prstGeom>
          <a:solidFill>
            <a:srgbClr val="FFFFFF"/>
          </a:solidFill>
          <a:ln w="10160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9295200" y="4716000"/>
            <a:ext cx="230400" cy="360000"/>
          </a:xfrm>
          <a:prstGeom prst="rect">
            <a:avLst/>
          </a:prstGeom>
          <a:solidFill>
            <a:srgbClr val="FFFFFF"/>
          </a:solidFill>
          <a:ln w="1016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cxnSp>
        <p:nvCxnSpPr>
          <p:cNvPr id="17" name="Connector 16"/>
          <p:cNvCxnSpPr/>
          <p:nvPr/>
        </p:nvCxnSpPr>
        <p:spPr>
          <a:xfrm>
            <a:off x="9345888" y="4806000"/>
            <a:ext cx="129024" cy="0"/>
          </a:xfrm>
          <a:prstGeom prst="line">
            <a:avLst/>
          </a:prstGeom>
          <a:ln w="1016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345888" y="4896000"/>
            <a:ext cx="129024" cy="0"/>
          </a:xfrm>
          <a:prstGeom prst="line">
            <a:avLst/>
          </a:prstGeom>
          <a:ln w="1016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345888" y="4986000"/>
            <a:ext cx="129024" cy="0"/>
          </a:xfrm>
          <a:prstGeom prst="line">
            <a:avLst/>
          </a:prstGeom>
          <a:ln w="1016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>
            <p:custDataLst>
              <p:tags r:id="rId7"/>
            </p:custDataLst>
          </p:nvPr>
        </p:nvSpPr>
        <p:spPr>
          <a:xfrm>
            <a:off x="8655475" y="5256000"/>
            <a:ext cx="1440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Segoe UI"/>
                <a:ea typeface="Microsoft JhengHei"/>
                <a:cs typeface="Segoe UI"/>
              </a:rPr>
              <a:t>稽核</a:t>
            </a:r>
          </a:p>
        </p:txBody>
      </p:sp>
      <p:sp>
        <p:nvSpPr>
          <p:cNvPr id="21" name="Oval 20"/>
          <p:cNvSpPr/>
          <p:nvPr/>
        </p:nvSpPr>
        <p:spPr>
          <a:xfrm>
            <a:off x="12819600" y="4608000"/>
            <a:ext cx="576000" cy="576000"/>
          </a:xfrm>
          <a:prstGeom prst="ellipse">
            <a:avLst/>
          </a:prstGeom>
          <a:solidFill>
            <a:srgbClr val="FFFFFF"/>
          </a:solidFill>
          <a:ln w="10160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pic>
        <p:nvPicPr>
          <p:cNvPr id="22" name="Picture 21" descr="flat-icon-4.png"/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12927600" y="4716000"/>
            <a:ext cx="360000" cy="360000"/>
          </a:xfrm>
          <a:prstGeom prst="rect">
            <a:avLst/>
          </a:prstGeom>
        </p:spPr>
      </p:pic>
      <p:sp>
        <p:nvSpPr>
          <p:cNvPr id="23" name="TextBox 22"/>
          <p:cNvSpPr txBox="1"/>
          <p:nvPr>
            <p:custDataLst>
              <p:tags r:id="rId8"/>
            </p:custDataLst>
          </p:nvPr>
        </p:nvSpPr>
        <p:spPr>
          <a:xfrm>
            <a:off x="12352675" y="5256000"/>
            <a:ext cx="1440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Segoe UI"/>
                <a:ea typeface="Microsoft JhengHei"/>
                <a:cs typeface="Segoe UI"/>
              </a:rPr>
              <a:t>回復</a:t>
            </a:r>
          </a:p>
        </p:txBody>
      </p:sp>
      <p:sp>
        <p:nvSpPr>
          <p:cNvPr id="24" name="TextBox 23"/>
          <p:cNvSpPr txBox="1"/>
          <p:nvPr>
            <p:custDataLst>
              <p:tags r:id="rId9"/>
            </p:custDataLst>
          </p:nvPr>
        </p:nvSpPr>
        <p:spPr>
          <a:xfrm>
            <a:off x="864000" y="6030000"/>
            <a:ext cx="576000" cy="46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01</a:t>
            </a:r>
          </a:p>
        </p:txBody>
      </p:sp>
      <p:sp>
        <p:nvSpPr>
          <p:cNvPr id="25" name="TextBox 24"/>
          <p:cNvSpPr txBox="1"/>
          <p:nvPr>
            <p:custDataLst>
              <p:tags r:id="rId10"/>
            </p:custDataLst>
          </p:nvPr>
        </p:nvSpPr>
        <p:spPr>
          <a:xfrm>
            <a:off x="1476000" y="6030000"/>
            <a:ext cx="10800000" cy="46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四階段方法，串成同一條事件鏈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64000" y="6552000"/>
            <a:ext cx="13392000" cy="0"/>
          </a:xfrm>
          <a:prstGeom prst="line">
            <a:avLst/>
          </a:prstGeom>
          <a:ln w="12700">
            <a:solidFill>
              <a:srgbClr val="DCE3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64000" y="6732000"/>
            <a:ext cx="13392000" cy="1548000"/>
          </a:xfrm>
          <a:prstGeom prst="roundRect">
            <a:avLst>
              <a:gd name="adj" fmla="val 5581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pic>
        <p:nvPicPr>
          <p:cNvPr id="28" name="Picture 27" descr="flat-icon-2.png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1044000" y="6912000"/>
            <a:ext cx="468000" cy="468000"/>
          </a:xfrm>
          <a:prstGeom prst="rect">
            <a:avLst/>
          </a:prstGeom>
        </p:spPr>
      </p:pic>
      <p:sp>
        <p:nvSpPr>
          <p:cNvPr id="29" name="TextBox 28"/>
          <p:cNvSpPr txBox="1"/>
          <p:nvPr>
            <p:custDataLst>
              <p:tags r:id="rId11"/>
            </p:custDataLst>
          </p:nvPr>
        </p:nvSpPr>
        <p:spPr>
          <a:xfrm>
            <a:off x="1656000" y="6876000"/>
            <a:ext cx="2592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01  互補判定</a:t>
            </a:r>
          </a:p>
        </p:txBody>
      </p:sp>
      <p:sp>
        <p:nvSpPr>
          <p:cNvPr id="30" name="TextBox 29"/>
          <p:cNvSpPr txBox="1"/>
          <p:nvPr>
            <p:custDataLst>
              <p:tags r:id="rId12"/>
            </p:custDataLst>
          </p:nvPr>
        </p:nvSpPr>
        <p:spPr>
          <a:xfrm>
            <a:off x="1656000" y="7200000"/>
            <a:ext cx="2592000" cy="21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內容＋時序</a:t>
            </a:r>
          </a:p>
        </p:txBody>
      </p:sp>
      <p:sp>
        <p:nvSpPr>
          <p:cNvPr id="31" name="TextBox 30"/>
          <p:cNvSpPr txBox="1"/>
          <p:nvPr>
            <p:custDataLst>
              <p:tags r:id="rId13"/>
            </p:custDataLst>
          </p:nvPr>
        </p:nvSpPr>
        <p:spPr>
          <a:xfrm>
            <a:off x="1080000" y="7560000"/>
            <a:ext cx="3240000" cy="54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產生正式類別、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信心與流量表徵</a:t>
            </a:r>
          </a:p>
        </p:txBody>
      </p:sp>
      <p:sp>
        <p:nvSpPr>
          <p:cNvPr id="32" name="Down Arrow 31"/>
          <p:cNvSpPr/>
          <p:nvPr/>
        </p:nvSpPr>
        <p:spPr>
          <a:xfrm>
            <a:off x="9288000" y="8290800"/>
            <a:ext cx="252000" cy="122400"/>
          </a:xfrm>
          <a:prstGeom prst="downArrow">
            <a:avLst/>
          </a:prstGeom>
          <a:solidFill>
            <a:srgbClr val="9AA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864000" y="8424000"/>
            <a:ext cx="13392000" cy="1548000"/>
          </a:xfrm>
          <a:prstGeom prst="roundRect">
            <a:avLst>
              <a:gd name="adj" fmla="val 5581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pic>
        <p:nvPicPr>
          <p:cNvPr id="34" name="Picture 33" descr="flat-icon-3.png"/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1044000" y="8604000"/>
            <a:ext cx="468000" cy="468000"/>
          </a:xfrm>
          <a:prstGeom prst="rect">
            <a:avLst/>
          </a:prstGeom>
        </p:spPr>
      </p:pic>
      <p:sp>
        <p:nvSpPr>
          <p:cNvPr id="35" name="TextBox 34"/>
          <p:cNvSpPr txBox="1"/>
          <p:nvPr>
            <p:custDataLst>
              <p:tags r:id="rId14"/>
            </p:custDataLst>
          </p:nvPr>
        </p:nvSpPr>
        <p:spPr>
          <a:xfrm>
            <a:off x="1656000" y="8568000"/>
            <a:ext cx="2592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02  任務檢索</a:t>
            </a:r>
          </a:p>
        </p:txBody>
      </p:sp>
      <p:sp>
        <p:nvSpPr>
          <p:cNvPr id="36" name="TextBox 35"/>
          <p:cNvSpPr txBox="1"/>
          <p:nvPr>
            <p:custDataLst>
              <p:tags r:id="rId15"/>
            </p:custDataLst>
          </p:nvPr>
        </p:nvSpPr>
        <p:spPr>
          <a:xfrm>
            <a:off x="1656000" y="8892000"/>
            <a:ext cx="2592000" cy="21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表徵＋機率</a:t>
            </a:r>
          </a:p>
        </p:txBody>
      </p:sp>
      <p:sp>
        <p:nvSpPr>
          <p:cNvPr id="37" name="TextBox 36"/>
          <p:cNvSpPr txBox="1"/>
          <p:nvPr>
            <p:custDataLst>
              <p:tags r:id="rId16"/>
            </p:custDataLst>
          </p:nvPr>
        </p:nvSpPr>
        <p:spPr>
          <a:xfrm>
            <a:off x="1080000" y="9252000"/>
            <a:ext cx="3240000" cy="54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依事件任務找案例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附上相似類別證據</a:t>
            </a:r>
          </a:p>
        </p:txBody>
      </p:sp>
      <p:sp>
        <p:nvSpPr>
          <p:cNvPr id="38" name="Down Arrow 37"/>
          <p:cNvSpPr/>
          <p:nvPr/>
        </p:nvSpPr>
        <p:spPr>
          <a:xfrm>
            <a:off x="9288000" y="9982800"/>
            <a:ext cx="252000" cy="122400"/>
          </a:xfrm>
          <a:prstGeom prst="downArrow">
            <a:avLst/>
          </a:prstGeom>
          <a:solidFill>
            <a:srgbClr val="9AA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39" name="Rounded Rectangle 38"/>
          <p:cNvSpPr/>
          <p:nvPr/>
        </p:nvSpPr>
        <p:spPr>
          <a:xfrm>
            <a:off x="864000" y="10116000"/>
            <a:ext cx="13392000" cy="1548000"/>
          </a:xfrm>
          <a:prstGeom prst="roundRect">
            <a:avLst>
              <a:gd name="adj" fmla="val 5581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1116000" y="10332000"/>
            <a:ext cx="324000" cy="43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cxnSp>
        <p:nvCxnSpPr>
          <p:cNvPr id="41" name="Connector 40"/>
          <p:cNvCxnSpPr/>
          <p:nvPr/>
        </p:nvCxnSpPr>
        <p:spPr>
          <a:xfrm>
            <a:off x="1187280" y="10440000"/>
            <a:ext cx="181440" cy="0"/>
          </a:xfrm>
          <a:prstGeom prst="line">
            <a:avLst/>
          </a:prstGeom>
          <a:ln w="1016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1187280" y="10548000"/>
            <a:ext cx="181440" cy="0"/>
          </a:xfrm>
          <a:prstGeom prst="line">
            <a:avLst/>
          </a:prstGeom>
          <a:ln w="1016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187280" y="10656000"/>
            <a:ext cx="181440" cy="0"/>
          </a:xfrm>
          <a:prstGeom prst="line">
            <a:avLst/>
          </a:prstGeom>
          <a:ln w="1016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>
            <p:custDataLst>
              <p:tags r:id="rId17"/>
            </p:custDataLst>
          </p:nvPr>
        </p:nvSpPr>
        <p:spPr>
          <a:xfrm>
            <a:off x="1656000" y="10260000"/>
            <a:ext cx="2592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03  證據稽核</a:t>
            </a:r>
          </a:p>
        </p:txBody>
      </p:sp>
      <p:sp>
        <p:nvSpPr>
          <p:cNvPr id="45" name="TextBox 44"/>
          <p:cNvSpPr txBox="1"/>
          <p:nvPr>
            <p:custDataLst>
              <p:tags r:id="rId18"/>
            </p:custDataLst>
          </p:nvPr>
        </p:nvSpPr>
        <p:spPr>
          <a:xfrm>
            <a:off x="1656000" y="10584000"/>
            <a:ext cx="2592000" cy="21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保留正式分類</a:t>
            </a:r>
          </a:p>
        </p:txBody>
      </p:sp>
      <p:sp>
        <p:nvSpPr>
          <p:cNvPr id="46" name="TextBox 45"/>
          <p:cNvSpPr txBox="1"/>
          <p:nvPr>
            <p:custDataLst>
              <p:tags r:id="rId19"/>
            </p:custDataLst>
          </p:nvPr>
        </p:nvSpPr>
        <p:spPr>
          <a:xfrm>
            <a:off x="1080000" y="10944000"/>
            <a:ext cx="3240000" cy="54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核對判定與案例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附加三態稽核結論</a:t>
            </a:r>
          </a:p>
        </p:txBody>
      </p:sp>
      <p:sp>
        <p:nvSpPr>
          <p:cNvPr id="47" name="Down Arrow 46"/>
          <p:cNvSpPr/>
          <p:nvPr/>
        </p:nvSpPr>
        <p:spPr>
          <a:xfrm>
            <a:off x="9288000" y="11674800"/>
            <a:ext cx="252000" cy="122400"/>
          </a:xfrm>
          <a:prstGeom prst="downArrow">
            <a:avLst/>
          </a:prstGeom>
          <a:solidFill>
            <a:srgbClr val="9AA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864000" y="11808000"/>
            <a:ext cx="13392000" cy="1548000"/>
          </a:xfrm>
          <a:prstGeom prst="roundRect">
            <a:avLst>
              <a:gd name="adj" fmla="val 5581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pic>
        <p:nvPicPr>
          <p:cNvPr id="49" name="Picture 48" descr="flat-icon-4.png"/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1044000" y="11988000"/>
            <a:ext cx="468000" cy="468000"/>
          </a:xfrm>
          <a:prstGeom prst="rect">
            <a:avLst/>
          </a:prstGeom>
        </p:spPr>
      </p:pic>
      <p:sp>
        <p:nvSpPr>
          <p:cNvPr id="50" name="TextBox 49"/>
          <p:cNvSpPr txBox="1"/>
          <p:nvPr>
            <p:custDataLst>
              <p:tags r:id="rId20"/>
            </p:custDataLst>
          </p:nvPr>
        </p:nvSpPr>
        <p:spPr>
          <a:xfrm>
            <a:off x="1656000" y="11952000"/>
            <a:ext cx="2592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04  受控回復</a:t>
            </a:r>
          </a:p>
        </p:txBody>
      </p:sp>
      <p:sp>
        <p:nvSpPr>
          <p:cNvPr id="51" name="TextBox 50"/>
          <p:cNvSpPr txBox="1"/>
          <p:nvPr>
            <p:custDataLst>
              <p:tags r:id="rId21"/>
            </p:custDataLst>
          </p:nvPr>
        </p:nvSpPr>
        <p:spPr>
          <a:xfrm>
            <a:off x="1656000" y="12276000"/>
            <a:ext cx="2592000" cy="21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策略＋期限</a:t>
            </a:r>
          </a:p>
        </p:txBody>
      </p:sp>
      <p:sp>
        <p:nvSpPr>
          <p:cNvPr id="52" name="TextBox 51"/>
          <p:cNvSpPr txBox="1"/>
          <p:nvPr>
            <p:custDataLst>
              <p:tags r:id="rId22"/>
            </p:custDataLst>
          </p:nvPr>
        </p:nvSpPr>
        <p:spPr>
          <a:xfrm>
            <a:off x="1080000" y="12636000"/>
            <a:ext cx="3240000" cy="54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策略允許才介入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讀回並確認回復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36000" y="6876000"/>
            <a:ext cx="2808000" cy="57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54" name="TextBox 53"/>
          <p:cNvSpPr txBox="1"/>
          <p:nvPr>
            <p:custDataLst>
              <p:tags r:id="rId23"/>
            </p:custDataLst>
          </p:nvPr>
        </p:nvSpPr>
        <p:spPr>
          <a:xfrm>
            <a:off x="4502662" y="6912000"/>
            <a:ext cx="2808000" cy="3225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CTBM</a:t>
            </a:r>
          </a:p>
        </p:txBody>
      </p:sp>
      <p:sp>
        <p:nvSpPr>
          <p:cNvPr id="55" name="TextBox 54"/>
          <p:cNvSpPr txBox="1"/>
          <p:nvPr>
            <p:custDataLst>
              <p:tags r:id="rId24"/>
            </p:custDataLst>
          </p:nvPr>
        </p:nvSpPr>
        <p:spPr>
          <a:xfrm>
            <a:off x="4512187" y="7187039"/>
            <a:ext cx="2808000" cy="2476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內容·時間差·方向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536000" y="7596000"/>
            <a:ext cx="2808000" cy="57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57" name="TextBox 56"/>
          <p:cNvSpPr txBox="1"/>
          <p:nvPr>
            <p:custDataLst>
              <p:tags r:id="rId25"/>
            </p:custDataLst>
          </p:nvPr>
        </p:nvSpPr>
        <p:spPr>
          <a:xfrm>
            <a:off x="4502662" y="7632000"/>
            <a:ext cx="2808000" cy="3225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PBCNN</a:t>
            </a:r>
          </a:p>
        </p:txBody>
      </p:sp>
      <p:sp>
        <p:nvSpPr>
          <p:cNvPr id="58" name="TextBox 57"/>
          <p:cNvSpPr txBox="1"/>
          <p:nvPr>
            <p:custDataLst>
              <p:tags r:id="rId26"/>
            </p:custDataLst>
          </p:nvPr>
        </p:nvSpPr>
        <p:spPr>
          <a:xfrm>
            <a:off x="4512187" y="7907039"/>
            <a:ext cx="2808000" cy="2476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短窗位元組模式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344000" y="7164000"/>
            <a:ext cx="288000" cy="0"/>
          </a:xfrm>
          <a:prstGeom prst="line">
            <a:avLst/>
          </a:prstGeom>
          <a:ln w="1524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7344000" y="7884000"/>
            <a:ext cx="288000" cy="0"/>
          </a:xfrm>
          <a:prstGeom prst="line">
            <a:avLst/>
          </a:prstGeom>
          <a:ln w="1524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7632000" y="7164000"/>
            <a:ext cx="0" cy="720000"/>
          </a:xfrm>
          <a:prstGeom prst="line">
            <a:avLst/>
          </a:prstGeom>
          <a:ln w="1524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ight Arrow 61"/>
          <p:cNvSpPr/>
          <p:nvPr/>
        </p:nvSpPr>
        <p:spPr>
          <a:xfrm>
            <a:off x="7668000" y="7434000"/>
            <a:ext cx="252000" cy="18000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7992000" y="7056000"/>
            <a:ext cx="3024000" cy="936000"/>
          </a:xfrm>
          <a:prstGeom prst="roundRect">
            <a:avLst>
              <a:gd name="adj" fmla="val 923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64" name="TextBox 63"/>
          <p:cNvSpPr txBox="1"/>
          <p:nvPr>
            <p:custDataLst>
              <p:tags r:id="rId27"/>
            </p:custDataLst>
          </p:nvPr>
        </p:nvSpPr>
        <p:spPr>
          <a:xfrm>
            <a:off x="7958662" y="7092000"/>
            <a:ext cx="3024000" cy="5241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校準＋融合</a:t>
            </a:r>
          </a:p>
        </p:txBody>
      </p:sp>
      <p:sp>
        <p:nvSpPr>
          <p:cNvPr id="65" name="TextBox 64"/>
          <p:cNvSpPr txBox="1"/>
          <p:nvPr>
            <p:custDataLst>
              <p:tags r:id="rId28"/>
            </p:custDataLst>
          </p:nvPr>
        </p:nvSpPr>
        <p:spPr>
          <a:xfrm>
            <a:off x="7968186" y="7561440"/>
            <a:ext cx="3024000" cy="4024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OOF Gate</a:t>
            </a:r>
          </a:p>
        </p:txBody>
      </p:sp>
      <p:sp>
        <p:nvSpPr>
          <p:cNvPr id="66" name="Right Arrow 65"/>
          <p:cNvSpPr/>
          <p:nvPr/>
        </p:nvSpPr>
        <p:spPr>
          <a:xfrm>
            <a:off x="11088000" y="7434000"/>
            <a:ext cx="360000" cy="18000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67" name="Rounded Rectangle 66"/>
          <p:cNvSpPr/>
          <p:nvPr/>
        </p:nvSpPr>
        <p:spPr>
          <a:xfrm>
            <a:off x="11520000" y="7056000"/>
            <a:ext cx="2592000" cy="936000"/>
          </a:xfrm>
          <a:prstGeom prst="roundRect">
            <a:avLst>
              <a:gd name="adj" fmla="val 9230"/>
            </a:avLst>
          </a:prstGeom>
          <a:solidFill>
            <a:srgbClr val="E2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68" name="TextBox 67"/>
          <p:cNvSpPr txBox="1"/>
          <p:nvPr>
            <p:custDataLst>
              <p:tags r:id="rId29"/>
            </p:custDataLst>
          </p:nvPr>
        </p:nvSpPr>
        <p:spPr>
          <a:xfrm>
            <a:off x="11486662" y="7092000"/>
            <a:ext cx="2592000" cy="5241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17類判定</a:t>
            </a:r>
          </a:p>
        </p:txBody>
      </p:sp>
      <p:sp>
        <p:nvSpPr>
          <p:cNvPr id="69" name="TextBox 68"/>
          <p:cNvSpPr txBox="1"/>
          <p:nvPr>
            <p:custDataLst>
              <p:tags r:id="rId30"/>
            </p:custDataLst>
          </p:nvPr>
        </p:nvSpPr>
        <p:spPr>
          <a:xfrm>
            <a:off x="11496187" y="7561440"/>
            <a:ext cx="2592000" cy="4024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信心與512維表徵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536000" y="8568000"/>
            <a:ext cx="2808000" cy="57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71" name="TextBox 70"/>
          <p:cNvSpPr txBox="1"/>
          <p:nvPr>
            <p:custDataLst>
              <p:tags r:id="rId31"/>
            </p:custDataLst>
          </p:nvPr>
        </p:nvSpPr>
        <p:spPr>
          <a:xfrm>
            <a:off x="4502662" y="8568000"/>
            <a:ext cx="2808000" cy="57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512維表徵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536000" y="9288000"/>
            <a:ext cx="2808000" cy="57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73" name="TextBox 72"/>
          <p:cNvSpPr txBox="1"/>
          <p:nvPr>
            <p:custDataLst>
              <p:tags r:id="rId32"/>
            </p:custDataLst>
          </p:nvPr>
        </p:nvSpPr>
        <p:spPr>
          <a:xfrm>
            <a:off x="4502662" y="9288000"/>
            <a:ext cx="2808000" cy="57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17維機率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7344000" y="8856000"/>
            <a:ext cx="288000" cy="0"/>
          </a:xfrm>
          <a:prstGeom prst="line">
            <a:avLst/>
          </a:prstGeom>
          <a:ln w="1524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7344000" y="9576000"/>
            <a:ext cx="288000" cy="0"/>
          </a:xfrm>
          <a:prstGeom prst="line">
            <a:avLst/>
          </a:prstGeom>
          <a:ln w="1524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7632000" y="8856000"/>
            <a:ext cx="0" cy="720000"/>
          </a:xfrm>
          <a:prstGeom prst="line">
            <a:avLst/>
          </a:prstGeom>
          <a:ln w="1524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ight Arrow 76"/>
          <p:cNvSpPr/>
          <p:nvPr/>
        </p:nvSpPr>
        <p:spPr>
          <a:xfrm>
            <a:off x="7668000" y="9126000"/>
            <a:ext cx="252000" cy="18000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78" name="Rounded Rectangle 77"/>
          <p:cNvSpPr/>
          <p:nvPr/>
        </p:nvSpPr>
        <p:spPr>
          <a:xfrm>
            <a:off x="7992000" y="8748000"/>
            <a:ext cx="3024000" cy="936000"/>
          </a:xfrm>
          <a:prstGeom prst="roundRect">
            <a:avLst>
              <a:gd name="adj" fmla="val 923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79" name="TextBox 78"/>
          <p:cNvSpPr txBox="1"/>
          <p:nvPr>
            <p:custDataLst>
              <p:tags r:id="rId33"/>
            </p:custDataLst>
          </p:nvPr>
        </p:nvSpPr>
        <p:spPr>
          <a:xfrm>
            <a:off x="7958661" y="8784000"/>
            <a:ext cx="3024000" cy="5241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529維向量</a:t>
            </a:r>
          </a:p>
        </p:txBody>
      </p:sp>
      <p:sp>
        <p:nvSpPr>
          <p:cNvPr id="80" name="TextBox 79"/>
          <p:cNvSpPr txBox="1"/>
          <p:nvPr>
            <p:custDataLst>
              <p:tags r:id="rId34"/>
            </p:custDataLst>
          </p:nvPr>
        </p:nvSpPr>
        <p:spPr>
          <a:xfrm>
            <a:off x="7968186" y="9253440"/>
            <a:ext cx="3024000" cy="4024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L2正規化</a:t>
            </a:r>
          </a:p>
        </p:txBody>
      </p:sp>
      <p:sp>
        <p:nvSpPr>
          <p:cNvPr id="81" name="Right Arrow 80"/>
          <p:cNvSpPr/>
          <p:nvPr/>
        </p:nvSpPr>
        <p:spPr>
          <a:xfrm>
            <a:off x="11088000" y="9126000"/>
            <a:ext cx="360000" cy="18000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82" name="Rounded Rectangle 81"/>
          <p:cNvSpPr/>
          <p:nvPr/>
        </p:nvSpPr>
        <p:spPr>
          <a:xfrm>
            <a:off x="11520000" y="8748000"/>
            <a:ext cx="2592000" cy="936000"/>
          </a:xfrm>
          <a:prstGeom prst="roundRect">
            <a:avLst>
              <a:gd name="adj" fmla="val 9230"/>
            </a:avLst>
          </a:prstGeom>
          <a:solidFill>
            <a:srgbClr val="E2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83" name="TextBox 82"/>
          <p:cNvSpPr txBox="1"/>
          <p:nvPr>
            <p:custDataLst>
              <p:tags r:id="rId35"/>
            </p:custDataLst>
          </p:nvPr>
        </p:nvSpPr>
        <p:spPr>
          <a:xfrm>
            <a:off x="11488250" y="8784000"/>
            <a:ext cx="2592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Top-5訓練案例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11628000" y="9180000"/>
            <a:ext cx="396000" cy="3600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85" name="TextBox 84"/>
          <p:cNvSpPr txBox="1"/>
          <p:nvPr>
            <p:custDataLst>
              <p:tags r:id="rId36"/>
            </p:custDataLst>
          </p:nvPr>
        </p:nvSpPr>
        <p:spPr>
          <a:xfrm>
            <a:off x="11600220" y="9180000"/>
            <a:ext cx="396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1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12110400" y="9180000"/>
            <a:ext cx="396000" cy="3600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87" name="TextBox 86"/>
          <p:cNvSpPr txBox="1"/>
          <p:nvPr>
            <p:custDataLst>
              <p:tags r:id="rId37"/>
            </p:custDataLst>
          </p:nvPr>
        </p:nvSpPr>
        <p:spPr>
          <a:xfrm>
            <a:off x="12082620" y="9180000"/>
            <a:ext cx="396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2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2592800" y="9180000"/>
            <a:ext cx="396000" cy="3600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89" name="TextBox 88"/>
          <p:cNvSpPr txBox="1"/>
          <p:nvPr>
            <p:custDataLst>
              <p:tags r:id="rId38"/>
            </p:custDataLst>
          </p:nvPr>
        </p:nvSpPr>
        <p:spPr>
          <a:xfrm>
            <a:off x="12565020" y="9180000"/>
            <a:ext cx="396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3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13075200" y="9180000"/>
            <a:ext cx="396000" cy="3600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91" name="TextBox 90"/>
          <p:cNvSpPr txBox="1"/>
          <p:nvPr>
            <p:custDataLst>
              <p:tags r:id="rId39"/>
            </p:custDataLst>
          </p:nvPr>
        </p:nvSpPr>
        <p:spPr>
          <a:xfrm>
            <a:off x="13047419" y="9180000"/>
            <a:ext cx="396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4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13557600" y="9180000"/>
            <a:ext cx="396000" cy="3600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93" name="TextBox 92"/>
          <p:cNvSpPr txBox="1"/>
          <p:nvPr>
            <p:custDataLst>
              <p:tags r:id="rId40"/>
            </p:custDataLst>
          </p:nvPr>
        </p:nvSpPr>
        <p:spPr>
          <a:xfrm>
            <a:off x="13529819" y="9180000"/>
            <a:ext cx="396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5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4536000" y="10260000"/>
            <a:ext cx="2808000" cy="57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95" name="TextBox 94"/>
          <p:cNvSpPr txBox="1"/>
          <p:nvPr>
            <p:custDataLst>
              <p:tags r:id="rId41"/>
            </p:custDataLst>
          </p:nvPr>
        </p:nvSpPr>
        <p:spPr>
          <a:xfrm>
            <a:off x="4502662" y="10260000"/>
            <a:ext cx="2808000" cy="57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正式判定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4536000" y="10980000"/>
            <a:ext cx="2808000" cy="57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97" name="TextBox 96"/>
          <p:cNvSpPr txBox="1"/>
          <p:nvPr>
            <p:custDataLst>
              <p:tags r:id="rId42"/>
            </p:custDataLst>
          </p:nvPr>
        </p:nvSpPr>
        <p:spPr>
          <a:xfrm>
            <a:off x="4502662" y="10980000"/>
            <a:ext cx="2808000" cy="57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案例證據</a:t>
            </a:r>
          </a:p>
        </p:txBody>
      </p:sp>
      <p:cxnSp>
        <p:nvCxnSpPr>
          <p:cNvPr id="98" name="Connector 97"/>
          <p:cNvCxnSpPr/>
          <p:nvPr/>
        </p:nvCxnSpPr>
        <p:spPr>
          <a:xfrm>
            <a:off x="7344000" y="10548000"/>
            <a:ext cx="288000" cy="0"/>
          </a:xfrm>
          <a:prstGeom prst="line">
            <a:avLst/>
          </a:prstGeom>
          <a:ln w="1524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7344000" y="11268000"/>
            <a:ext cx="288000" cy="0"/>
          </a:xfrm>
          <a:prstGeom prst="line">
            <a:avLst/>
          </a:prstGeom>
          <a:ln w="1524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7632000" y="10548000"/>
            <a:ext cx="0" cy="720000"/>
          </a:xfrm>
          <a:prstGeom prst="line">
            <a:avLst/>
          </a:prstGeom>
          <a:ln w="1524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Right Arrow 100"/>
          <p:cNvSpPr/>
          <p:nvPr/>
        </p:nvSpPr>
        <p:spPr>
          <a:xfrm>
            <a:off x="7668000" y="10818000"/>
            <a:ext cx="252000" cy="18000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02" name="Rounded Rectangle 101"/>
          <p:cNvSpPr/>
          <p:nvPr/>
        </p:nvSpPr>
        <p:spPr>
          <a:xfrm>
            <a:off x="7992000" y="10440000"/>
            <a:ext cx="3024000" cy="936000"/>
          </a:xfrm>
          <a:prstGeom prst="roundRect">
            <a:avLst>
              <a:gd name="adj" fmla="val 923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03" name="TextBox 102"/>
          <p:cNvSpPr txBox="1"/>
          <p:nvPr>
            <p:custDataLst>
              <p:tags r:id="rId43"/>
            </p:custDataLst>
          </p:nvPr>
        </p:nvSpPr>
        <p:spPr>
          <a:xfrm>
            <a:off x="7958662" y="10476000"/>
            <a:ext cx="3024000" cy="5241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本機AI稽核</a:t>
            </a:r>
          </a:p>
        </p:txBody>
      </p:sp>
      <p:sp>
        <p:nvSpPr>
          <p:cNvPr id="104" name="TextBox 103"/>
          <p:cNvSpPr txBox="1"/>
          <p:nvPr>
            <p:custDataLst>
              <p:tags r:id="rId44"/>
            </p:custDataLst>
          </p:nvPr>
        </p:nvSpPr>
        <p:spPr>
          <a:xfrm>
            <a:off x="7968187" y="10945440"/>
            <a:ext cx="3024000" cy="4024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核對同一事件</a:t>
            </a:r>
          </a:p>
        </p:txBody>
      </p:sp>
      <p:sp>
        <p:nvSpPr>
          <p:cNvPr id="105" name="Right Arrow 104"/>
          <p:cNvSpPr/>
          <p:nvPr/>
        </p:nvSpPr>
        <p:spPr>
          <a:xfrm>
            <a:off x="11088000" y="10818000"/>
            <a:ext cx="360000" cy="18000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06" name="Rounded Rectangle 105"/>
          <p:cNvSpPr/>
          <p:nvPr/>
        </p:nvSpPr>
        <p:spPr>
          <a:xfrm>
            <a:off x="11520000" y="10368000"/>
            <a:ext cx="2592000" cy="324000"/>
          </a:xfrm>
          <a:prstGeom prst="roundRect">
            <a:avLst>
              <a:gd name="adj" fmla="val 26666"/>
            </a:avLst>
          </a:prstGeom>
          <a:solidFill>
            <a:srgbClr val="E2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07" name="TextBox 106"/>
          <p:cNvSpPr txBox="1"/>
          <p:nvPr>
            <p:custDataLst>
              <p:tags r:id="rId45"/>
            </p:custDataLst>
          </p:nvPr>
        </p:nvSpPr>
        <p:spPr>
          <a:xfrm>
            <a:off x="11486662" y="10368000"/>
            <a:ext cx="2592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支持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11520000" y="10738800"/>
            <a:ext cx="2592000" cy="324000"/>
          </a:xfrm>
          <a:prstGeom prst="roundRect">
            <a:avLst>
              <a:gd name="adj" fmla="val 26666"/>
            </a:avLst>
          </a:prstGeom>
          <a:solidFill>
            <a:srgbClr val="E2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09" name="TextBox 108"/>
          <p:cNvSpPr txBox="1"/>
          <p:nvPr>
            <p:custDataLst>
              <p:tags r:id="rId46"/>
            </p:custDataLst>
          </p:nvPr>
        </p:nvSpPr>
        <p:spPr>
          <a:xfrm>
            <a:off x="11486662" y="10738800"/>
            <a:ext cx="2592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複核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11520000" y="11109600"/>
            <a:ext cx="2592000" cy="324000"/>
          </a:xfrm>
          <a:prstGeom prst="roundRect">
            <a:avLst>
              <a:gd name="adj" fmla="val 26666"/>
            </a:avLst>
          </a:prstGeom>
          <a:solidFill>
            <a:srgbClr val="E2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11" name="TextBox 110"/>
          <p:cNvSpPr txBox="1"/>
          <p:nvPr>
            <p:custDataLst>
              <p:tags r:id="rId47"/>
            </p:custDataLst>
          </p:nvPr>
        </p:nvSpPr>
        <p:spPr>
          <a:xfrm>
            <a:off x="11486662" y="11109600"/>
            <a:ext cx="2592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不確定</a:t>
            </a:r>
          </a:p>
        </p:txBody>
      </p:sp>
      <p:sp>
        <p:nvSpPr>
          <p:cNvPr id="112" name="TextBox 111"/>
          <p:cNvSpPr txBox="1"/>
          <p:nvPr>
            <p:custDataLst>
              <p:tags r:id="rId48"/>
            </p:custDataLst>
          </p:nvPr>
        </p:nvSpPr>
        <p:spPr>
          <a:xfrm>
            <a:off x="4536000" y="11880000"/>
            <a:ext cx="9576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策略檢查：範圍、動作與期限｜來源限速等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4536000" y="12240000"/>
            <a:ext cx="2808000" cy="504000"/>
          </a:xfrm>
          <a:prstGeom prst="roundRect">
            <a:avLst>
              <a:gd name="adj" fmla="val 17142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14" name="TextBox 113"/>
          <p:cNvSpPr txBox="1"/>
          <p:nvPr>
            <p:custDataLst>
              <p:tags r:id="rId49"/>
            </p:custDataLst>
          </p:nvPr>
        </p:nvSpPr>
        <p:spPr>
          <a:xfrm>
            <a:off x="4502662" y="12240000"/>
            <a:ext cx="2808000" cy="50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套用規則</a:t>
            </a:r>
          </a:p>
        </p:txBody>
      </p:sp>
      <p:sp>
        <p:nvSpPr>
          <p:cNvPr id="115" name="Right Arrow 114"/>
          <p:cNvSpPr/>
          <p:nvPr/>
        </p:nvSpPr>
        <p:spPr>
          <a:xfrm>
            <a:off x="7452000" y="12402000"/>
            <a:ext cx="432000" cy="18000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16" name="Rounded Rectangle 115"/>
          <p:cNvSpPr/>
          <p:nvPr/>
        </p:nvSpPr>
        <p:spPr>
          <a:xfrm>
            <a:off x="7992000" y="12240000"/>
            <a:ext cx="2808000" cy="504000"/>
          </a:xfrm>
          <a:prstGeom prst="roundRect">
            <a:avLst>
              <a:gd name="adj" fmla="val 17142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17" name="TextBox 116"/>
          <p:cNvSpPr txBox="1"/>
          <p:nvPr>
            <p:custDataLst>
              <p:tags r:id="rId50"/>
            </p:custDataLst>
          </p:nvPr>
        </p:nvSpPr>
        <p:spPr>
          <a:xfrm>
            <a:off x="7958661" y="12240000"/>
            <a:ext cx="2808000" cy="50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讀回驗證</a:t>
            </a:r>
          </a:p>
        </p:txBody>
      </p:sp>
      <p:sp>
        <p:nvSpPr>
          <p:cNvPr id="118" name="Right Arrow 117"/>
          <p:cNvSpPr/>
          <p:nvPr/>
        </p:nvSpPr>
        <p:spPr>
          <a:xfrm>
            <a:off x="10908000" y="12402000"/>
            <a:ext cx="432000" cy="18000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19" name="Rounded Rectangle 118"/>
          <p:cNvSpPr/>
          <p:nvPr/>
        </p:nvSpPr>
        <p:spPr>
          <a:xfrm>
            <a:off x="11448000" y="12240000"/>
            <a:ext cx="2808000" cy="504000"/>
          </a:xfrm>
          <a:prstGeom prst="roundRect">
            <a:avLst>
              <a:gd name="adj" fmla="val 17142"/>
            </a:avLst>
          </a:prstGeom>
          <a:solidFill>
            <a:srgbClr val="E2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20" name="TextBox 119"/>
          <p:cNvSpPr txBox="1"/>
          <p:nvPr>
            <p:custDataLst>
              <p:tags r:id="rId51"/>
            </p:custDataLst>
          </p:nvPr>
        </p:nvSpPr>
        <p:spPr>
          <a:xfrm>
            <a:off x="11414661" y="12240000"/>
            <a:ext cx="2808000" cy="50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到期回復</a:t>
            </a:r>
          </a:p>
        </p:txBody>
      </p:sp>
      <p:sp>
        <p:nvSpPr>
          <p:cNvPr id="121" name="TextBox 120"/>
          <p:cNvSpPr txBox="1"/>
          <p:nvPr>
            <p:custDataLst>
              <p:tags r:id="rId52"/>
            </p:custDataLst>
          </p:nvPr>
        </p:nvSpPr>
        <p:spPr>
          <a:xfrm>
            <a:off x="4536000" y="12816000"/>
            <a:ext cx="9576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複核／不確定 → 保留監測或蒐證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864000" y="13572000"/>
            <a:ext cx="13392000" cy="468000"/>
          </a:xfrm>
          <a:prstGeom prst="roundRect">
            <a:avLst>
              <a:gd name="adj" fmla="val 18461"/>
            </a:avLst>
          </a:prstGeom>
          <a:solidFill>
            <a:srgbClr val="0B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23" name="Oval 122"/>
          <p:cNvSpPr/>
          <p:nvPr/>
        </p:nvSpPr>
        <p:spPr>
          <a:xfrm>
            <a:off x="2520000" y="13500000"/>
            <a:ext cx="144000" cy="1440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24" name="Oval 123"/>
          <p:cNvSpPr/>
          <p:nvPr/>
        </p:nvSpPr>
        <p:spPr>
          <a:xfrm>
            <a:off x="5868000" y="13500000"/>
            <a:ext cx="144000" cy="1440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25" name="Oval 124"/>
          <p:cNvSpPr/>
          <p:nvPr/>
        </p:nvSpPr>
        <p:spPr>
          <a:xfrm>
            <a:off x="9216000" y="13500000"/>
            <a:ext cx="144000" cy="1440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26" name="Oval 125"/>
          <p:cNvSpPr/>
          <p:nvPr/>
        </p:nvSpPr>
        <p:spPr>
          <a:xfrm>
            <a:off x="12564000" y="13500000"/>
            <a:ext cx="144000" cy="1440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27" name="TextBox 126"/>
          <p:cNvSpPr txBox="1"/>
          <p:nvPr>
            <p:custDataLst>
              <p:tags r:id="rId53"/>
            </p:custDataLst>
          </p:nvPr>
        </p:nvSpPr>
        <p:spPr>
          <a:xfrm>
            <a:off x="832250" y="13572000"/>
            <a:ext cx="13392000" cy="46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Segoe UI"/>
                <a:ea typeface="Microsoft JhengHei"/>
                <a:cs typeface="Segoe UI"/>
              </a:rPr>
              <a:t>同一事件識別碼：正式分類／案例證據／稽核結論／處置回條</a:t>
            </a:r>
          </a:p>
        </p:txBody>
      </p:sp>
      <p:sp>
        <p:nvSpPr>
          <p:cNvPr id="128" name="TextBox 127"/>
          <p:cNvSpPr txBox="1"/>
          <p:nvPr>
            <p:custDataLst>
              <p:tags r:id="rId54"/>
            </p:custDataLst>
          </p:nvPr>
        </p:nvSpPr>
        <p:spPr>
          <a:xfrm>
            <a:off x="864000" y="14274000"/>
            <a:ext cx="576000" cy="46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02</a:t>
            </a:r>
          </a:p>
        </p:txBody>
      </p:sp>
      <p:sp>
        <p:nvSpPr>
          <p:cNvPr id="129" name="TextBox 128"/>
          <p:cNvSpPr txBox="1"/>
          <p:nvPr>
            <p:custDataLst>
              <p:tags r:id="rId55"/>
            </p:custDataLst>
          </p:nvPr>
        </p:nvSpPr>
        <p:spPr>
          <a:xfrm>
            <a:off x="1476000" y="14274000"/>
            <a:ext cx="10800000" cy="46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三項優勢，從判定走到可追溯處置</a:t>
            </a:r>
          </a:p>
        </p:txBody>
      </p:sp>
      <p:cxnSp>
        <p:nvCxnSpPr>
          <p:cNvPr id="130" name="Connector 129"/>
          <p:cNvCxnSpPr/>
          <p:nvPr/>
        </p:nvCxnSpPr>
        <p:spPr>
          <a:xfrm>
            <a:off x="864000" y="14796000"/>
            <a:ext cx="13392000" cy="0"/>
          </a:xfrm>
          <a:prstGeom prst="line">
            <a:avLst/>
          </a:prstGeom>
          <a:ln w="12700">
            <a:solidFill>
              <a:srgbClr val="DCE3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Rounded Rectangle 130"/>
          <p:cNvSpPr/>
          <p:nvPr/>
        </p:nvSpPr>
        <p:spPr>
          <a:xfrm>
            <a:off x="864000" y="14976000"/>
            <a:ext cx="4320000" cy="1584000"/>
          </a:xfrm>
          <a:prstGeom prst="roundRect">
            <a:avLst>
              <a:gd name="adj" fmla="val 5454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32" name="Rectangle 131"/>
          <p:cNvSpPr/>
          <p:nvPr/>
        </p:nvSpPr>
        <p:spPr>
          <a:xfrm>
            <a:off x="1080000" y="15120000"/>
            <a:ext cx="504000" cy="50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33" name="TextBox 132"/>
          <p:cNvSpPr txBox="1"/>
          <p:nvPr>
            <p:custDataLst>
              <p:tags r:id="rId56"/>
            </p:custDataLst>
          </p:nvPr>
        </p:nvSpPr>
        <p:spPr>
          <a:xfrm>
            <a:off x="1080000" y="15228000"/>
            <a:ext cx="3888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互補判定</a:t>
            </a:r>
          </a:p>
        </p:txBody>
      </p:sp>
      <p:sp>
        <p:nvSpPr>
          <p:cNvPr id="134" name="TextBox 133"/>
          <p:cNvSpPr txBox="1"/>
          <p:nvPr>
            <p:custDataLst>
              <p:tags r:id="rId57"/>
            </p:custDataLst>
          </p:nvPr>
        </p:nvSpPr>
        <p:spPr>
          <a:xfrm>
            <a:off x="1080000" y="15624000"/>
            <a:ext cx="3960000" cy="82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內容、時間差與方向互補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校準融合，固定17類輸出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Macro-F1達93.05%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5400000" y="14976000"/>
            <a:ext cx="4320000" cy="1584000"/>
          </a:xfrm>
          <a:prstGeom prst="roundRect">
            <a:avLst>
              <a:gd name="adj" fmla="val 5454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36" name="Rectangle 135"/>
          <p:cNvSpPr/>
          <p:nvPr/>
        </p:nvSpPr>
        <p:spPr>
          <a:xfrm>
            <a:off x="5616000" y="15120000"/>
            <a:ext cx="504000" cy="50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37" name="TextBox 136"/>
          <p:cNvSpPr txBox="1"/>
          <p:nvPr>
            <p:custDataLst>
              <p:tags r:id="rId58"/>
            </p:custDataLst>
          </p:nvPr>
        </p:nvSpPr>
        <p:spPr>
          <a:xfrm>
            <a:off x="5616000" y="15228000"/>
            <a:ext cx="3888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任務證據</a:t>
            </a:r>
          </a:p>
        </p:txBody>
      </p:sp>
      <p:sp>
        <p:nvSpPr>
          <p:cNvPr id="138" name="TextBox 137"/>
          <p:cNvSpPr txBox="1"/>
          <p:nvPr>
            <p:custDataLst>
              <p:tags r:id="rId59"/>
            </p:custDataLst>
          </p:nvPr>
        </p:nvSpPr>
        <p:spPr>
          <a:xfrm>
            <a:off x="5616000" y="15624000"/>
            <a:ext cx="3960000" cy="82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529維任務向量找Top-5案例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AI核對判定，保留正式分類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命中率97.62%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9936000" y="14976000"/>
            <a:ext cx="4320000" cy="1584000"/>
          </a:xfrm>
          <a:prstGeom prst="roundRect">
            <a:avLst>
              <a:gd name="adj" fmla="val 5454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40" name="Rectangle 139"/>
          <p:cNvSpPr/>
          <p:nvPr/>
        </p:nvSpPr>
        <p:spPr>
          <a:xfrm>
            <a:off x="10152000" y="15120000"/>
            <a:ext cx="504000" cy="50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41" name="TextBox 140"/>
          <p:cNvSpPr txBox="1"/>
          <p:nvPr>
            <p:custDataLst>
              <p:tags r:id="rId60"/>
            </p:custDataLst>
          </p:nvPr>
        </p:nvSpPr>
        <p:spPr>
          <a:xfrm>
            <a:off x="10152000" y="15228000"/>
            <a:ext cx="3888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受控可追溯</a:t>
            </a:r>
          </a:p>
        </p:txBody>
      </p:sp>
      <p:sp>
        <p:nvSpPr>
          <p:cNvPr id="142" name="TextBox 141"/>
          <p:cNvSpPr txBox="1"/>
          <p:nvPr>
            <p:custDataLst>
              <p:tags r:id="rId61"/>
            </p:custDataLst>
          </p:nvPr>
        </p:nvSpPr>
        <p:spPr>
          <a:xfrm>
            <a:off x="10152000" y="15624000"/>
            <a:ext cx="3960000" cy="82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本機AI，事件資料留在本機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同事件串接判定、證據與回條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策略檢查、讀回及到期回復</a:t>
            </a:r>
          </a:p>
        </p:txBody>
      </p:sp>
      <p:sp>
        <p:nvSpPr>
          <p:cNvPr id="143" name="TextBox 142"/>
          <p:cNvSpPr txBox="1"/>
          <p:nvPr>
            <p:custDataLst>
              <p:tags r:id="rId62"/>
            </p:custDataLst>
          </p:nvPr>
        </p:nvSpPr>
        <p:spPr>
          <a:xfrm>
            <a:off x="864000" y="16794000"/>
            <a:ext cx="576000" cy="46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03</a:t>
            </a:r>
          </a:p>
        </p:txBody>
      </p:sp>
      <p:sp>
        <p:nvSpPr>
          <p:cNvPr id="144" name="TextBox 143"/>
          <p:cNvSpPr txBox="1"/>
          <p:nvPr>
            <p:custDataLst>
              <p:tags r:id="rId63"/>
            </p:custDataLst>
          </p:nvPr>
        </p:nvSpPr>
        <p:spPr>
          <a:xfrm>
            <a:off x="1476000" y="16794000"/>
            <a:ext cx="10800000" cy="46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以分階段實測呈現效果</a:t>
            </a:r>
          </a:p>
        </p:txBody>
      </p:sp>
      <p:cxnSp>
        <p:nvCxnSpPr>
          <p:cNvPr id="145" name="Connector 144"/>
          <p:cNvCxnSpPr/>
          <p:nvPr/>
        </p:nvCxnSpPr>
        <p:spPr>
          <a:xfrm>
            <a:off x="864000" y="17316000"/>
            <a:ext cx="13392000" cy="0"/>
          </a:xfrm>
          <a:prstGeom prst="line">
            <a:avLst/>
          </a:prstGeom>
          <a:ln w="12700">
            <a:solidFill>
              <a:srgbClr val="DCE3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/>
          <p:cNvSpPr txBox="1"/>
          <p:nvPr>
            <p:custDataLst>
              <p:tags r:id="rId64"/>
            </p:custDataLst>
          </p:nvPr>
        </p:nvSpPr>
        <p:spPr>
          <a:xfrm>
            <a:off x="864000" y="17460000"/>
            <a:ext cx="6624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相同18,998筆測試的 Macro-F1</a:t>
            </a:r>
          </a:p>
        </p:txBody>
      </p:sp>
      <p:sp>
        <p:nvSpPr>
          <p:cNvPr id="147" name="TextBox 146"/>
          <p:cNvSpPr txBox="1"/>
          <p:nvPr>
            <p:custDataLst>
              <p:tags r:id="rId65"/>
            </p:custDataLst>
          </p:nvPr>
        </p:nvSpPr>
        <p:spPr>
          <a:xfrm>
            <a:off x="864000" y="17784000"/>
            <a:ext cx="144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PBCNN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2376000" y="17820000"/>
            <a:ext cx="3384000" cy="21600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49" name="Rectangle 148"/>
          <p:cNvSpPr/>
          <p:nvPr/>
        </p:nvSpPr>
        <p:spPr>
          <a:xfrm>
            <a:off x="2376000" y="17820000"/>
            <a:ext cx="2698671" cy="216000"/>
          </a:xfrm>
          <a:prstGeom prst="rect">
            <a:avLst/>
          </a:prstGeom>
          <a:solidFill>
            <a:srgbClr val="9AA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50" name="TextBox 149"/>
          <p:cNvSpPr txBox="1"/>
          <p:nvPr>
            <p:custDataLst>
              <p:tags r:id="rId66"/>
            </p:custDataLst>
          </p:nvPr>
        </p:nvSpPr>
        <p:spPr>
          <a:xfrm>
            <a:off x="5798337" y="17784000"/>
            <a:ext cx="1548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79.75%</a:t>
            </a:r>
          </a:p>
        </p:txBody>
      </p:sp>
      <p:sp>
        <p:nvSpPr>
          <p:cNvPr id="151" name="TextBox 150"/>
          <p:cNvSpPr txBox="1"/>
          <p:nvPr>
            <p:custDataLst>
              <p:tags r:id="rId67"/>
            </p:custDataLst>
          </p:nvPr>
        </p:nvSpPr>
        <p:spPr>
          <a:xfrm>
            <a:off x="864000" y="18216000"/>
            <a:ext cx="144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CTBM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376000" y="18252000"/>
            <a:ext cx="3384000" cy="21600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53" name="Rectangle 152"/>
          <p:cNvSpPr/>
          <p:nvPr/>
        </p:nvSpPr>
        <p:spPr>
          <a:xfrm>
            <a:off x="2376000" y="18252000"/>
            <a:ext cx="3116757" cy="216000"/>
          </a:xfrm>
          <a:prstGeom prst="rect">
            <a:avLst/>
          </a:prstGeom>
          <a:solidFill>
            <a:srgbClr val="9AA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54" name="TextBox 153"/>
          <p:cNvSpPr txBox="1"/>
          <p:nvPr>
            <p:custDataLst>
              <p:tags r:id="rId68"/>
            </p:custDataLst>
          </p:nvPr>
        </p:nvSpPr>
        <p:spPr>
          <a:xfrm>
            <a:off x="5798337" y="18216000"/>
            <a:ext cx="1548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92.10%</a:t>
            </a:r>
          </a:p>
        </p:txBody>
      </p:sp>
      <p:sp>
        <p:nvSpPr>
          <p:cNvPr id="155" name="TextBox 154"/>
          <p:cNvSpPr txBox="1"/>
          <p:nvPr>
            <p:custDataLst>
              <p:tags r:id="rId69"/>
            </p:custDataLst>
          </p:nvPr>
        </p:nvSpPr>
        <p:spPr>
          <a:xfrm>
            <a:off x="864000" y="18648000"/>
            <a:ext cx="144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OOF Gate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2376000" y="18684000"/>
            <a:ext cx="3384000" cy="21600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57" name="Rectangle 156"/>
          <p:cNvSpPr/>
          <p:nvPr/>
        </p:nvSpPr>
        <p:spPr>
          <a:xfrm>
            <a:off x="2376000" y="18684000"/>
            <a:ext cx="3148824" cy="216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58" name="TextBox 157"/>
          <p:cNvSpPr txBox="1"/>
          <p:nvPr>
            <p:custDataLst>
              <p:tags r:id="rId70"/>
            </p:custDataLst>
          </p:nvPr>
        </p:nvSpPr>
        <p:spPr>
          <a:xfrm>
            <a:off x="5798337" y="18648000"/>
            <a:ext cx="1548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93.05%</a:t>
            </a:r>
          </a:p>
        </p:txBody>
      </p:sp>
      <p:cxnSp>
        <p:nvCxnSpPr>
          <p:cNvPr id="159" name="Connector 158"/>
          <p:cNvCxnSpPr/>
          <p:nvPr/>
        </p:nvCxnSpPr>
        <p:spPr>
          <a:xfrm>
            <a:off x="2376000" y="19080000"/>
            <a:ext cx="0" cy="72000"/>
          </a:xfrm>
          <a:prstGeom prst="line">
            <a:avLst/>
          </a:prstGeom>
          <a:ln w="7620">
            <a:solidFill>
              <a:srgbClr val="DCE3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/>
          <p:cNvSpPr txBox="1"/>
          <p:nvPr>
            <p:custDataLst>
              <p:tags r:id="rId71"/>
            </p:custDataLst>
          </p:nvPr>
        </p:nvSpPr>
        <p:spPr>
          <a:xfrm>
            <a:off x="2031362" y="19152000"/>
            <a:ext cx="648000" cy="18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0%</a:t>
            </a:r>
          </a:p>
        </p:txBody>
      </p:sp>
      <p:cxnSp>
        <p:nvCxnSpPr>
          <p:cNvPr id="161" name="Connector 160"/>
          <p:cNvCxnSpPr/>
          <p:nvPr/>
        </p:nvCxnSpPr>
        <p:spPr>
          <a:xfrm>
            <a:off x="4068000" y="19080000"/>
            <a:ext cx="0" cy="72000"/>
          </a:xfrm>
          <a:prstGeom prst="line">
            <a:avLst/>
          </a:prstGeom>
          <a:ln w="7620">
            <a:solidFill>
              <a:srgbClr val="DCE3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2" name="TextBox 161"/>
          <p:cNvSpPr txBox="1"/>
          <p:nvPr>
            <p:custDataLst>
              <p:tags r:id="rId72"/>
            </p:custDataLst>
          </p:nvPr>
        </p:nvSpPr>
        <p:spPr>
          <a:xfrm>
            <a:off x="3723363" y="19152000"/>
            <a:ext cx="648000" cy="18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50%</a:t>
            </a:r>
          </a:p>
        </p:txBody>
      </p:sp>
      <p:cxnSp>
        <p:nvCxnSpPr>
          <p:cNvPr id="163" name="Connector 162"/>
          <p:cNvCxnSpPr/>
          <p:nvPr/>
        </p:nvCxnSpPr>
        <p:spPr>
          <a:xfrm>
            <a:off x="5760000" y="19080000"/>
            <a:ext cx="0" cy="72000"/>
          </a:xfrm>
          <a:prstGeom prst="line">
            <a:avLst/>
          </a:prstGeom>
          <a:ln w="7620">
            <a:solidFill>
              <a:srgbClr val="DCE3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TextBox 163"/>
          <p:cNvSpPr txBox="1"/>
          <p:nvPr>
            <p:custDataLst>
              <p:tags r:id="rId73"/>
            </p:custDataLst>
          </p:nvPr>
        </p:nvSpPr>
        <p:spPr>
          <a:xfrm>
            <a:off x="5415362" y="19152000"/>
            <a:ext cx="648000" cy="18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100%</a:t>
            </a:r>
          </a:p>
        </p:txBody>
      </p:sp>
      <p:sp>
        <p:nvSpPr>
          <p:cNvPr id="165" name="TextBox 164"/>
          <p:cNvSpPr txBox="1"/>
          <p:nvPr>
            <p:custDataLst>
              <p:tags r:id="rId74"/>
            </p:custDataLst>
          </p:nvPr>
        </p:nvSpPr>
        <p:spPr>
          <a:xfrm>
            <a:off x="864000" y="19404000"/>
            <a:ext cx="6624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整體準確率98.08%·固定17類分類</a:t>
            </a:r>
          </a:p>
        </p:txBody>
      </p:sp>
      <p:cxnSp>
        <p:nvCxnSpPr>
          <p:cNvPr id="166" name="Connector 165"/>
          <p:cNvCxnSpPr/>
          <p:nvPr/>
        </p:nvCxnSpPr>
        <p:spPr>
          <a:xfrm>
            <a:off x="7668000" y="17460000"/>
            <a:ext cx="0" cy="2196000"/>
          </a:xfrm>
          <a:prstGeom prst="line">
            <a:avLst/>
          </a:prstGeom>
          <a:ln w="12700">
            <a:solidFill>
              <a:srgbClr val="DCE3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7" name="TextBox 166"/>
          <p:cNvSpPr txBox="1"/>
          <p:nvPr>
            <p:custDataLst>
              <p:tags r:id="rId75"/>
            </p:custDataLst>
          </p:nvPr>
        </p:nvSpPr>
        <p:spPr>
          <a:xfrm>
            <a:off x="7920000" y="17460000"/>
            <a:ext cx="6336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1,550筆訓練案例／463筆查詢</a:t>
            </a:r>
          </a:p>
        </p:txBody>
      </p:sp>
      <p:sp>
        <p:nvSpPr>
          <p:cNvPr id="168" name="TextBox 167"/>
          <p:cNvSpPr txBox="1"/>
          <p:nvPr>
            <p:custDataLst>
              <p:tags r:id="rId76"/>
            </p:custDataLst>
          </p:nvPr>
        </p:nvSpPr>
        <p:spPr>
          <a:xfrm>
            <a:off x="7920000" y="17712000"/>
            <a:ext cx="6336000" cy="50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Top-5  97.62%</a:t>
            </a:r>
          </a:p>
        </p:txBody>
      </p:sp>
      <p:sp>
        <p:nvSpPr>
          <p:cNvPr id="169" name="TextBox 168"/>
          <p:cNvSpPr txBox="1"/>
          <p:nvPr>
            <p:custDataLst>
              <p:tags r:id="rId77"/>
            </p:custDataLst>
          </p:nvPr>
        </p:nvSpPr>
        <p:spPr>
          <a:xfrm>
            <a:off x="7920000" y="18216000"/>
            <a:ext cx="6336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MRR@5  93.89%·訓練／查詢重疊0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7920000" y="18540000"/>
            <a:ext cx="1980000" cy="792000"/>
          </a:xfrm>
          <a:prstGeom prst="roundRect">
            <a:avLst>
              <a:gd name="adj" fmla="val 10909"/>
            </a:avLst>
          </a:prstGeom>
          <a:solidFill>
            <a:srgbClr val="E2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71" name="TextBox 170"/>
          <p:cNvSpPr txBox="1"/>
          <p:nvPr>
            <p:custDataLst>
              <p:tags r:id="rId78"/>
            </p:custDataLst>
          </p:nvPr>
        </p:nvSpPr>
        <p:spPr>
          <a:xfrm>
            <a:off x="7874757" y="18558000"/>
            <a:ext cx="1980000" cy="43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415</a:t>
            </a:r>
          </a:p>
        </p:txBody>
      </p:sp>
      <p:sp>
        <p:nvSpPr>
          <p:cNvPr id="172" name="TextBox 171"/>
          <p:cNvSpPr txBox="1"/>
          <p:nvPr>
            <p:custDataLst>
              <p:tags r:id="rId79"/>
            </p:custDataLst>
          </p:nvPr>
        </p:nvSpPr>
        <p:spPr>
          <a:xfrm>
            <a:off x="7893807" y="19008000"/>
            <a:ext cx="198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支持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10054800" y="18540000"/>
            <a:ext cx="1980000" cy="792000"/>
          </a:xfrm>
          <a:prstGeom prst="roundRect">
            <a:avLst>
              <a:gd name="adj" fmla="val 10909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74" name="TextBox 173"/>
          <p:cNvSpPr txBox="1"/>
          <p:nvPr>
            <p:custDataLst>
              <p:tags r:id="rId80"/>
            </p:custDataLst>
          </p:nvPr>
        </p:nvSpPr>
        <p:spPr>
          <a:xfrm>
            <a:off x="10009556" y="18558000"/>
            <a:ext cx="1980000" cy="43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13</a:t>
            </a:r>
          </a:p>
        </p:txBody>
      </p:sp>
      <p:sp>
        <p:nvSpPr>
          <p:cNvPr id="175" name="TextBox 174"/>
          <p:cNvSpPr txBox="1"/>
          <p:nvPr>
            <p:custDataLst>
              <p:tags r:id="rId81"/>
            </p:custDataLst>
          </p:nvPr>
        </p:nvSpPr>
        <p:spPr>
          <a:xfrm>
            <a:off x="10028606" y="19008000"/>
            <a:ext cx="198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複核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12189600" y="18540000"/>
            <a:ext cx="1980000" cy="792000"/>
          </a:xfrm>
          <a:prstGeom prst="roundRect">
            <a:avLst>
              <a:gd name="adj" fmla="val 10909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77" name="TextBox 176"/>
          <p:cNvSpPr txBox="1"/>
          <p:nvPr>
            <p:custDataLst>
              <p:tags r:id="rId82"/>
            </p:custDataLst>
          </p:nvPr>
        </p:nvSpPr>
        <p:spPr>
          <a:xfrm>
            <a:off x="12144356" y="18558000"/>
            <a:ext cx="1980000" cy="43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35</a:t>
            </a:r>
          </a:p>
        </p:txBody>
      </p:sp>
      <p:sp>
        <p:nvSpPr>
          <p:cNvPr id="178" name="TextBox 177"/>
          <p:cNvSpPr txBox="1"/>
          <p:nvPr>
            <p:custDataLst>
              <p:tags r:id="rId83"/>
            </p:custDataLst>
          </p:nvPr>
        </p:nvSpPr>
        <p:spPr>
          <a:xfrm>
            <a:off x="12163406" y="19008000"/>
            <a:ext cx="198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不確定</a:t>
            </a:r>
          </a:p>
        </p:txBody>
      </p:sp>
      <p:sp>
        <p:nvSpPr>
          <p:cNvPr id="179" name="TextBox 178"/>
          <p:cNvSpPr txBox="1"/>
          <p:nvPr>
            <p:custDataLst>
              <p:tags r:id="rId84"/>
            </p:custDataLst>
          </p:nvPr>
        </p:nvSpPr>
        <p:spPr>
          <a:xfrm>
            <a:off x="7920000" y="19404000"/>
            <a:ext cx="6336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30筆偵測誤判中18筆分流；其餘12筆獲支持</a:t>
            </a:r>
          </a:p>
        </p:txBody>
      </p:sp>
      <p:sp>
        <p:nvSpPr>
          <p:cNvPr id="180" name="Rounded Rectangle 179"/>
          <p:cNvSpPr/>
          <p:nvPr/>
        </p:nvSpPr>
        <p:spPr>
          <a:xfrm>
            <a:off x="864000" y="19800000"/>
            <a:ext cx="13392000" cy="792000"/>
          </a:xfrm>
          <a:prstGeom prst="roundRect">
            <a:avLst>
              <a:gd name="adj" fmla="val 10909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81" name="TextBox 180"/>
          <p:cNvSpPr txBox="1"/>
          <p:nvPr>
            <p:custDataLst>
              <p:tags r:id="rId85"/>
            </p:custDataLst>
          </p:nvPr>
        </p:nvSpPr>
        <p:spPr>
          <a:xfrm>
            <a:off x="1008000" y="19836000"/>
            <a:ext cx="2304000" cy="72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17類本機重跑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6種隔離TCP情境</a:t>
            </a:r>
          </a:p>
        </p:txBody>
      </p:sp>
      <p:sp>
        <p:nvSpPr>
          <p:cNvPr id="182" name="Rounded Rectangle 181"/>
          <p:cNvSpPr/>
          <p:nvPr/>
        </p:nvSpPr>
        <p:spPr>
          <a:xfrm>
            <a:off x="3384000" y="19908000"/>
            <a:ext cx="1080000" cy="57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83" name="TextBox 182"/>
          <p:cNvSpPr txBox="1"/>
          <p:nvPr>
            <p:custDataLst>
              <p:tags r:id="rId86"/>
            </p:custDataLst>
          </p:nvPr>
        </p:nvSpPr>
        <p:spPr>
          <a:xfrm>
            <a:off x="3357806" y="19926000"/>
            <a:ext cx="108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正常</a:t>
            </a:r>
          </a:p>
        </p:txBody>
      </p:sp>
      <p:sp>
        <p:nvSpPr>
          <p:cNvPr id="184" name="TextBox 183"/>
          <p:cNvSpPr txBox="1"/>
          <p:nvPr>
            <p:custDataLst>
              <p:tags r:id="rId87"/>
            </p:custDataLst>
          </p:nvPr>
        </p:nvSpPr>
        <p:spPr>
          <a:xfrm>
            <a:off x="3361775" y="20196000"/>
            <a:ext cx="1080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監測</a:t>
            </a:r>
          </a:p>
        </p:txBody>
      </p:sp>
      <p:sp>
        <p:nvSpPr>
          <p:cNvPr id="185" name="Rounded Rectangle 184"/>
          <p:cNvSpPr/>
          <p:nvPr/>
        </p:nvSpPr>
        <p:spPr>
          <a:xfrm>
            <a:off x="4572000" y="19908000"/>
            <a:ext cx="1080000" cy="576000"/>
          </a:xfrm>
          <a:prstGeom prst="roundRect">
            <a:avLst>
              <a:gd name="adj" fmla="val 15000"/>
            </a:avLst>
          </a:prstGeom>
          <a:solidFill>
            <a:srgbClr val="FEF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86" name="TextBox 185"/>
          <p:cNvSpPr txBox="1"/>
          <p:nvPr>
            <p:custDataLst>
              <p:tags r:id="rId88"/>
            </p:custDataLst>
          </p:nvPr>
        </p:nvSpPr>
        <p:spPr>
          <a:xfrm>
            <a:off x="4545807" y="19926000"/>
            <a:ext cx="108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FTP</a:t>
            </a:r>
          </a:p>
        </p:txBody>
      </p:sp>
      <p:sp>
        <p:nvSpPr>
          <p:cNvPr id="187" name="TextBox 186"/>
          <p:cNvSpPr txBox="1"/>
          <p:nvPr>
            <p:custDataLst>
              <p:tags r:id="rId89"/>
            </p:custDataLst>
          </p:nvPr>
        </p:nvSpPr>
        <p:spPr>
          <a:xfrm>
            <a:off x="4549775" y="20196000"/>
            <a:ext cx="1080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規則</a:t>
            </a:r>
          </a:p>
        </p:txBody>
      </p:sp>
      <p:sp>
        <p:nvSpPr>
          <p:cNvPr id="188" name="Rounded Rectangle 187"/>
          <p:cNvSpPr/>
          <p:nvPr/>
        </p:nvSpPr>
        <p:spPr>
          <a:xfrm>
            <a:off x="5760000" y="19908000"/>
            <a:ext cx="1080000" cy="576000"/>
          </a:xfrm>
          <a:prstGeom prst="roundRect">
            <a:avLst>
              <a:gd name="adj" fmla="val 15000"/>
            </a:avLst>
          </a:prstGeom>
          <a:solidFill>
            <a:srgbClr val="FEF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89" name="TextBox 188"/>
          <p:cNvSpPr txBox="1"/>
          <p:nvPr>
            <p:custDataLst>
              <p:tags r:id="rId90"/>
            </p:custDataLst>
          </p:nvPr>
        </p:nvSpPr>
        <p:spPr>
          <a:xfrm>
            <a:off x="5733807" y="19926000"/>
            <a:ext cx="108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SSH</a:t>
            </a:r>
          </a:p>
        </p:txBody>
      </p:sp>
      <p:sp>
        <p:nvSpPr>
          <p:cNvPr id="190" name="TextBox 189"/>
          <p:cNvSpPr txBox="1"/>
          <p:nvPr>
            <p:custDataLst>
              <p:tags r:id="rId91"/>
            </p:custDataLst>
          </p:nvPr>
        </p:nvSpPr>
        <p:spPr>
          <a:xfrm>
            <a:off x="5737775" y="20196000"/>
            <a:ext cx="1080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規則</a:t>
            </a:r>
          </a:p>
        </p:txBody>
      </p:sp>
      <p:sp>
        <p:nvSpPr>
          <p:cNvPr id="191" name="Rounded Rectangle 190"/>
          <p:cNvSpPr/>
          <p:nvPr/>
        </p:nvSpPr>
        <p:spPr>
          <a:xfrm>
            <a:off x="6948000" y="19908000"/>
            <a:ext cx="1080000" cy="576000"/>
          </a:xfrm>
          <a:prstGeom prst="roundRect">
            <a:avLst>
              <a:gd name="adj" fmla="val 15000"/>
            </a:avLst>
          </a:prstGeom>
          <a:solidFill>
            <a:srgbClr val="FEF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92" name="TextBox 191"/>
          <p:cNvSpPr txBox="1"/>
          <p:nvPr>
            <p:custDataLst>
              <p:tags r:id="rId92"/>
            </p:custDataLst>
          </p:nvPr>
        </p:nvSpPr>
        <p:spPr>
          <a:xfrm>
            <a:off x="6921806" y="19926000"/>
            <a:ext cx="108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HTTP</a:t>
            </a:r>
          </a:p>
        </p:txBody>
      </p:sp>
      <p:sp>
        <p:nvSpPr>
          <p:cNvPr id="193" name="TextBox 192"/>
          <p:cNvSpPr txBox="1"/>
          <p:nvPr>
            <p:custDataLst>
              <p:tags r:id="rId93"/>
            </p:custDataLst>
          </p:nvPr>
        </p:nvSpPr>
        <p:spPr>
          <a:xfrm>
            <a:off x="6925774" y="20196000"/>
            <a:ext cx="1080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規則</a:t>
            </a:r>
          </a:p>
        </p:txBody>
      </p:sp>
      <p:sp>
        <p:nvSpPr>
          <p:cNvPr id="194" name="Rounded Rectangle 193"/>
          <p:cNvSpPr/>
          <p:nvPr/>
        </p:nvSpPr>
        <p:spPr>
          <a:xfrm>
            <a:off x="8136000" y="19908000"/>
            <a:ext cx="1080000" cy="57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95" name="TextBox 194"/>
          <p:cNvSpPr txBox="1"/>
          <p:nvPr>
            <p:custDataLst>
              <p:tags r:id="rId94"/>
            </p:custDataLst>
          </p:nvPr>
        </p:nvSpPr>
        <p:spPr>
          <a:xfrm>
            <a:off x="8109807" y="19926000"/>
            <a:ext cx="108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XSS</a:t>
            </a:r>
          </a:p>
        </p:txBody>
      </p:sp>
      <p:sp>
        <p:nvSpPr>
          <p:cNvPr id="196" name="TextBox 195"/>
          <p:cNvSpPr txBox="1"/>
          <p:nvPr>
            <p:custDataLst>
              <p:tags r:id="rId95"/>
            </p:custDataLst>
          </p:nvPr>
        </p:nvSpPr>
        <p:spPr>
          <a:xfrm>
            <a:off x="8113776" y="20196000"/>
            <a:ext cx="1080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蒐證</a:t>
            </a:r>
          </a:p>
        </p:txBody>
      </p:sp>
      <p:sp>
        <p:nvSpPr>
          <p:cNvPr id="197" name="Rounded Rectangle 196"/>
          <p:cNvSpPr/>
          <p:nvPr/>
        </p:nvSpPr>
        <p:spPr>
          <a:xfrm>
            <a:off x="9324000" y="19908000"/>
            <a:ext cx="1080000" cy="576000"/>
          </a:xfrm>
          <a:prstGeom prst="roundRect">
            <a:avLst>
              <a:gd name="adj" fmla="val 15000"/>
            </a:avLst>
          </a:prstGeom>
          <a:solidFill>
            <a:srgbClr val="FEF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98" name="TextBox 197"/>
          <p:cNvSpPr txBox="1"/>
          <p:nvPr>
            <p:custDataLst>
              <p:tags r:id="rId96"/>
            </p:custDataLst>
          </p:nvPr>
        </p:nvSpPr>
        <p:spPr>
          <a:xfrm>
            <a:off x="9297806" y="19926000"/>
            <a:ext cx="108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Bot</a:t>
            </a:r>
          </a:p>
        </p:txBody>
      </p:sp>
      <p:sp>
        <p:nvSpPr>
          <p:cNvPr id="199" name="TextBox 198"/>
          <p:cNvSpPr txBox="1"/>
          <p:nvPr>
            <p:custDataLst>
              <p:tags r:id="rId97"/>
            </p:custDataLst>
          </p:nvPr>
        </p:nvSpPr>
        <p:spPr>
          <a:xfrm>
            <a:off x="9301775" y="20196000"/>
            <a:ext cx="1080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規則</a:t>
            </a:r>
          </a:p>
        </p:txBody>
      </p:sp>
      <p:sp>
        <p:nvSpPr>
          <p:cNvPr id="200" name="TextBox 199"/>
          <p:cNvSpPr txBox="1"/>
          <p:nvPr>
            <p:custDataLst>
              <p:tags r:id="rId98"/>
            </p:custDataLst>
          </p:nvPr>
        </p:nvSpPr>
        <p:spPr>
          <a:xfrm>
            <a:off x="10592512" y="19836000"/>
            <a:ext cx="3456000" cy="72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背景保留 6/6</a:t>
            </a:r>
          </a:p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到期回復 6/6</a:t>
            </a:r>
          </a:p>
        </p:txBody>
      </p:sp>
      <p:sp>
        <p:nvSpPr>
          <p:cNvPr id="201" name="TextBox 200"/>
          <p:cNvSpPr txBox="1"/>
          <p:nvPr>
            <p:custDataLst>
              <p:tags r:id="rId99"/>
            </p:custDataLst>
          </p:nvPr>
        </p:nvSpPr>
        <p:spPr>
          <a:xfrm>
            <a:off x="837807" y="20736000"/>
            <a:ext cx="13392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4種套用規則、2種監測或蒐證；6/6為隔離交易與回復結果，非原生攻擊防禦率。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8.031494140625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8.031494140625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8.031494140625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8.031494140625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58.74015426635742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49.85825729370117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40.97636032104492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32.0944633483887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8.031494140625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16.22047424316406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30.39370727539063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30.39370727539063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5.03936767578125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30.39370727539063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30.39370727539063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5.03936767578125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30.39370727539063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30.39370727539063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5.03936767578125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30.39370727539063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30.39370727539063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5.03936767578125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7.71652221679688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7.71652221679688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7.71652221679688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7.71652221679688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48.346435546875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48.346435546875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09.1338500976563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09.1338500976563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7.71652221679688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7.71652221679688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48.346435546875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48.346435546875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09.1338500976563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31.18112754821777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69.16538047790527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07.1496334075928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45.1338863372803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83.1181392669678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7.71652221679688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7.71652221679688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48.346435546875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48.346435546875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09.1338500976563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09.1338500976563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09.1338500976563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57.16534423828125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7.71652221679688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9.84249877929688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11.9684753417969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57.16534423828125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7373046875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8.031494140625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16.22047424316406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5.03936767578125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5.03936767578125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42.2047119140625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42.2047119140625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99.37005615234375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99.37005615234375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8.031494140625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16.22047424316406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8.031494140625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8.031494140625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83.93700408935547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8.031494140625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83.93700408935547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8.031494140625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83.93700408935547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87.08660888671875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20.31497192382813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3.54330444335938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8.031494140625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23.6220703125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23.6220703125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23.6220703125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01.5748291015625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01.5748291015625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69.6693115234375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69.6693115234375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37.7637939453125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37.7637939453125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23.6220703125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9.370079040527344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08.97637939453125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08.97637939453125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02.51968383789063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02.51968383789063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96.06298828125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96.06298828125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89.60629272460938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89.60629272460938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83.14962768554688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83.14962768554688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76.69290161132813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76.69290161132813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111.1810913085938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7373046875"/>
</p:tagLst>
</file>

<file path=ppt/theme/theme1.xml><?xml version="1.0" encoding="utf-8"?>
<a:theme xmlns:a="http://schemas.openxmlformats.org/drawingml/2006/main" name="Office Theme">
  <a:themeElements>
    <a:clrScheme name="AI Security White Navy Teal">
      <a:dk1>
        <a:srgbClr val="15233A"/>
      </a:dk1>
      <a:lt1>
        <a:srgbClr val="FFFFFF"/>
      </a:lt1>
      <a:dk2>
        <a:srgbClr val="0B1B2E"/>
      </a:dk2>
      <a:lt2>
        <a:srgbClr val="F3F6FA"/>
      </a:lt2>
      <a:accent1>
        <a:srgbClr val="1D4ED8"/>
      </a:accent1>
      <a:accent2>
        <a:srgbClr val="F59E0B"/>
      </a:accent2>
      <a:accent3>
        <a:srgbClr val="0F766E"/>
      </a:accent3>
      <a:accent4>
        <a:srgbClr val="1D4ED8"/>
      </a:accent4>
      <a:accent5>
        <a:srgbClr val="0B1B2E"/>
      </a:accent5>
      <a:accent6>
        <a:srgbClr val="52637A"/>
      </a:accent6>
      <a:hlink>
        <a:srgbClr val="1D4ED8"/>
      </a:hlink>
      <a:folHlink>
        <a:srgbClr val="0B1B2E"/>
      </a:folHlink>
    </a:clrScheme>
    <a:fontScheme name="Office">
      <a:majorFont>
        <a:latin typeface="Segoe UI"/>
        <a:ea typeface="Microsoft JhengHei"/>
        <a:cs typeface="Segoe UI"/>
        <a:font script="Jpan" typeface="Segoe UI"/>
        <a:font script="Hang" typeface="Segoe UI"/>
        <a:font script="Hans" typeface="Microsoft JhengHei"/>
        <a:font script="Hant" typeface="Microsoft JhengHei"/>
        <a:font script="Arab" typeface="Segoe UI"/>
        <a:font script="Hebr" typeface="Segoe UI"/>
        <a:font script="Thai" typeface="Segoe UI"/>
        <a:font script="Ethi" typeface="Segoe UI"/>
        <a:font script="Beng" typeface="Segoe UI"/>
        <a:font script="Gujr" typeface="Segoe UI"/>
        <a:font script="Khmr" typeface="Segoe UI"/>
        <a:font script="Knda" typeface="Segoe UI"/>
        <a:font script="Guru" typeface="Segoe UI"/>
        <a:font script="Cans" typeface="Segoe UI"/>
        <a:font script="Cher" typeface="Segoe UI"/>
        <a:font script="Yiii" typeface="Segoe UI"/>
        <a:font script="Tibt" typeface="Segoe UI"/>
        <a:font script="Thaa" typeface="Segoe UI"/>
        <a:font script="Deva" typeface="Segoe UI"/>
        <a:font script="Telu" typeface="Segoe UI"/>
        <a:font script="Taml" typeface="Segoe UI"/>
        <a:font script="Syrc" typeface="Segoe UI"/>
        <a:font script="Orya" typeface="Segoe UI"/>
        <a:font script="Mlym" typeface="Segoe UI"/>
        <a:font script="Laoo" typeface="Segoe UI"/>
        <a:font script="Sinh" typeface="Segoe UI"/>
        <a:font script="Mong" typeface="Segoe UI"/>
        <a:font script="Viet" typeface="Segoe UI"/>
        <a:font script="Uigh" typeface="Segoe UI"/>
        <a:font script="Geor" typeface="Segoe UI"/>
      </a:majorFont>
      <a:minorFont>
        <a:latin typeface="Segoe UI"/>
        <a:ea typeface="Microsoft JhengHei"/>
        <a:cs typeface="Segoe UI"/>
        <a:font script="Jpan" typeface="Segoe UI"/>
        <a:font script="Hang" typeface="Segoe UI"/>
        <a:font script="Hans" typeface="Microsoft JhengHei"/>
        <a:font script="Hant" typeface="Microsoft JhengHei"/>
        <a:font script="Arab" typeface="Segoe UI"/>
        <a:font script="Hebr" typeface="Segoe UI"/>
        <a:font script="Thai" typeface="Segoe UI"/>
        <a:font script="Ethi" typeface="Segoe UI"/>
        <a:font script="Beng" typeface="Segoe UI"/>
        <a:font script="Gujr" typeface="Segoe UI"/>
        <a:font script="Khmr" typeface="Segoe UI"/>
        <a:font script="Knda" typeface="Segoe UI"/>
        <a:font script="Guru" typeface="Segoe UI"/>
        <a:font script="Cans" typeface="Segoe UI"/>
        <a:font script="Cher" typeface="Segoe UI"/>
        <a:font script="Yiii" typeface="Segoe UI"/>
        <a:font script="Tibt" typeface="Segoe UI"/>
        <a:font script="Thaa" typeface="Segoe UI"/>
        <a:font script="Deva" typeface="Segoe UI"/>
        <a:font script="Telu" typeface="Segoe UI"/>
        <a:font script="Taml" typeface="Segoe UI"/>
        <a:font script="Syrc" typeface="Segoe UI"/>
        <a:font script="Orya" typeface="Segoe UI"/>
        <a:font script="Mlym" typeface="Segoe UI"/>
        <a:font script="Laoo" typeface="Segoe UI"/>
        <a:font script="Sinh" typeface="Segoe UI"/>
        <a:font script="Mong" typeface="Segoe UI"/>
        <a:font script="Viet" typeface="Segoe UI"/>
        <a:font script="Uigh" typeface="Segoe UI"/>
        <a:font script="Geor" typeface="Segoe U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254</Words>
  <Application>Microsoft Office PowerPoint</Application>
  <PresentationFormat>自訂</PresentationFormat>
  <Paragraphs>113</Paragraphs>
  <Slides>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1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3" baseType="lpstr">
      <vt:lpstr>Segoe UI</vt:lpstr>
      <vt:lpstr>Office Theme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AI資安框架｜A2方法海報</dc:title>
  <dc:subject/>
  <dc:creator/>
  <cp:keywords/>
  <dc:description>generated using python-pptx</dc:description>
  <cp:lastModifiedBy/>
  <cp:revision>2</cp:revision>
  <dcterms:created xsi:type="dcterms:W3CDTF">2013-01-27T09:14:16Z</dcterms:created>
  <dcterms:modified xsi:type="dcterms:W3CDTF">2026-10-31T05:10:25Z</dcterms:modified>
  <cp:category/>
</cp:coreProperties>
</file>