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5120000" cy="21384000"/>
  <p:notesSz cx="6858000" cy="9144000"/>
  <p:defaultTextStyle>
    <a:defPPr>
      <a:defRPr lang="en-US">
        <a:latin typeface="Times New Roman"/>
        <a:ea typeface="DFKai-SB"/>
        <a:cs typeface="Times New Roman"/>
      </a:defRPr>
    </a:defPPr>
    <a:lvl1pPr marL="0" algn="l" defTabSz="457200" rtl="0" eaLnBrk="1" latinLnBrk="0" hangingPunct="1">
      <a:defRPr sz="1800" kern="1200">
        <a:solidFill>
          <a:schemeClr val="tx1"/>
        </a:solidFill>
        <a:latin typeface="Times New Roman"/>
        <a:ea typeface="DFKai-SB"/>
        <a:cs typeface="Times New Roman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Times New Roman"/>
        <a:ea typeface="DFKai-SB"/>
        <a:cs typeface="Times New Roman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Times New Roman"/>
        <a:ea typeface="DFKai-SB"/>
        <a:cs typeface="Times New Roman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Times New Roman"/>
        <a:ea typeface="DFKai-SB"/>
        <a:cs typeface="Times New Roman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Times New Roman"/>
        <a:ea typeface="DFKai-SB"/>
        <a:cs typeface="Times New Roman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Times New Roman"/>
        <a:ea typeface="DFKai-SB"/>
        <a:cs typeface="Times New Roman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Times New Roman"/>
        <a:ea typeface="DFKai-SB"/>
        <a:cs typeface="Times New Roman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Times New Roman"/>
        <a:ea typeface="DFKai-SB"/>
        <a:cs typeface="Times New Roman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Times New Roman"/>
        <a:ea typeface="DFKai-SB"/>
        <a:cs typeface="Times New Roman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>
                <a:latin typeface="Times New Roman"/>
                <a:ea typeface="DFKai-SB"/>
                <a:cs typeface="Times New Roman"/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/>
                <a:ea typeface="DFKai-SB"/>
                <a:cs typeface="Times New Roman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/>
                <a:ea typeface="DFKai-SB"/>
                <a:cs typeface="Times New Roman"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/>
                <a:ea typeface="DFKai-SB"/>
                <a:cs typeface="Times New Roman"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/>
                <a:ea typeface="DFKai-SB"/>
                <a:cs typeface="Times New Roman"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/>
                <a:ea typeface="DFKai-SB"/>
                <a:cs typeface="Times New Roman"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/>
                <a:ea typeface="DFKai-SB"/>
                <a:cs typeface="Times New Roman"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/>
                <a:ea typeface="DFKai-SB"/>
                <a:cs typeface="Times New Roman"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/>
                <a:ea typeface="DFKai-SB"/>
                <a:cs typeface="Times New Roman"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/>
                <a:ea typeface="DFKai-SB"/>
                <a:cs typeface="Times New Roman"/>
              </a:defRPr>
            </a:lvl9pPr>
          </a:lstStyle>
          <a:p>
            <a:r>
              <a:rPr lang="en-US">
                <a:latin typeface="Times New Roman"/>
                <a:ea typeface="DFKai-SB"/>
                <a:cs typeface="Times New Roman"/>
              </a:rP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Times New Roman"/>
                <a:ea typeface="DFKai-SB"/>
                <a:cs typeface="Times New Roman"/>
              </a:rPr>
              <a:t>10/29/2026</a:t>
            </a:fld>
            <a:endParaRPr lang="en-US">
              <a:latin typeface="Times New Roman"/>
              <a:ea typeface="DFKai-SB"/>
              <a:cs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Times New Roman"/>
              <a:ea typeface="DFKai-SB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/>
                <a:ea typeface="DFKai-SB"/>
                <a:cs typeface="Times New Roman"/>
              </a:rPr>
              <a:t>‹#›</a:t>
            </a:fld>
            <a:endParaRPr lang="en-US">
              <a:latin typeface="Times New Roman"/>
              <a:ea typeface="DFKai-SB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ea typeface="DFKai-SB"/>
                <a:cs typeface="Times New Roman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latin typeface="Times New Roman"/>
                <a:ea typeface="DFKai-SB"/>
                <a:cs typeface="Times New Roman"/>
              </a:rPr>
              <a:t>Click to edit Master text styles</a:t>
            </a:r>
          </a:p>
          <a:p>
            <a:pPr lvl="1"/>
            <a:r>
              <a:rPr lang="en-US">
                <a:latin typeface="Times New Roman"/>
                <a:ea typeface="DFKai-SB"/>
                <a:cs typeface="Times New Roman"/>
              </a:rPr>
              <a:t>Second level</a:t>
            </a:r>
          </a:p>
          <a:p>
            <a:pPr lvl="2"/>
            <a:r>
              <a:rPr lang="en-US">
                <a:latin typeface="Times New Roman"/>
                <a:ea typeface="DFKai-SB"/>
                <a:cs typeface="Times New Roman"/>
              </a:rPr>
              <a:t>Third level</a:t>
            </a:r>
          </a:p>
          <a:p>
            <a:pPr lvl="3"/>
            <a:r>
              <a:rPr lang="en-US">
                <a:latin typeface="Times New Roman"/>
                <a:ea typeface="DFKai-SB"/>
                <a:cs typeface="Times New Roman"/>
              </a:rPr>
              <a:t>Fourth level</a:t>
            </a:r>
          </a:p>
          <a:p>
            <a:pPr lvl="4"/>
            <a:r>
              <a:rPr lang="en-US">
                <a:latin typeface="Times New Roman"/>
                <a:ea typeface="DFKai-SB"/>
                <a:cs typeface="Times New Roman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Times New Roman"/>
                <a:ea typeface="DFKai-SB"/>
                <a:cs typeface="Times New Roman"/>
              </a:rPr>
              <a:t>10/29/2026</a:t>
            </a:fld>
            <a:endParaRPr lang="en-US">
              <a:latin typeface="Times New Roman"/>
              <a:ea typeface="DFKai-SB"/>
              <a:cs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Times New Roman"/>
              <a:ea typeface="DFKai-SB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/>
                <a:ea typeface="DFKai-SB"/>
                <a:cs typeface="Times New Roman"/>
              </a:rPr>
              <a:t>‹#›</a:t>
            </a:fld>
            <a:endParaRPr lang="en-US">
              <a:latin typeface="Times New Roman"/>
              <a:ea typeface="DFKai-SB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Times New Roman"/>
                <a:ea typeface="DFKai-SB"/>
                <a:cs typeface="Times New Roman"/>
              </a:defRPr>
            </a:lvl1pPr>
          </a:lstStyle>
          <a:p>
            <a:r>
              <a:rPr lang="en-US">
                <a:latin typeface="Times New Roman"/>
                <a:ea typeface="DFKai-SB"/>
                <a:cs typeface="Times New Roman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Times New Roman"/>
                <a:ea typeface="DFKai-SB"/>
                <a:cs typeface="Times New Roman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Times New Roman"/>
                <a:ea typeface="DFKai-SB"/>
                <a:cs typeface="Times New Roman"/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Times New Roman"/>
                <a:ea typeface="DFKai-SB"/>
                <a:cs typeface="Times New Roman"/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Times New Roman"/>
                <a:ea typeface="DFKai-SB"/>
                <a:cs typeface="Times New Roman"/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Times New Roman"/>
                <a:ea typeface="DFKai-SB"/>
                <a:cs typeface="Times New Roman"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Times New Roman"/>
                <a:ea typeface="DFKai-SB"/>
                <a:cs typeface="Times New Roman"/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Times New Roman"/>
                <a:ea typeface="DFKai-SB"/>
                <a:cs typeface="Times New Roman"/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Times New Roman"/>
                <a:ea typeface="DFKai-SB"/>
                <a:cs typeface="Times New Roman"/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Times New Roman"/>
                <a:ea typeface="DFKai-SB"/>
                <a:cs typeface="Times New Roman"/>
              </a:defRPr>
            </a:lvl9pPr>
          </a:lstStyle>
          <a:p>
            <a:pPr lvl="0"/>
            <a:r>
              <a:rPr lang="en-US">
                <a:latin typeface="Times New Roman"/>
                <a:ea typeface="DFKai-SB"/>
                <a:cs typeface="Times New Roman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Times New Roman"/>
                <a:ea typeface="DFKai-SB"/>
                <a:cs typeface="Times New Roman"/>
              </a:rPr>
              <a:t>10/29/2026</a:t>
            </a:fld>
            <a:endParaRPr lang="en-US">
              <a:latin typeface="Times New Roman"/>
              <a:ea typeface="DFKai-SB"/>
              <a:cs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Times New Roman"/>
              <a:ea typeface="DFKai-SB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/>
                <a:ea typeface="DFKai-SB"/>
                <a:cs typeface="Times New Roman"/>
              </a:rPr>
              <a:t>‹#›</a:t>
            </a:fld>
            <a:endParaRPr lang="en-US">
              <a:latin typeface="Times New Roman"/>
              <a:ea typeface="DFKai-SB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ea typeface="DFKai-SB"/>
                <a:cs typeface="Times New Roman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Times New Roman"/>
                <a:ea typeface="DFKai-SB"/>
                <a:cs typeface="Times New Roman"/>
              </a:defRPr>
            </a:lvl1pPr>
            <a:lvl2pPr>
              <a:defRPr sz="2400">
                <a:latin typeface="Times New Roman"/>
                <a:ea typeface="DFKai-SB"/>
                <a:cs typeface="Times New Roman"/>
              </a:defRPr>
            </a:lvl2pPr>
            <a:lvl3pPr>
              <a:defRPr sz="2000">
                <a:latin typeface="Times New Roman"/>
                <a:ea typeface="DFKai-SB"/>
                <a:cs typeface="Times New Roman"/>
              </a:defRPr>
            </a:lvl3pPr>
            <a:lvl4pPr>
              <a:defRPr sz="1800">
                <a:latin typeface="Times New Roman"/>
                <a:ea typeface="DFKai-SB"/>
                <a:cs typeface="Times New Roman"/>
              </a:defRPr>
            </a:lvl4pPr>
            <a:lvl5pPr>
              <a:defRPr sz="1800">
                <a:latin typeface="Times New Roman"/>
                <a:ea typeface="DFKai-SB"/>
                <a:cs typeface="Times New Roman"/>
              </a:defRPr>
            </a:lvl5pPr>
            <a:lvl6pPr>
              <a:defRPr sz="1800">
                <a:latin typeface="Times New Roman"/>
                <a:ea typeface="DFKai-SB"/>
                <a:cs typeface="Times New Roman"/>
              </a:defRPr>
            </a:lvl6pPr>
            <a:lvl7pPr>
              <a:defRPr sz="1800">
                <a:latin typeface="Times New Roman"/>
                <a:ea typeface="DFKai-SB"/>
                <a:cs typeface="Times New Roman"/>
              </a:defRPr>
            </a:lvl7pPr>
            <a:lvl8pPr>
              <a:defRPr sz="1800">
                <a:latin typeface="Times New Roman"/>
                <a:ea typeface="DFKai-SB"/>
                <a:cs typeface="Times New Roman"/>
              </a:defRPr>
            </a:lvl8pPr>
            <a:lvl9pPr>
              <a:defRPr sz="1800">
                <a:latin typeface="Times New Roman"/>
                <a:ea typeface="DFKai-SB"/>
                <a:cs typeface="Times New Roman"/>
              </a:defRPr>
            </a:lvl9pPr>
          </a:lstStyle>
          <a:p>
            <a:pPr lvl="0"/>
            <a:r>
              <a:rPr lang="en-US">
                <a:latin typeface="Times New Roman"/>
                <a:ea typeface="DFKai-SB"/>
                <a:cs typeface="Times New Roman"/>
              </a:rPr>
              <a:t>Click to edit Master text styles</a:t>
            </a:r>
          </a:p>
          <a:p>
            <a:pPr lvl="1"/>
            <a:r>
              <a:rPr lang="en-US">
                <a:latin typeface="Times New Roman"/>
                <a:ea typeface="DFKai-SB"/>
                <a:cs typeface="Times New Roman"/>
              </a:rPr>
              <a:t>Second level</a:t>
            </a:r>
          </a:p>
          <a:p>
            <a:pPr lvl="2"/>
            <a:r>
              <a:rPr lang="en-US">
                <a:latin typeface="Times New Roman"/>
                <a:ea typeface="DFKai-SB"/>
                <a:cs typeface="Times New Roman"/>
              </a:rPr>
              <a:t>Third level</a:t>
            </a:r>
          </a:p>
          <a:p>
            <a:pPr lvl="3"/>
            <a:r>
              <a:rPr lang="en-US">
                <a:latin typeface="Times New Roman"/>
                <a:ea typeface="DFKai-SB"/>
                <a:cs typeface="Times New Roman"/>
              </a:rPr>
              <a:t>Fourth level</a:t>
            </a:r>
          </a:p>
          <a:p>
            <a:pPr lvl="4"/>
            <a:r>
              <a:rPr lang="en-US">
                <a:latin typeface="Times New Roman"/>
                <a:ea typeface="DFKai-SB"/>
                <a:cs typeface="Times New Roman"/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Times New Roman"/>
                <a:ea typeface="DFKai-SB"/>
                <a:cs typeface="Times New Roman"/>
              </a:defRPr>
            </a:lvl1pPr>
            <a:lvl2pPr>
              <a:defRPr sz="2400">
                <a:latin typeface="Times New Roman"/>
                <a:ea typeface="DFKai-SB"/>
                <a:cs typeface="Times New Roman"/>
              </a:defRPr>
            </a:lvl2pPr>
            <a:lvl3pPr>
              <a:defRPr sz="2000">
                <a:latin typeface="Times New Roman"/>
                <a:ea typeface="DFKai-SB"/>
                <a:cs typeface="Times New Roman"/>
              </a:defRPr>
            </a:lvl3pPr>
            <a:lvl4pPr>
              <a:defRPr sz="1800">
                <a:latin typeface="Times New Roman"/>
                <a:ea typeface="DFKai-SB"/>
                <a:cs typeface="Times New Roman"/>
              </a:defRPr>
            </a:lvl4pPr>
            <a:lvl5pPr>
              <a:defRPr sz="1800">
                <a:latin typeface="Times New Roman"/>
                <a:ea typeface="DFKai-SB"/>
                <a:cs typeface="Times New Roman"/>
              </a:defRPr>
            </a:lvl5pPr>
            <a:lvl6pPr>
              <a:defRPr sz="1800">
                <a:latin typeface="Times New Roman"/>
                <a:ea typeface="DFKai-SB"/>
                <a:cs typeface="Times New Roman"/>
              </a:defRPr>
            </a:lvl6pPr>
            <a:lvl7pPr>
              <a:defRPr sz="1800">
                <a:latin typeface="Times New Roman"/>
                <a:ea typeface="DFKai-SB"/>
                <a:cs typeface="Times New Roman"/>
              </a:defRPr>
            </a:lvl7pPr>
            <a:lvl8pPr>
              <a:defRPr sz="1800">
                <a:latin typeface="Times New Roman"/>
                <a:ea typeface="DFKai-SB"/>
                <a:cs typeface="Times New Roman"/>
              </a:defRPr>
            </a:lvl8pPr>
            <a:lvl9pPr>
              <a:defRPr sz="1800">
                <a:latin typeface="Times New Roman"/>
                <a:ea typeface="DFKai-SB"/>
                <a:cs typeface="Times New Roman"/>
              </a:defRPr>
            </a:lvl9pPr>
          </a:lstStyle>
          <a:p>
            <a:pPr lvl="0"/>
            <a:r>
              <a:rPr lang="en-US">
                <a:latin typeface="Times New Roman"/>
                <a:ea typeface="DFKai-SB"/>
                <a:cs typeface="Times New Roman"/>
              </a:rPr>
              <a:t>Click to edit Master text styles</a:t>
            </a:r>
          </a:p>
          <a:p>
            <a:pPr lvl="1"/>
            <a:r>
              <a:rPr lang="en-US">
                <a:latin typeface="Times New Roman"/>
                <a:ea typeface="DFKai-SB"/>
                <a:cs typeface="Times New Roman"/>
              </a:rPr>
              <a:t>Second level</a:t>
            </a:r>
          </a:p>
          <a:p>
            <a:pPr lvl="2"/>
            <a:r>
              <a:rPr lang="en-US">
                <a:latin typeface="Times New Roman"/>
                <a:ea typeface="DFKai-SB"/>
                <a:cs typeface="Times New Roman"/>
              </a:rPr>
              <a:t>Third level</a:t>
            </a:r>
          </a:p>
          <a:p>
            <a:pPr lvl="3"/>
            <a:r>
              <a:rPr lang="en-US">
                <a:latin typeface="Times New Roman"/>
                <a:ea typeface="DFKai-SB"/>
                <a:cs typeface="Times New Roman"/>
              </a:rPr>
              <a:t>Fourth level</a:t>
            </a:r>
          </a:p>
          <a:p>
            <a:pPr lvl="4"/>
            <a:r>
              <a:rPr lang="en-US">
                <a:latin typeface="Times New Roman"/>
                <a:ea typeface="DFKai-SB"/>
                <a:cs typeface="Times New Roman"/>
              </a:rP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Times New Roman"/>
                <a:ea typeface="DFKai-SB"/>
                <a:cs typeface="Times New Roman"/>
              </a:rPr>
              <a:t>10/29/2026</a:t>
            </a:fld>
            <a:endParaRPr lang="en-US">
              <a:latin typeface="Times New Roman"/>
              <a:ea typeface="DFKai-SB"/>
              <a:cs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Times New Roman"/>
              <a:ea typeface="DFKai-SB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/>
                <a:ea typeface="DFKai-SB"/>
                <a:cs typeface="Times New Roman"/>
              </a:rPr>
              <a:t>‹#›</a:t>
            </a:fld>
            <a:endParaRPr lang="en-US">
              <a:latin typeface="Times New Roman"/>
              <a:ea typeface="DFKai-SB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/>
                <a:ea typeface="DFKai-SB"/>
                <a:cs typeface="Times New Roman"/>
              </a:defRPr>
            </a:lvl1pPr>
          </a:lstStyle>
          <a:p>
            <a:r>
              <a:rPr lang="en-US">
                <a:latin typeface="Times New Roman"/>
                <a:ea typeface="DFKai-SB"/>
                <a:cs typeface="Times New Roman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/>
                <a:ea typeface="DFKai-SB"/>
                <a:cs typeface="Times New Roman"/>
              </a:defRPr>
            </a:lvl1pPr>
            <a:lvl2pPr marL="457200" indent="0">
              <a:buNone/>
              <a:defRPr sz="2000" b="1">
                <a:latin typeface="Times New Roman"/>
                <a:ea typeface="DFKai-SB"/>
                <a:cs typeface="Times New Roman"/>
              </a:defRPr>
            </a:lvl2pPr>
            <a:lvl3pPr marL="914400" indent="0">
              <a:buNone/>
              <a:defRPr sz="1800" b="1">
                <a:latin typeface="Times New Roman"/>
                <a:ea typeface="DFKai-SB"/>
                <a:cs typeface="Times New Roman"/>
              </a:defRPr>
            </a:lvl3pPr>
            <a:lvl4pPr marL="1371600" indent="0">
              <a:buNone/>
              <a:defRPr sz="1600" b="1">
                <a:latin typeface="Times New Roman"/>
                <a:ea typeface="DFKai-SB"/>
                <a:cs typeface="Times New Roman"/>
              </a:defRPr>
            </a:lvl4pPr>
            <a:lvl5pPr marL="1828800" indent="0">
              <a:buNone/>
              <a:defRPr sz="1600" b="1">
                <a:latin typeface="Times New Roman"/>
                <a:ea typeface="DFKai-SB"/>
                <a:cs typeface="Times New Roman"/>
              </a:defRPr>
            </a:lvl5pPr>
            <a:lvl6pPr marL="2286000" indent="0">
              <a:buNone/>
              <a:defRPr sz="1600" b="1">
                <a:latin typeface="Times New Roman"/>
                <a:ea typeface="DFKai-SB"/>
                <a:cs typeface="Times New Roman"/>
              </a:defRPr>
            </a:lvl6pPr>
            <a:lvl7pPr marL="2743200" indent="0">
              <a:buNone/>
              <a:defRPr sz="1600" b="1">
                <a:latin typeface="Times New Roman"/>
                <a:ea typeface="DFKai-SB"/>
                <a:cs typeface="Times New Roman"/>
              </a:defRPr>
            </a:lvl7pPr>
            <a:lvl8pPr marL="3200400" indent="0">
              <a:buNone/>
              <a:defRPr sz="1600" b="1">
                <a:latin typeface="Times New Roman"/>
                <a:ea typeface="DFKai-SB"/>
                <a:cs typeface="Times New Roman"/>
              </a:defRPr>
            </a:lvl8pPr>
            <a:lvl9pPr marL="3657600" indent="0">
              <a:buNone/>
              <a:defRPr sz="1600" b="1">
                <a:latin typeface="Times New Roman"/>
                <a:ea typeface="DFKai-SB"/>
                <a:cs typeface="Times New Roman"/>
              </a:defRPr>
            </a:lvl9pPr>
          </a:lstStyle>
          <a:p>
            <a:pPr lvl="0"/>
            <a:r>
              <a:rPr lang="en-US">
                <a:latin typeface="Times New Roman"/>
                <a:ea typeface="DFKai-SB"/>
                <a:cs typeface="Times New Roman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Times New Roman"/>
                <a:ea typeface="DFKai-SB"/>
                <a:cs typeface="Times New Roman"/>
              </a:defRPr>
            </a:lvl1pPr>
            <a:lvl2pPr>
              <a:defRPr sz="2000">
                <a:latin typeface="Times New Roman"/>
                <a:ea typeface="DFKai-SB"/>
                <a:cs typeface="Times New Roman"/>
              </a:defRPr>
            </a:lvl2pPr>
            <a:lvl3pPr>
              <a:defRPr sz="1800">
                <a:latin typeface="Times New Roman"/>
                <a:ea typeface="DFKai-SB"/>
                <a:cs typeface="Times New Roman"/>
              </a:defRPr>
            </a:lvl3pPr>
            <a:lvl4pPr>
              <a:defRPr sz="1600">
                <a:latin typeface="Times New Roman"/>
                <a:ea typeface="DFKai-SB"/>
                <a:cs typeface="Times New Roman"/>
              </a:defRPr>
            </a:lvl4pPr>
            <a:lvl5pPr>
              <a:defRPr sz="1600">
                <a:latin typeface="Times New Roman"/>
                <a:ea typeface="DFKai-SB"/>
                <a:cs typeface="Times New Roman"/>
              </a:defRPr>
            </a:lvl5pPr>
            <a:lvl6pPr>
              <a:defRPr sz="1600">
                <a:latin typeface="Times New Roman"/>
                <a:ea typeface="DFKai-SB"/>
                <a:cs typeface="Times New Roman"/>
              </a:defRPr>
            </a:lvl6pPr>
            <a:lvl7pPr>
              <a:defRPr sz="1600">
                <a:latin typeface="Times New Roman"/>
                <a:ea typeface="DFKai-SB"/>
                <a:cs typeface="Times New Roman"/>
              </a:defRPr>
            </a:lvl7pPr>
            <a:lvl8pPr>
              <a:defRPr sz="1600">
                <a:latin typeface="Times New Roman"/>
                <a:ea typeface="DFKai-SB"/>
                <a:cs typeface="Times New Roman"/>
              </a:defRPr>
            </a:lvl8pPr>
            <a:lvl9pPr>
              <a:defRPr sz="1600">
                <a:latin typeface="Times New Roman"/>
                <a:ea typeface="DFKai-SB"/>
                <a:cs typeface="Times New Roman"/>
              </a:defRPr>
            </a:lvl9pPr>
          </a:lstStyle>
          <a:p>
            <a:pPr lvl="0"/>
            <a:r>
              <a:rPr lang="en-US">
                <a:latin typeface="Times New Roman"/>
                <a:ea typeface="DFKai-SB"/>
                <a:cs typeface="Times New Roman"/>
              </a:rPr>
              <a:t>Click to edit Master text styles</a:t>
            </a:r>
          </a:p>
          <a:p>
            <a:pPr lvl="1"/>
            <a:r>
              <a:rPr lang="en-US">
                <a:latin typeface="Times New Roman"/>
                <a:ea typeface="DFKai-SB"/>
                <a:cs typeface="Times New Roman"/>
              </a:rPr>
              <a:t>Second level</a:t>
            </a:r>
          </a:p>
          <a:p>
            <a:pPr lvl="2"/>
            <a:r>
              <a:rPr lang="en-US">
                <a:latin typeface="Times New Roman"/>
                <a:ea typeface="DFKai-SB"/>
                <a:cs typeface="Times New Roman"/>
              </a:rPr>
              <a:t>Third level</a:t>
            </a:r>
          </a:p>
          <a:p>
            <a:pPr lvl="3"/>
            <a:r>
              <a:rPr lang="en-US">
                <a:latin typeface="Times New Roman"/>
                <a:ea typeface="DFKai-SB"/>
                <a:cs typeface="Times New Roman"/>
              </a:rPr>
              <a:t>Fourth level</a:t>
            </a:r>
          </a:p>
          <a:p>
            <a:pPr lvl="4"/>
            <a:r>
              <a:rPr lang="en-US">
                <a:latin typeface="Times New Roman"/>
                <a:ea typeface="DFKai-SB"/>
                <a:cs typeface="Times New Roman"/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/>
                <a:ea typeface="DFKai-SB"/>
                <a:cs typeface="Times New Roman"/>
              </a:defRPr>
            </a:lvl1pPr>
            <a:lvl2pPr marL="457200" indent="0">
              <a:buNone/>
              <a:defRPr sz="2000" b="1">
                <a:latin typeface="Times New Roman"/>
                <a:ea typeface="DFKai-SB"/>
                <a:cs typeface="Times New Roman"/>
              </a:defRPr>
            </a:lvl2pPr>
            <a:lvl3pPr marL="914400" indent="0">
              <a:buNone/>
              <a:defRPr sz="1800" b="1">
                <a:latin typeface="Times New Roman"/>
                <a:ea typeface="DFKai-SB"/>
                <a:cs typeface="Times New Roman"/>
              </a:defRPr>
            </a:lvl3pPr>
            <a:lvl4pPr marL="1371600" indent="0">
              <a:buNone/>
              <a:defRPr sz="1600" b="1">
                <a:latin typeface="Times New Roman"/>
                <a:ea typeface="DFKai-SB"/>
                <a:cs typeface="Times New Roman"/>
              </a:defRPr>
            </a:lvl4pPr>
            <a:lvl5pPr marL="1828800" indent="0">
              <a:buNone/>
              <a:defRPr sz="1600" b="1">
                <a:latin typeface="Times New Roman"/>
                <a:ea typeface="DFKai-SB"/>
                <a:cs typeface="Times New Roman"/>
              </a:defRPr>
            </a:lvl5pPr>
            <a:lvl6pPr marL="2286000" indent="0">
              <a:buNone/>
              <a:defRPr sz="1600" b="1">
                <a:latin typeface="Times New Roman"/>
                <a:ea typeface="DFKai-SB"/>
                <a:cs typeface="Times New Roman"/>
              </a:defRPr>
            </a:lvl6pPr>
            <a:lvl7pPr marL="2743200" indent="0">
              <a:buNone/>
              <a:defRPr sz="1600" b="1">
                <a:latin typeface="Times New Roman"/>
                <a:ea typeface="DFKai-SB"/>
                <a:cs typeface="Times New Roman"/>
              </a:defRPr>
            </a:lvl7pPr>
            <a:lvl8pPr marL="3200400" indent="0">
              <a:buNone/>
              <a:defRPr sz="1600" b="1">
                <a:latin typeface="Times New Roman"/>
                <a:ea typeface="DFKai-SB"/>
                <a:cs typeface="Times New Roman"/>
              </a:defRPr>
            </a:lvl8pPr>
            <a:lvl9pPr marL="3657600" indent="0">
              <a:buNone/>
              <a:defRPr sz="1600" b="1">
                <a:latin typeface="Times New Roman"/>
                <a:ea typeface="DFKai-SB"/>
                <a:cs typeface="Times New Roman"/>
              </a:defRPr>
            </a:lvl9pPr>
          </a:lstStyle>
          <a:p>
            <a:pPr lvl="0"/>
            <a:r>
              <a:rPr lang="en-US">
                <a:latin typeface="Times New Roman"/>
                <a:ea typeface="DFKai-SB"/>
                <a:cs typeface="Times New Roman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Times New Roman"/>
                <a:ea typeface="DFKai-SB"/>
                <a:cs typeface="Times New Roman"/>
              </a:defRPr>
            </a:lvl1pPr>
            <a:lvl2pPr>
              <a:defRPr sz="2000">
                <a:latin typeface="Times New Roman"/>
                <a:ea typeface="DFKai-SB"/>
                <a:cs typeface="Times New Roman"/>
              </a:defRPr>
            </a:lvl2pPr>
            <a:lvl3pPr>
              <a:defRPr sz="1800">
                <a:latin typeface="Times New Roman"/>
                <a:ea typeface="DFKai-SB"/>
                <a:cs typeface="Times New Roman"/>
              </a:defRPr>
            </a:lvl3pPr>
            <a:lvl4pPr>
              <a:defRPr sz="1600">
                <a:latin typeface="Times New Roman"/>
                <a:ea typeface="DFKai-SB"/>
                <a:cs typeface="Times New Roman"/>
              </a:defRPr>
            </a:lvl4pPr>
            <a:lvl5pPr>
              <a:defRPr sz="1600">
                <a:latin typeface="Times New Roman"/>
                <a:ea typeface="DFKai-SB"/>
                <a:cs typeface="Times New Roman"/>
              </a:defRPr>
            </a:lvl5pPr>
            <a:lvl6pPr>
              <a:defRPr sz="1600">
                <a:latin typeface="Times New Roman"/>
                <a:ea typeface="DFKai-SB"/>
                <a:cs typeface="Times New Roman"/>
              </a:defRPr>
            </a:lvl6pPr>
            <a:lvl7pPr>
              <a:defRPr sz="1600">
                <a:latin typeface="Times New Roman"/>
                <a:ea typeface="DFKai-SB"/>
                <a:cs typeface="Times New Roman"/>
              </a:defRPr>
            </a:lvl7pPr>
            <a:lvl8pPr>
              <a:defRPr sz="1600">
                <a:latin typeface="Times New Roman"/>
                <a:ea typeface="DFKai-SB"/>
                <a:cs typeface="Times New Roman"/>
              </a:defRPr>
            </a:lvl8pPr>
            <a:lvl9pPr>
              <a:defRPr sz="1600">
                <a:latin typeface="Times New Roman"/>
                <a:ea typeface="DFKai-SB"/>
                <a:cs typeface="Times New Roman"/>
              </a:defRPr>
            </a:lvl9pPr>
          </a:lstStyle>
          <a:p>
            <a:pPr lvl="0"/>
            <a:r>
              <a:rPr lang="en-US">
                <a:latin typeface="Times New Roman"/>
                <a:ea typeface="DFKai-SB"/>
                <a:cs typeface="Times New Roman"/>
              </a:rPr>
              <a:t>Click to edit Master text styles</a:t>
            </a:r>
          </a:p>
          <a:p>
            <a:pPr lvl="1"/>
            <a:r>
              <a:rPr lang="en-US">
                <a:latin typeface="Times New Roman"/>
                <a:ea typeface="DFKai-SB"/>
                <a:cs typeface="Times New Roman"/>
              </a:rPr>
              <a:t>Second level</a:t>
            </a:r>
          </a:p>
          <a:p>
            <a:pPr lvl="2"/>
            <a:r>
              <a:rPr lang="en-US">
                <a:latin typeface="Times New Roman"/>
                <a:ea typeface="DFKai-SB"/>
                <a:cs typeface="Times New Roman"/>
              </a:rPr>
              <a:t>Third level</a:t>
            </a:r>
          </a:p>
          <a:p>
            <a:pPr lvl="3"/>
            <a:r>
              <a:rPr lang="en-US">
                <a:latin typeface="Times New Roman"/>
                <a:ea typeface="DFKai-SB"/>
                <a:cs typeface="Times New Roman"/>
              </a:rPr>
              <a:t>Fourth level</a:t>
            </a:r>
          </a:p>
          <a:p>
            <a:pPr lvl="4"/>
            <a:r>
              <a:rPr lang="en-US">
                <a:latin typeface="Times New Roman"/>
                <a:ea typeface="DFKai-SB"/>
                <a:cs typeface="Times New Roman"/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Times New Roman"/>
                <a:ea typeface="DFKai-SB"/>
                <a:cs typeface="Times New Roman"/>
              </a:rPr>
              <a:t>10/29/2026</a:t>
            </a:fld>
            <a:endParaRPr lang="en-US">
              <a:latin typeface="Times New Roman"/>
              <a:ea typeface="DFKai-SB"/>
              <a:cs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Times New Roman"/>
              <a:ea typeface="DFKai-SB"/>
              <a:cs typeface="Times New Roman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/>
                <a:ea typeface="DFKai-SB"/>
                <a:cs typeface="Times New Roman"/>
              </a:rPr>
              <a:t>‹#›</a:t>
            </a:fld>
            <a:endParaRPr lang="en-US">
              <a:latin typeface="Times New Roman"/>
              <a:ea typeface="DFKai-SB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ea typeface="DFKai-SB"/>
                <a:cs typeface="Times New Roman"/>
              </a:rP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Times New Roman"/>
                <a:ea typeface="DFKai-SB"/>
                <a:cs typeface="Times New Roman"/>
              </a:rPr>
              <a:t>10/29/2026</a:t>
            </a:fld>
            <a:endParaRPr lang="en-US">
              <a:latin typeface="Times New Roman"/>
              <a:ea typeface="DFKai-SB"/>
              <a:cs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Times New Roman"/>
              <a:ea typeface="DFKai-SB"/>
              <a:cs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/>
                <a:ea typeface="DFKai-SB"/>
                <a:cs typeface="Times New Roman"/>
              </a:rPr>
              <a:t>‹#›</a:t>
            </a:fld>
            <a:endParaRPr lang="en-US">
              <a:latin typeface="Times New Roman"/>
              <a:ea typeface="DFKai-SB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Times New Roman"/>
                <a:ea typeface="DFKai-SB"/>
                <a:cs typeface="Times New Roman"/>
              </a:rPr>
              <a:t>10/29/2026</a:t>
            </a:fld>
            <a:endParaRPr lang="en-US">
              <a:latin typeface="Times New Roman"/>
              <a:ea typeface="DFKai-SB"/>
              <a:cs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Times New Roman"/>
              <a:ea typeface="DFKai-SB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/>
                <a:ea typeface="DFKai-SB"/>
                <a:cs typeface="Times New Roman"/>
              </a:rPr>
              <a:t>‹#›</a:t>
            </a:fld>
            <a:endParaRPr lang="en-US">
              <a:latin typeface="Times New Roman"/>
              <a:ea typeface="DFKai-SB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Times New Roman"/>
                <a:ea typeface="DFKai-SB"/>
                <a:cs typeface="Times New Roman"/>
              </a:defRPr>
            </a:lvl1pPr>
          </a:lstStyle>
          <a:p>
            <a:r>
              <a:rPr lang="en-US">
                <a:latin typeface="Times New Roman"/>
                <a:ea typeface="DFKai-SB"/>
                <a:cs typeface="Times New Roman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Times New Roman"/>
                <a:ea typeface="DFKai-SB"/>
                <a:cs typeface="Times New Roman"/>
              </a:defRPr>
            </a:lvl1pPr>
            <a:lvl2pPr>
              <a:defRPr sz="2800">
                <a:latin typeface="Times New Roman"/>
                <a:ea typeface="DFKai-SB"/>
                <a:cs typeface="Times New Roman"/>
              </a:defRPr>
            </a:lvl2pPr>
            <a:lvl3pPr>
              <a:defRPr sz="2400">
                <a:latin typeface="Times New Roman"/>
                <a:ea typeface="DFKai-SB"/>
                <a:cs typeface="Times New Roman"/>
              </a:defRPr>
            </a:lvl3pPr>
            <a:lvl4pPr>
              <a:defRPr sz="2000">
                <a:latin typeface="Times New Roman"/>
                <a:ea typeface="DFKai-SB"/>
                <a:cs typeface="Times New Roman"/>
              </a:defRPr>
            </a:lvl4pPr>
            <a:lvl5pPr>
              <a:defRPr sz="2000">
                <a:latin typeface="Times New Roman"/>
                <a:ea typeface="DFKai-SB"/>
                <a:cs typeface="Times New Roman"/>
              </a:defRPr>
            </a:lvl5pPr>
            <a:lvl6pPr>
              <a:defRPr sz="2000">
                <a:latin typeface="Times New Roman"/>
                <a:ea typeface="DFKai-SB"/>
                <a:cs typeface="Times New Roman"/>
              </a:defRPr>
            </a:lvl6pPr>
            <a:lvl7pPr>
              <a:defRPr sz="2000">
                <a:latin typeface="Times New Roman"/>
                <a:ea typeface="DFKai-SB"/>
                <a:cs typeface="Times New Roman"/>
              </a:defRPr>
            </a:lvl7pPr>
            <a:lvl8pPr>
              <a:defRPr sz="2000">
                <a:latin typeface="Times New Roman"/>
                <a:ea typeface="DFKai-SB"/>
                <a:cs typeface="Times New Roman"/>
              </a:defRPr>
            </a:lvl8pPr>
            <a:lvl9pPr>
              <a:defRPr sz="2000">
                <a:latin typeface="Times New Roman"/>
                <a:ea typeface="DFKai-SB"/>
                <a:cs typeface="Times New Roman"/>
              </a:defRPr>
            </a:lvl9pPr>
          </a:lstStyle>
          <a:p>
            <a:pPr lvl="0"/>
            <a:r>
              <a:rPr lang="en-US">
                <a:latin typeface="Times New Roman"/>
                <a:ea typeface="DFKai-SB"/>
                <a:cs typeface="Times New Roman"/>
              </a:rPr>
              <a:t>Click to edit Master text styles</a:t>
            </a:r>
          </a:p>
          <a:p>
            <a:pPr lvl="1"/>
            <a:r>
              <a:rPr lang="en-US">
                <a:latin typeface="Times New Roman"/>
                <a:ea typeface="DFKai-SB"/>
                <a:cs typeface="Times New Roman"/>
              </a:rPr>
              <a:t>Second level</a:t>
            </a:r>
          </a:p>
          <a:p>
            <a:pPr lvl="2"/>
            <a:r>
              <a:rPr lang="en-US">
                <a:latin typeface="Times New Roman"/>
                <a:ea typeface="DFKai-SB"/>
                <a:cs typeface="Times New Roman"/>
              </a:rPr>
              <a:t>Third level</a:t>
            </a:r>
          </a:p>
          <a:p>
            <a:pPr lvl="3"/>
            <a:r>
              <a:rPr lang="en-US">
                <a:latin typeface="Times New Roman"/>
                <a:ea typeface="DFKai-SB"/>
                <a:cs typeface="Times New Roman"/>
              </a:rPr>
              <a:t>Fourth level</a:t>
            </a:r>
          </a:p>
          <a:p>
            <a:pPr lvl="4"/>
            <a:r>
              <a:rPr lang="en-US">
                <a:latin typeface="Times New Roman"/>
                <a:ea typeface="DFKai-SB"/>
                <a:cs typeface="Times New Roman"/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Times New Roman"/>
                <a:ea typeface="DFKai-SB"/>
                <a:cs typeface="Times New Roman"/>
              </a:defRPr>
            </a:lvl1pPr>
            <a:lvl2pPr marL="457200" indent="0">
              <a:buNone/>
              <a:defRPr sz="1200">
                <a:latin typeface="Times New Roman"/>
                <a:ea typeface="DFKai-SB"/>
                <a:cs typeface="Times New Roman"/>
              </a:defRPr>
            </a:lvl2pPr>
            <a:lvl3pPr marL="914400" indent="0">
              <a:buNone/>
              <a:defRPr sz="1000">
                <a:latin typeface="Times New Roman"/>
                <a:ea typeface="DFKai-SB"/>
                <a:cs typeface="Times New Roman"/>
              </a:defRPr>
            </a:lvl3pPr>
            <a:lvl4pPr marL="1371600" indent="0">
              <a:buNone/>
              <a:defRPr sz="900">
                <a:latin typeface="Times New Roman"/>
                <a:ea typeface="DFKai-SB"/>
                <a:cs typeface="Times New Roman"/>
              </a:defRPr>
            </a:lvl4pPr>
            <a:lvl5pPr marL="1828800" indent="0">
              <a:buNone/>
              <a:defRPr sz="900">
                <a:latin typeface="Times New Roman"/>
                <a:ea typeface="DFKai-SB"/>
                <a:cs typeface="Times New Roman"/>
              </a:defRPr>
            </a:lvl5pPr>
            <a:lvl6pPr marL="2286000" indent="0">
              <a:buNone/>
              <a:defRPr sz="900">
                <a:latin typeface="Times New Roman"/>
                <a:ea typeface="DFKai-SB"/>
                <a:cs typeface="Times New Roman"/>
              </a:defRPr>
            </a:lvl6pPr>
            <a:lvl7pPr marL="2743200" indent="0">
              <a:buNone/>
              <a:defRPr sz="900">
                <a:latin typeface="Times New Roman"/>
                <a:ea typeface="DFKai-SB"/>
                <a:cs typeface="Times New Roman"/>
              </a:defRPr>
            </a:lvl7pPr>
            <a:lvl8pPr marL="3200400" indent="0">
              <a:buNone/>
              <a:defRPr sz="900">
                <a:latin typeface="Times New Roman"/>
                <a:ea typeface="DFKai-SB"/>
                <a:cs typeface="Times New Roman"/>
              </a:defRPr>
            </a:lvl8pPr>
            <a:lvl9pPr marL="3657600" indent="0">
              <a:buNone/>
              <a:defRPr sz="900">
                <a:latin typeface="Times New Roman"/>
                <a:ea typeface="DFKai-SB"/>
                <a:cs typeface="Times New Roman"/>
              </a:defRPr>
            </a:lvl9pPr>
          </a:lstStyle>
          <a:p>
            <a:pPr lvl="0"/>
            <a:r>
              <a:rPr lang="en-US">
                <a:latin typeface="Times New Roman"/>
                <a:ea typeface="DFKai-SB"/>
                <a:cs typeface="Times New Roman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Times New Roman"/>
                <a:ea typeface="DFKai-SB"/>
                <a:cs typeface="Times New Roman"/>
              </a:rPr>
              <a:t>10/29/2026</a:t>
            </a:fld>
            <a:endParaRPr lang="en-US">
              <a:latin typeface="Times New Roman"/>
              <a:ea typeface="DFKai-SB"/>
              <a:cs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Times New Roman"/>
              <a:ea typeface="DFKai-SB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/>
                <a:ea typeface="DFKai-SB"/>
                <a:cs typeface="Times New Roman"/>
              </a:rPr>
              <a:t>‹#›</a:t>
            </a:fld>
            <a:endParaRPr lang="en-US">
              <a:latin typeface="Times New Roman"/>
              <a:ea typeface="DFKai-SB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Times New Roman"/>
                <a:ea typeface="DFKai-SB"/>
                <a:cs typeface="Times New Roman"/>
              </a:defRPr>
            </a:lvl1pPr>
          </a:lstStyle>
          <a:p>
            <a:r>
              <a:rPr lang="en-US">
                <a:latin typeface="Times New Roman"/>
                <a:ea typeface="DFKai-SB"/>
                <a:cs typeface="Times New Roman"/>
              </a:rP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Times New Roman"/>
                <a:ea typeface="DFKai-SB"/>
                <a:cs typeface="Times New Roman"/>
              </a:defRPr>
            </a:lvl1pPr>
            <a:lvl2pPr marL="457200" indent="0">
              <a:buNone/>
              <a:defRPr sz="2800">
                <a:latin typeface="Times New Roman"/>
                <a:ea typeface="DFKai-SB"/>
                <a:cs typeface="Times New Roman"/>
              </a:defRPr>
            </a:lvl2pPr>
            <a:lvl3pPr marL="914400" indent="0">
              <a:buNone/>
              <a:defRPr sz="2400">
                <a:latin typeface="Times New Roman"/>
                <a:ea typeface="DFKai-SB"/>
                <a:cs typeface="Times New Roman"/>
              </a:defRPr>
            </a:lvl3pPr>
            <a:lvl4pPr marL="1371600" indent="0">
              <a:buNone/>
              <a:defRPr sz="2000">
                <a:latin typeface="Times New Roman"/>
                <a:ea typeface="DFKai-SB"/>
                <a:cs typeface="Times New Roman"/>
              </a:defRPr>
            </a:lvl4pPr>
            <a:lvl5pPr marL="1828800" indent="0">
              <a:buNone/>
              <a:defRPr sz="2000">
                <a:latin typeface="Times New Roman"/>
                <a:ea typeface="DFKai-SB"/>
                <a:cs typeface="Times New Roman"/>
              </a:defRPr>
            </a:lvl5pPr>
            <a:lvl6pPr marL="2286000" indent="0">
              <a:buNone/>
              <a:defRPr sz="2000">
                <a:latin typeface="Times New Roman"/>
                <a:ea typeface="DFKai-SB"/>
                <a:cs typeface="Times New Roman"/>
              </a:defRPr>
            </a:lvl6pPr>
            <a:lvl7pPr marL="2743200" indent="0">
              <a:buNone/>
              <a:defRPr sz="2000">
                <a:latin typeface="Times New Roman"/>
                <a:ea typeface="DFKai-SB"/>
                <a:cs typeface="Times New Roman"/>
              </a:defRPr>
            </a:lvl7pPr>
            <a:lvl8pPr marL="3200400" indent="0">
              <a:buNone/>
              <a:defRPr sz="2000">
                <a:latin typeface="Times New Roman"/>
                <a:ea typeface="DFKai-SB"/>
                <a:cs typeface="Times New Roman"/>
              </a:defRPr>
            </a:lvl8pPr>
            <a:lvl9pPr marL="3657600" indent="0">
              <a:buNone/>
              <a:defRPr sz="2000">
                <a:latin typeface="Times New Roman"/>
                <a:ea typeface="DFKai-SB"/>
                <a:cs typeface="Times New Roman"/>
              </a:defRPr>
            </a:lvl9pPr>
          </a:lstStyle>
          <a:p>
            <a:endParaRPr lang="en-US">
              <a:latin typeface="Times New Roman"/>
              <a:ea typeface="DFKai-SB"/>
              <a:cs typeface="Times New Roman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Times New Roman"/>
                <a:ea typeface="DFKai-SB"/>
                <a:cs typeface="Times New Roman"/>
              </a:defRPr>
            </a:lvl1pPr>
            <a:lvl2pPr marL="457200" indent="0">
              <a:buNone/>
              <a:defRPr sz="1200">
                <a:latin typeface="Times New Roman"/>
                <a:ea typeface="DFKai-SB"/>
                <a:cs typeface="Times New Roman"/>
              </a:defRPr>
            </a:lvl2pPr>
            <a:lvl3pPr marL="914400" indent="0">
              <a:buNone/>
              <a:defRPr sz="1000">
                <a:latin typeface="Times New Roman"/>
                <a:ea typeface="DFKai-SB"/>
                <a:cs typeface="Times New Roman"/>
              </a:defRPr>
            </a:lvl3pPr>
            <a:lvl4pPr marL="1371600" indent="0">
              <a:buNone/>
              <a:defRPr sz="900">
                <a:latin typeface="Times New Roman"/>
                <a:ea typeface="DFKai-SB"/>
                <a:cs typeface="Times New Roman"/>
              </a:defRPr>
            </a:lvl4pPr>
            <a:lvl5pPr marL="1828800" indent="0">
              <a:buNone/>
              <a:defRPr sz="900">
                <a:latin typeface="Times New Roman"/>
                <a:ea typeface="DFKai-SB"/>
                <a:cs typeface="Times New Roman"/>
              </a:defRPr>
            </a:lvl5pPr>
            <a:lvl6pPr marL="2286000" indent="0">
              <a:buNone/>
              <a:defRPr sz="900">
                <a:latin typeface="Times New Roman"/>
                <a:ea typeface="DFKai-SB"/>
                <a:cs typeface="Times New Roman"/>
              </a:defRPr>
            </a:lvl6pPr>
            <a:lvl7pPr marL="2743200" indent="0">
              <a:buNone/>
              <a:defRPr sz="900">
                <a:latin typeface="Times New Roman"/>
                <a:ea typeface="DFKai-SB"/>
                <a:cs typeface="Times New Roman"/>
              </a:defRPr>
            </a:lvl7pPr>
            <a:lvl8pPr marL="3200400" indent="0">
              <a:buNone/>
              <a:defRPr sz="900">
                <a:latin typeface="Times New Roman"/>
                <a:ea typeface="DFKai-SB"/>
                <a:cs typeface="Times New Roman"/>
              </a:defRPr>
            </a:lvl8pPr>
            <a:lvl9pPr marL="3657600" indent="0">
              <a:buNone/>
              <a:defRPr sz="900">
                <a:latin typeface="Times New Roman"/>
                <a:ea typeface="DFKai-SB"/>
                <a:cs typeface="Times New Roman"/>
              </a:defRPr>
            </a:lvl9pPr>
          </a:lstStyle>
          <a:p>
            <a:pPr lvl="0"/>
            <a:r>
              <a:rPr lang="en-US">
                <a:latin typeface="Times New Roman"/>
                <a:ea typeface="DFKai-SB"/>
                <a:cs typeface="Times New Roman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Times New Roman"/>
                <a:ea typeface="DFKai-SB"/>
                <a:cs typeface="Times New Roman"/>
              </a:rPr>
              <a:t>10/29/2026</a:t>
            </a:fld>
            <a:endParaRPr lang="en-US">
              <a:latin typeface="Times New Roman"/>
              <a:ea typeface="DFKai-SB"/>
              <a:cs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Times New Roman"/>
              <a:ea typeface="DFKai-SB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/>
                <a:ea typeface="DFKai-SB"/>
                <a:cs typeface="Times New Roman"/>
              </a:rPr>
              <a:t>‹#›</a:t>
            </a:fld>
            <a:endParaRPr lang="en-US">
              <a:latin typeface="Times New Roman"/>
              <a:ea typeface="DFKai-SB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ea typeface="DFKai-SB"/>
                <a:cs typeface="Times New Roman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latin typeface="Times New Roman"/>
                <a:ea typeface="DFKai-SB"/>
                <a:cs typeface="Times New Roman"/>
              </a:rPr>
              <a:t>Click to edit Master text styles</a:t>
            </a:r>
          </a:p>
          <a:p>
            <a:pPr lvl="1"/>
            <a:r>
              <a:rPr lang="en-US">
                <a:latin typeface="Times New Roman"/>
                <a:ea typeface="DFKai-SB"/>
                <a:cs typeface="Times New Roman"/>
              </a:rPr>
              <a:t>Second level</a:t>
            </a:r>
          </a:p>
          <a:p>
            <a:pPr lvl="2"/>
            <a:r>
              <a:rPr lang="en-US">
                <a:latin typeface="Times New Roman"/>
                <a:ea typeface="DFKai-SB"/>
                <a:cs typeface="Times New Roman"/>
              </a:rPr>
              <a:t>Third level</a:t>
            </a:r>
          </a:p>
          <a:p>
            <a:pPr lvl="3"/>
            <a:r>
              <a:rPr lang="en-US">
                <a:latin typeface="Times New Roman"/>
                <a:ea typeface="DFKai-SB"/>
                <a:cs typeface="Times New Roman"/>
              </a:rPr>
              <a:t>Fourth level</a:t>
            </a:r>
          </a:p>
          <a:p>
            <a:pPr lvl="4"/>
            <a:r>
              <a:rPr lang="en-US">
                <a:latin typeface="Times New Roman"/>
                <a:ea typeface="DFKai-SB"/>
                <a:cs typeface="Times New Roman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Times New Roman"/>
                <a:ea typeface="DFKai-SB"/>
                <a:cs typeface="Times New Roman"/>
              </a:rPr>
              <a:t>10/29/2026</a:t>
            </a:fld>
            <a:endParaRPr lang="en-US">
              <a:latin typeface="Times New Roman"/>
              <a:ea typeface="DFKai-SB"/>
              <a:cs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Times New Roman"/>
              <a:ea typeface="DFKai-SB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/>
                <a:ea typeface="DFKai-SB"/>
                <a:cs typeface="Times New Roman"/>
              </a:rPr>
              <a:t>‹#›</a:t>
            </a:fld>
            <a:endParaRPr lang="en-US">
              <a:latin typeface="Times New Roman"/>
              <a:ea typeface="DFKai-SB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>
                <a:latin typeface="Times New Roman"/>
                <a:ea typeface="DFKai-SB"/>
                <a:cs typeface="Times New Roman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>
                <a:latin typeface="Times New Roman"/>
                <a:ea typeface="DFKai-SB"/>
                <a:cs typeface="Times New Roman"/>
              </a:rPr>
              <a:t>Click to edit Master text styles</a:t>
            </a:r>
          </a:p>
          <a:p>
            <a:pPr lvl="1"/>
            <a:r>
              <a:rPr lang="en-US">
                <a:latin typeface="Times New Roman"/>
                <a:ea typeface="DFKai-SB"/>
                <a:cs typeface="Times New Roman"/>
              </a:rPr>
              <a:t>Second level</a:t>
            </a:r>
          </a:p>
          <a:p>
            <a:pPr lvl="2"/>
            <a:r>
              <a:rPr lang="en-US">
                <a:latin typeface="Times New Roman"/>
                <a:ea typeface="DFKai-SB"/>
                <a:cs typeface="Times New Roman"/>
              </a:rPr>
              <a:t>Third level</a:t>
            </a:r>
          </a:p>
          <a:p>
            <a:pPr lvl="3"/>
            <a:r>
              <a:rPr lang="en-US">
                <a:latin typeface="Times New Roman"/>
                <a:ea typeface="DFKai-SB"/>
                <a:cs typeface="Times New Roman"/>
              </a:rPr>
              <a:t>Fourth level</a:t>
            </a:r>
          </a:p>
          <a:p>
            <a:pPr lvl="4"/>
            <a:r>
              <a:rPr lang="en-US">
                <a:latin typeface="Times New Roman"/>
                <a:ea typeface="DFKai-SB"/>
                <a:cs typeface="Times New Roman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Times New Roman"/>
                <a:ea typeface="DFKai-SB"/>
                <a:cs typeface="Times New Roman"/>
              </a:rPr>
              <a:t>10/29/2026</a:t>
            </a:fld>
            <a:endParaRPr lang="en-US">
              <a:latin typeface="Times New Roman"/>
              <a:ea typeface="DFKai-SB"/>
              <a:cs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Times New Roman"/>
              <a:ea typeface="DFKai-SB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/>
                <a:ea typeface="DFKai-SB"/>
                <a:cs typeface="Times New Roman"/>
              </a:rPr>
              <a:t>‹#›</a:t>
            </a:fld>
            <a:endParaRPr lang="en-US">
              <a:latin typeface="Times New Roman"/>
              <a:ea typeface="DFKai-SB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latin typeface="Times New Roman"/>
                <a:ea typeface="DFKai-SB"/>
                <a:cs typeface="Times New Roman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>
                <a:latin typeface="Times New Roman"/>
                <a:ea typeface="DFKai-SB"/>
                <a:cs typeface="Times New Roman"/>
              </a:rPr>
              <a:t>Click to edit Master text styles</a:t>
            </a:r>
          </a:p>
          <a:p>
            <a:pPr lvl="1"/>
            <a:r>
              <a:rPr lang="en-US">
                <a:latin typeface="Times New Roman"/>
                <a:ea typeface="DFKai-SB"/>
                <a:cs typeface="Times New Roman"/>
              </a:rPr>
              <a:t>Second level</a:t>
            </a:r>
          </a:p>
          <a:p>
            <a:pPr lvl="2"/>
            <a:r>
              <a:rPr lang="en-US">
                <a:latin typeface="Times New Roman"/>
                <a:ea typeface="DFKai-SB"/>
                <a:cs typeface="Times New Roman"/>
              </a:rPr>
              <a:t>Third level</a:t>
            </a:r>
          </a:p>
          <a:p>
            <a:pPr lvl="3"/>
            <a:r>
              <a:rPr lang="en-US">
                <a:latin typeface="Times New Roman"/>
                <a:ea typeface="DFKai-SB"/>
                <a:cs typeface="Times New Roman"/>
              </a:rPr>
              <a:t>Fourth level</a:t>
            </a:r>
          </a:p>
          <a:p>
            <a:pPr lvl="4"/>
            <a:r>
              <a:rPr lang="en-US">
                <a:latin typeface="Times New Roman"/>
                <a:ea typeface="DFKai-SB"/>
                <a:cs typeface="Times New Roman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/>
                <a:ea typeface="DFKai-SB"/>
                <a:cs typeface="Times New Roman"/>
              </a:defRPr>
            </a:lvl1pPr>
          </a:lstStyle>
          <a:p>
            <a:fld id="{5BCAD085-E8A6-8845-BD4E-CB4CCA059FC4}" type="datetimeFigureOut">
              <a:rPr lang="en-US" smtClean="0">
                <a:latin typeface="Times New Roman"/>
                <a:ea typeface="DFKai-SB"/>
                <a:cs typeface="Times New Roman"/>
              </a:rPr>
              <a:t>10/29/2026</a:t>
            </a:fld>
            <a:endParaRPr lang="en-US">
              <a:latin typeface="Times New Roman"/>
              <a:ea typeface="DFKai-SB"/>
              <a:cs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/>
                <a:ea typeface="DFKai-SB"/>
                <a:cs typeface="Times New Roman"/>
              </a:defRPr>
            </a:lvl1pPr>
          </a:lstStyle>
          <a:p>
            <a:endParaRPr lang="en-US">
              <a:latin typeface="Times New Roman"/>
              <a:ea typeface="DFKai-SB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/>
                <a:ea typeface="DFKai-SB"/>
                <a:cs typeface="Times New Roman"/>
              </a:defRPr>
            </a:lvl1pPr>
          </a:lstStyle>
          <a:p>
            <a:fld id="{C1FF6DA9-008F-8B48-92A6-B652298478BF}" type="slidenum">
              <a:rPr lang="en-US" smtClean="0">
                <a:latin typeface="Times New Roman"/>
                <a:ea typeface="DFKai-SB"/>
                <a:cs typeface="Times New Roman"/>
              </a:rPr>
              <a:t>‹#›</a:t>
            </a:fld>
            <a:endParaRPr lang="en-US">
              <a:latin typeface="Times New Roman"/>
              <a:ea typeface="DFKai-SB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/>
          <a:ea typeface="DFKai-SB"/>
          <a:cs typeface="Times New Roman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Times New Roman"/>
        <a:buChar char="•"/>
        <a:defRPr sz="3200" kern="1200">
          <a:solidFill>
            <a:schemeClr val="tx1"/>
          </a:solidFill>
          <a:latin typeface="Times New Roman"/>
          <a:ea typeface="DFKai-SB"/>
          <a:cs typeface="Times New Roman"/>
        </a:defRPr>
      </a:lvl1pPr>
      <a:lvl2pPr marL="742950" indent="-285750" algn="l" defTabSz="457200" rtl="0" eaLnBrk="1" latinLnBrk="0" hangingPunct="1">
        <a:spcBef>
          <a:spcPct val="20000"/>
        </a:spcBef>
        <a:buFont typeface="Times New Roman"/>
        <a:buChar char="–"/>
        <a:defRPr sz="2800" kern="1200">
          <a:solidFill>
            <a:schemeClr val="tx1"/>
          </a:solidFill>
          <a:latin typeface="Times New Roman"/>
          <a:ea typeface="DFKai-SB"/>
          <a:cs typeface="Times New Roman"/>
        </a:defRPr>
      </a:lvl2pPr>
      <a:lvl3pPr marL="1143000" indent="-228600" algn="l" defTabSz="457200" rtl="0" eaLnBrk="1" latinLnBrk="0" hangingPunct="1">
        <a:spcBef>
          <a:spcPct val="20000"/>
        </a:spcBef>
        <a:buFont typeface="Times New Roman"/>
        <a:buChar char="•"/>
        <a:defRPr sz="2400" kern="1200">
          <a:solidFill>
            <a:schemeClr val="tx1"/>
          </a:solidFill>
          <a:latin typeface="Times New Roman"/>
          <a:ea typeface="DFKai-SB"/>
          <a:cs typeface="Times New Roman"/>
        </a:defRPr>
      </a:lvl3pPr>
      <a:lvl4pPr marL="1600200" indent="-228600" algn="l" defTabSz="457200" rtl="0" eaLnBrk="1" latinLnBrk="0" hangingPunct="1">
        <a:spcBef>
          <a:spcPct val="20000"/>
        </a:spcBef>
        <a:buFont typeface="Times New Roman"/>
        <a:buChar char="–"/>
        <a:defRPr sz="2000" kern="1200">
          <a:solidFill>
            <a:schemeClr val="tx1"/>
          </a:solidFill>
          <a:latin typeface="Times New Roman"/>
          <a:ea typeface="DFKai-SB"/>
          <a:cs typeface="Times New Roman"/>
        </a:defRPr>
      </a:lvl4pPr>
      <a:lvl5pPr marL="2057400" indent="-228600" algn="l" defTabSz="457200" rtl="0" eaLnBrk="1" latinLnBrk="0" hangingPunct="1">
        <a:spcBef>
          <a:spcPct val="20000"/>
        </a:spcBef>
        <a:buFont typeface="Times New Roman"/>
        <a:buChar char="»"/>
        <a:defRPr sz="2000" kern="1200">
          <a:solidFill>
            <a:schemeClr val="tx1"/>
          </a:solidFill>
          <a:latin typeface="Times New Roman"/>
          <a:ea typeface="DFKai-SB"/>
          <a:cs typeface="Times New Roman"/>
        </a:defRPr>
      </a:lvl5pPr>
      <a:lvl6pPr marL="2514600" indent="-228600" algn="l" defTabSz="457200" rtl="0" eaLnBrk="1" latinLnBrk="0" hangingPunct="1">
        <a:spcBef>
          <a:spcPct val="20000"/>
        </a:spcBef>
        <a:buFont typeface="Times New Roman"/>
        <a:buChar char="•"/>
        <a:defRPr sz="2000" kern="1200">
          <a:solidFill>
            <a:schemeClr val="tx1"/>
          </a:solidFill>
          <a:latin typeface="Times New Roman"/>
          <a:ea typeface="DFKai-SB"/>
          <a:cs typeface="Times New Roman"/>
        </a:defRPr>
      </a:lvl6pPr>
      <a:lvl7pPr marL="2971800" indent="-228600" algn="l" defTabSz="457200" rtl="0" eaLnBrk="1" latinLnBrk="0" hangingPunct="1">
        <a:spcBef>
          <a:spcPct val="20000"/>
        </a:spcBef>
        <a:buFont typeface="Times New Roman"/>
        <a:buChar char="•"/>
        <a:defRPr sz="2000" kern="1200">
          <a:solidFill>
            <a:schemeClr val="tx1"/>
          </a:solidFill>
          <a:latin typeface="Times New Roman"/>
          <a:ea typeface="DFKai-SB"/>
          <a:cs typeface="Times New Roman"/>
        </a:defRPr>
      </a:lvl7pPr>
      <a:lvl8pPr marL="3429000" indent="-228600" algn="l" defTabSz="457200" rtl="0" eaLnBrk="1" latinLnBrk="0" hangingPunct="1">
        <a:spcBef>
          <a:spcPct val="20000"/>
        </a:spcBef>
        <a:buFont typeface="Times New Roman"/>
        <a:buChar char="•"/>
        <a:defRPr sz="2000" kern="1200">
          <a:solidFill>
            <a:schemeClr val="tx1"/>
          </a:solidFill>
          <a:latin typeface="Times New Roman"/>
          <a:ea typeface="DFKai-SB"/>
          <a:cs typeface="Times New Roman"/>
        </a:defRPr>
      </a:lvl8pPr>
      <a:lvl9pPr marL="3886200" indent="-228600" algn="l" defTabSz="457200" rtl="0" eaLnBrk="1" latinLnBrk="0" hangingPunct="1">
        <a:spcBef>
          <a:spcPct val="20000"/>
        </a:spcBef>
        <a:buFont typeface="Times New Roman"/>
        <a:buChar char="•"/>
        <a:defRPr sz="2000" kern="1200">
          <a:solidFill>
            <a:schemeClr val="tx1"/>
          </a:solidFill>
          <a:latin typeface="Times New Roman"/>
          <a:ea typeface="DFKai-SB"/>
          <a:cs typeface="Times New Roman"/>
        </a:defRPr>
      </a:lvl9pPr>
    </p:bodyStyle>
    <p:otherStyle>
      <a:defPPr>
        <a:defRPr lang="en-US">
          <a:latin typeface="Times New Roman"/>
          <a:ea typeface="DFKai-SB"/>
          <a:cs typeface="Times New Roman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DFKai-SB"/>
          <a:cs typeface="Times New Roman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DFKai-SB"/>
          <a:cs typeface="Times New Roman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DFKai-SB"/>
          <a:cs typeface="Times New Roman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DFKai-SB"/>
          <a:cs typeface="Times New Roman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DFKai-SB"/>
          <a:cs typeface="Times New Roman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DFKai-SB"/>
          <a:cs typeface="Times New Roman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DFKai-SB"/>
          <a:cs typeface="Times New Roman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DFKai-SB"/>
          <a:cs typeface="Times New Roman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DFKai-SB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16" Type="http://schemas.openxmlformats.org/officeDocument/2006/relationships/tags" Target="../tags/tag1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66" Type="http://schemas.openxmlformats.org/officeDocument/2006/relationships/tags" Target="../tags/tag66.xml"/><Relationship Id="rId74" Type="http://schemas.openxmlformats.org/officeDocument/2006/relationships/tags" Target="../tags/tag74.xml"/><Relationship Id="rId79" Type="http://schemas.openxmlformats.org/officeDocument/2006/relationships/image" Target="../media/image3.png"/><Relationship Id="rId5" Type="http://schemas.openxmlformats.org/officeDocument/2006/relationships/tags" Target="../tags/tag5.xml"/><Relationship Id="rId61" Type="http://schemas.openxmlformats.org/officeDocument/2006/relationships/tags" Target="../tags/tag61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77" Type="http://schemas.openxmlformats.org/officeDocument/2006/relationships/image" Target="../media/image1.png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image" Target="../media/image2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slideLayout" Target="../slideLayouts/slideLayout7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2" Type="http://schemas.openxmlformats.org/officeDocument/2006/relationships/tags" Target="../tags/tag2.xml"/><Relationship Id="rId29" Type="http://schemas.openxmlformats.org/officeDocument/2006/relationships/tags" Target="../tags/tag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6000" y="360000"/>
            <a:ext cx="13968000" cy="2484000"/>
          </a:xfrm>
          <a:prstGeom prst="rect">
            <a:avLst/>
          </a:prstGeom>
          <a:solidFill>
            <a:srgbClr val="F0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553775" y="540000"/>
            <a:ext cx="13968000" cy="288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資安技術組決賽作品</a:t>
            </a:r>
          </a:p>
        </p:txBody>
      </p:sp>
      <p:sp>
        <p:nvSpPr>
          <p:cNvPr id="4" name="PosterTitle_Centered_210mm"/>
          <p:cNvSpPr txBox="1"/>
          <p:nvPr>
            <p:custDataLst>
              <p:tags r:id="rId2"/>
            </p:custDataLst>
          </p:nvPr>
        </p:nvSpPr>
        <p:spPr>
          <a:xfrm>
            <a:off x="522025" y="864000"/>
            <a:ext cx="13968000" cy="18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092B42"/>
                </a:solidFill>
                <a:latin typeface="Times New Roman"/>
                <a:ea typeface="DFKai-SB"/>
                <a:cs typeface="Times New Roman"/>
              </a:rPr>
              <a:t>融合新型內容相依時序方向模型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092B42"/>
                </a:solidFill>
                <a:latin typeface="Times New Roman"/>
                <a:ea typeface="DFKai-SB"/>
                <a:cs typeface="Times New Roman"/>
              </a:rPr>
              <a:t>入侵偵測與任務導向檢索增強稽核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092B42"/>
                </a:solidFill>
                <a:latin typeface="Times New Roman"/>
                <a:ea typeface="DFKai-SB"/>
                <a:cs typeface="Times New Roman"/>
              </a:rPr>
              <a:t>之 AI 資安框架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6840000" y="2808000"/>
            <a:ext cx="1440000" cy="43200"/>
          </a:xfrm>
          <a:prstGeom prst="rect">
            <a:avLst/>
          </a:prstGeom>
          <a:solidFill>
            <a:srgbClr val="FDB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76000" y="3060000"/>
            <a:ext cx="13968000" cy="0"/>
          </a:xfrm>
          <a:prstGeom prst="line">
            <a:avLst/>
          </a:prstGeom>
          <a:ln w="12700">
            <a:solidFill>
              <a:srgbClr val="D6DD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576000" y="3312000"/>
            <a:ext cx="13968000" cy="468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092B42"/>
                </a:solidFill>
                <a:latin typeface="Times New Roman"/>
                <a:ea typeface="DFKai-SB"/>
                <a:cs typeface="Times New Roman"/>
              </a:rPr>
              <a:t>從流量告警，走到有證據、可回復的處置</a:t>
            </a: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576000" y="3888000"/>
            <a:ext cx="13968000" cy="36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3666E"/>
                </a:solidFill>
                <a:latin typeface="Times New Roman"/>
                <a:ea typeface="DFKai-SB"/>
                <a:cs typeface="Times New Roman"/>
              </a:rPr>
              <a:t>同一事件串起模型判定、相似案例、AI稽核與處置回條。</a:t>
            </a:r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576000" y="4608000"/>
            <a:ext cx="432000" cy="36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01</a:t>
            </a:r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1116000" y="4608000"/>
            <a:ext cx="13320000" cy="36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92B42"/>
                </a:solidFill>
                <a:latin typeface="Times New Roman"/>
                <a:ea typeface="DFKai-SB"/>
                <a:cs typeface="Times New Roman"/>
              </a:rPr>
              <a:t>四階段方法，串成同一條事件鏈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00" y="5220000"/>
            <a:ext cx="13968000" cy="1800000"/>
          </a:xfrm>
          <a:prstGeom prst="rect">
            <a:avLst/>
          </a:prstGeom>
          <a:solidFill>
            <a:srgbClr val="EAF0F4"/>
          </a:solidFill>
          <a:ln w="10160">
            <a:solidFill>
              <a:srgbClr val="D6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76000" y="5220000"/>
            <a:ext cx="54000" cy="1800000"/>
          </a:xfrm>
          <a:prstGeom prst="rect">
            <a:avLst/>
          </a:prstGeom>
          <a:solidFill>
            <a:srgbClr val="105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828000" y="5364000"/>
            <a:ext cx="360000" cy="288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01</a:t>
            </a:r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1332000" y="5328000"/>
            <a:ext cx="2628000" cy="36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互補判定</a:t>
            </a: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1332000" y="5724000"/>
            <a:ext cx="2628000" cy="288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66E"/>
                </a:solidFill>
                <a:latin typeface="Times New Roman"/>
                <a:ea typeface="DFKai-SB"/>
                <a:cs typeface="Times New Roman"/>
              </a:rPr>
              <a:t>內容＋時序</a:t>
            </a:r>
          </a:p>
        </p:txBody>
      </p:sp>
      <p:pic>
        <p:nvPicPr>
          <p:cNvPr id="16" name="Picture 15" descr="flat-icon-2.png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900000" y="6120000"/>
            <a:ext cx="756000" cy="756000"/>
          </a:xfrm>
          <a:prstGeom prst="rect">
            <a:avLst/>
          </a:prstGeom>
        </p:spPr>
      </p:pic>
      <p:sp>
        <p:nvSpPr>
          <p:cNvPr id="17" name="Down Arrow 16"/>
          <p:cNvSpPr/>
          <p:nvPr/>
        </p:nvSpPr>
        <p:spPr>
          <a:xfrm>
            <a:off x="9252000" y="7038000"/>
            <a:ext cx="288000" cy="180000"/>
          </a:xfrm>
          <a:prstGeom prst="downArrow">
            <a:avLst/>
          </a:prstGeom>
          <a:solidFill>
            <a:srgbClr val="105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76000" y="7236000"/>
            <a:ext cx="13968000" cy="1800000"/>
          </a:xfrm>
          <a:prstGeom prst="rect">
            <a:avLst/>
          </a:prstGeom>
          <a:solidFill>
            <a:srgbClr val="F0F2F3"/>
          </a:solidFill>
          <a:ln w="10160">
            <a:solidFill>
              <a:srgbClr val="D6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76000" y="7236000"/>
            <a:ext cx="54000" cy="1800000"/>
          </a:xfrm>
          <a:prstGeom prst="rect">
            <a:avLst/>
          </a:prstGeom>
          <a:solidFill>
            <a:srgbClr val="105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20" name="TextBox 19"/>
          <p:cNvSpPr txBox="1"/>
          <p:nvPr>
            <p:custDataLst>
              <p:tags r:id="rId10"/>
            </p:custDataLst>
          </p:nvPr>
        </p:nvSpPr>
        <p:spPr>
          <a:xfrm>
            <a:off x="828000" y="7380000"/>
            <a:ext cx="360000" cy="288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02</a:t>
            </a:r>
          </a:p>
        </p:txBody>
      </p:sp>
      <p:sp>
        <p:nvSpPr>
          <p:cNvPr id="21" name="TextBox 20"/>
          <p:cNvSpPr txBox="1"/>
          <p:nvPr>
            <p:custDataLst>
              <p:tags r:id="rId11"/>
            </p:custDataLst>
          </p:nvPr>
        </p:nvSpPr>
        <p:spPr>
          <a:xfrm>
            <a:off x="1332000" y="7344000"/>
            <a:ext cx="2628000" cy="36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任務檢索</a:t>
            </a:r>
          </a:p>
        </p:txBody>
      </p:sp>
      <p:sp>
        <p:nvSpPr>
          <p:cNvPr id="22" name="TextBox 21"/>
          <p:cNvSpPr txBox="1"/>
          <p:nvPr>
            <p:custDataLst>
              <p:tags r:id="rId12"/>
            </p:custDataLst>
          </p:nvPr>
        </p:nvSpPr>
        <p:spPr>
          <a:xfrm>
            <a:off x="1332000" y="7740000"/>
            <a:ext cx="2628000" cy="288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66E"/>
                </a:solidFill>
                <a:latin typeface="Times New Roman"/>
                <a:ea typeface="DFKai-SB"/>
                <a:cs typeface="Times New Roman"/>
              </a:rPr>
              <a:t>表徵＋機率</a:t>
            </a:r>
          </a:p>
        </p:txBody>
      </p:sp>
      <p:pic>
        <p:nvPicPr>
          <p:cNvPr id="23" name="Picture 22" descr="flat-icon-3.png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900000" y="8136000"/>
            <a:ext cx="756000" cy="756000"/>
          </a:xfrm>
          <a:prstGeom prst="rect">
            <a:avLst/>
          </a:prstGeom>
        </p:spPr>
      </p:pic>
      <p:sp>
        <p:nvSpPr>
          <p:cNvPr id="24" name="Down Arrow 23"/>
          <p:cNvSpPr/>
          <p:nvPr/>
        </p:nvSpPr>
        <p:spPr>
          <a:xfrm>
            <a:off x="9252000" y="9054000"/>
            <a:ext cx="288000" cy="180000"/>
          </a:xfrm>
          <a:prstGeom prst="downArrow">
            <a:avLst/>
          </a:prstGeom>
          <a:solidFill>
            <a:srgbClr val="105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76000" y="9252000"/>
            <a:ext cx="13968000" cy="1800000"/>
          </a:xfrm>
          <a:prstGeom prst="rect">
            <a:avLst/>
          </a:prstGeom>
          <a:solidFill>
            <a:srgbClr val="F0F2F3"/>
          </a:solidFill>
          <a:ln w="10160">
            <a:solidFill>
              <a:srgbClr val="D6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76000" y="9252000"/>
            <a:ext cx="54000" cy="1800000"/>
          </a:xfrm>
          <a:prstGeom prst="rect">
            <a:avLst/>
          </a:prstGeom>
          <a:solidFill>
            <a:srgbClr val="105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27" name="TextBox 26"/>
          <p:cNvSpPr txBox="1"/>
          <p:nvPr>
            <p:custDataLst>
              <p:tags r:id="rId13"/>
            </p:custDataLst>
          </p:nvPr>
        </p:nvSpPr>
        <p:spPr>
          <a:xfrm>
            <a:off x="828000" y="9396000"/>
            <a:ext cx="360000" cy="288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03</a:t>
            </a:r>
          </a:p>
        </p:txBody>
      </p:sp>
      <p:sp>
        <p:nvSpPr>
          <p:cNvPr id="28" name="TextBox 27"/>
          <p:cNvSpPr txBox="1"/>
          <p:nvPr>
            <p:custDataLst>
              <p:tags r:id="rId14"/>
            </p:custDataLst>
          </p:nvPr>
        </p:nvSpPr>
        <p:spPr>
          <a:xfrm>
            <a:off x="1332000" y="9360000"/>
            <a:ext cx="2628000" cy="36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證據稽核</a:t>
            </a:r>
          </a:p>
        </p:txBody>
      </p:sp>
      <p:sp>
        <p:nvSpPr>
          <p:cNvPr id="29" name="TextBox 28"/>
          <p:cNvSpPr txBox="1"/>
          <p:nvPr>
            <p:custDataLst>
              <p:tags r:id="rId15"/>
            </p:custDataLst>
          </p:nvPr>
        </p:nvSpPr>
        <p:spPr>
          <a:xfrm>
            <a:off x="1332000" y="9756000"/>
            <a:ext cx="2628000" cy="288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66E"/>
                </a:solidFill>
                <a:latin typeface="Times New Roman"/>
                <a:ea typeface="DFKai-SB"/>
                <a:cs typeface="Times New Roman"/>
              </a:rPr>
              <a:t>保留正式分類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4000" y="10152000"/>
            <a:ext cx="504000" cy="72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1051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1152000" y="10296000"/>
            <a:ext cx="288000" cy="0"/>
          </a:xfrm>
          <a:prstGeom prst="line">
            <a:avLst/>
          </a:prstGeom>
          <a:ln w="12700">
            <a:solidFill>
              <a:srgbClr val="1051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52000" y="10476000"/>
            <a:ext cx="288000" cy="0"/>
          </a:xfrm>
          <a:prstGeom prst="line">
            <a:avLst/>
          </a:prstGeom>
          <a:ln w="12700">
            <a:solidFill>
              <a:srgbClr val="1051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52000" y="10656000"/>
            <a:ext cx="288000" cy="0"/>
          </a:xfrm>
          <a:prstGeom prst="line">
            <a:avLst/>
          </a:prstGeom>
          <a:ln w="12700">
            <a:solidFill>
              <a:srgbClr val="1051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Down Arrow 33"/>
          <p:cNvSpPr/>
          <p:nvPr/>
        </p:nvSpPr>
        <p:spPr>
          <a:xfrm>
            <a:off x="9252000" y="11070000"/>
            <a:ext cx="288000" cy="180000"/>
          </a:xfrm>
          <a:prstGeom prst="downArrow">
            <a:avLst/>
          </a:prstGeom>
          <a:solidFill>
            <a:srgbClr val="105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76000" y="11268000"/>
            <a:ext cx="13968000" cy="1800000"/>
          </a:xfrm>
          <a:prstGeom prst="rect">
            <a:avLst/>
          </a:prstGeom>
          <a:solidFill>
            <a:srgbClr val="EAF0F4"/>
          </a:solidFill>
          <a:ln w="10160">
            <a:solidFill>
              <a:srgbClr val="D6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76000" y="11268000"/>
            <a:ext cx="54000" cy="1800000"/>
          </a:xfrm>
          <a:prstGeom prst="rect">
            <a:avLst/>
          </a:prstGeom>
          <a:solidFill>
            <a:srgbClr val="105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37" name="TextBox 36"/>
          <p:cNvSpPr txBox="1"/>
          <p:nvPr>
            <p:custDataLst>
              <p:tags r:id="rId16"/>
            </p:custDataLst>
          </p:nvPr>
        </p:nvSpPr>
        <p:spPr>
          <a:xfrm>
            <a:off x="828000" y="11412000"/>
            <a:ext cx="360000" cy="288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04</a:t>
            </a:r>
          </a:p>
        </p:txBody>
      </p:sp>
      <p:sp>
        <p:nvSpPr>
          <p:cNvPr id="38" name="TextBox 37"/>
          <p:cNvSpPr txBox="1"/>
          <p:nvPr>
            <p:custDataLst>
              <p:tags r:id="rId17"/>
            </p:custDataLst>
          </p:nvPr>
        </p:nvSpPr>
        <p:spPr>
          <a:xfrm>
            <a:off x="1332000" y="11376000"/>
            <a:ext cx="2628000" cy="36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受控回復</a:t>
            </a:r>
          </a:p>
        </p:txBody>
      </p:sp>
      <p:sp>
        <p:nvSpPr>
          <p:cNvPr id="39" name="TextBox 38"/>
          <p:cNvSpPr txBox="1"/>
          <p:nvPr>
            <p:custDataLst>
              <p:tags r:id="rId18"/>
            </p:custDataLst>
          </p:nvPr>
        </p:nvSpPr>
        <p:spPr>
          <a:xfrm>
            <a:off x="1332000" y="11772000"/>
            <a:ext cx="2628000" cy="288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66E"/>
                </a:solidFill>
                <a:latin typeface="Times New Roman"/>
                <a:ea typeface="DFKai-SB"/>
                <a:cs typeface="Times New Roman"/>
              </a:rPr>
              <a:t>策略＋期限</a:t>
            </a:r>
          </a:p>
        </p:txBody>
      </p:sp>
      <p:pic>
        <p:nvPicPr>
          <p:cNvPr id="40" name="Picture 39" descr="flat-icon-4.png"/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900000" y="12168000"/>
            <a:ext cx="756000" cy="75600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4320000" y="5400000"/>
            <a:ext cx="2808000" cy="61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42" name="TextBox 41"/>
          <p:cNvSpPr txBox="1"/>
          <p:nvPr>
            <p:custDataLst>
              <p:tags r:id="rId19"/>
            </p:custDataLst>
          </p:nvPr>
        </p:nvSpPr>
        <p:spPr>
          <a:xfrm>
            <a:off x="4288250" y="5436000"/>
            <a:ext cx="2808000" cy="3427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CTBM</a:t>
            </a:r>
          </a:p>
        </p:txBody>
      </p:sp>
      <p:sp>
        <p:nvSpPr>
          <p:cNvPr id="43" name="TextBox 42"/>
          <p:cNvSpPr txBox="1"/>
          <p:nvPr>
            <p:custDataLst>
              <p:tags r:id="rId20"/>
            </p:custDataLst>
          </p:nvPr>
        </p:nvSpPr>
        <p:spPr>
          <a:xfrm>
            <a:off x="4297775" y="5730480"/>
            <a:ext cx="2808000" cy="2631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66E"/>
                </a:solidFill>
                <a:latin typeface="Times New Roman"/>
                <a:ea typeface="DFKai-SB"/>
                <a:cs typeface="Times New Roman"/>
              </a:rPr>
              <a:t>內容·時間差·方向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0000" y="6228000"/>
            <a:ext cx="2808000" cy="61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45" name="TextBox 44"/>
          <p:cNvSpPr txBox="1"/>
          <p:nvPr>
            <p:custDataLst>
              <p:tags r:id="rId21"/>
            </p:custDataLst>
          </p:nvPr>
        </p:nvSpPr>
        <p:spPr>
          <a:xfrm>
            <a:off x="4288250" y="6264000"/>
            <a:ext cx="2808000" cy="3427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PBCNN</a:t>
            </a:r>
          </a:p>
        </p:txBody>
      </p:sp>
      <p:sp>
        <p:nvSpPr>
          <p:cNvPr id="46" name="TextBox 45"/>
          <p:cNvSpPr txBox="1"/>
          <p:nvPr>
            <p:custDataLst>
              <p:tags r:id="rId22"/>
            </p:custDataLst>
          </p:nvPr>
        </p:nvSpPr>
        <p:spPr>
          <a:xfrm>
            <a:off x="4297775" y="6558480"/>
            <a:ext cx="2808000" cy="2631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66E"/>
                </a:solidFill>
                <a:latin typeface="Times New Roman"/>
                <a:ea typeface="DFKai-SB"/>
                <a:cs typeface="Times New Roman"/>
              </a:rPr>
              <a:t>短窗位元組模式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128000" y="5706000"/>
            <a:ext cx="324000" cy="0"/>
          </a:xfrm>
          <a:prstGeom prst="line">
            <a:avLst/>
          </a:prstGeom>
          <a:ln w="12700">
            <a:solidFill>
              <a:srgbClr val="1051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128000" y="6534000"/>
            <a:ext cx="324000" cy="0"/>
          </a:xfrm>
          <a:prstGeom prst="line">
            <a:avLst/>
          </a:prstGeom>
          <a:ln w="12700">
            <a:solidFill>
              <a:srgbClr val="1051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452000" y="5706000"/>
            <a:ext cx="0" cy="828000"/>
          </a:xfrm>
          <a:prstGeom prst="line">
            <a:avLst/>
          </a:prstGeom>
          <a:ln w="12700">
            <a:solidFill>
              <a:srgbClr val="1051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ight Arrow 49"/>
          <p:cNvSpPr/>
          <p:nvPr/>
        </p:nvSpPr>
        <p:spPr>
          <a:xfrm>
            <a:off x="7488000" y="6012000"/>
            <a:ext cx="288000" cy="216000"/>
          </a:xfrm>
          <a:prstGeom prst="rightArrow">
            <a:avLst/>
          </a:prstGeom>
          <a:solidFill>
            <a:srgbClr val="105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848000" y="5688000"/>
            <a:ext cx="3060000" cy="9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52" name="TextBox 51"/>
          <p:cNvSpPr txBox="1"/>
          <p:nvPr>
            <p:custDataLst>
              <p:tags r:id="rId23"/>
            </p:custDataLst>
          </p:nvPr>
        </p:nvSpPr>
        <p:spPr>
          <a:xfrm>
            <a:off x="7816250" y="5724000"/>
            <a:ext cx="3060000" cy="504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校準＋融合</a:t>
            </a:r>
          </a:p>
        </p:txBody>
      </p:sp>
      <p:sp>
        <p:nvSpPr>
          <p:cNvPr id="53" name="TextBox 52"/>
          <p:cNvSpPr txBox="1"/>
          <p:nvPr>
            <p:custDataLst>
              <p:tags r:id="rId24"/>
            </p:custDataLst>
          </p:nvPr>
        </p:nvSpPr>
        <p:spPr>
          <a:xfrm>
            <a:off x="7825775" y="6174000"/>
            <a:ext cx="3060000" cy="387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66E"/>
                </a:solidFill>
                <a:latin typeface="Times New Roman"/>
                <a:ea typeface="DFKai-SB"/>
                <a:cs typeface="Times New Roman"/>
              </a:rPr>
              <a:t>OOF Gate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10980000" y="6012000"/>
            <a:ext cx="504000" cy="216000"/>
          </a:xfrm>
          <a:prstGeom prst="rightArrow">
            <a:avLst/>
          </a:prstGeom>
          <a:solidFill>
            <a:srgbClr val="105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1592000" y="5688000"/>
            <a:ext cx="2736000" cy="9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56" name="TextBox 55"/>
          <p:cNvSpPr txBox="1"/>
          <p:nvPr>
            <p:custDataLst>
              <p:tags r:id="rId25"/>
            </p:custDataLst>
          </p:nvPr>
        </p:nvSpPr>
        <p:spPr>
          <a:xfrm>
            <a:off x="11560251" y="5724000"/>
            <a:ext cx="2736000" cy="504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17類判定</a:t>
            </a:r>
          </a:p>
        </p:txBody>
      </p:sp>
      <p:sp>
        <p:nvSpPr>
          <p:cNvPr id="57" name="TextBox 56"/>
          <p:cNvSpPr txBox="1"/>
          <p:nvPr>
            <p:custDataLst>
              <p:tags r:id="rId26"/>
            </p:custDataLst>
          </p:nvPr>
        </p:nvSpPr>
        <p:spPr>
          <a:xfrm>
            <a:off x="11569776" y="6174000"/>
            <a:ext cx="2736000" cy="387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66E"/>
                </a:solidFill>
                <a:latin typeface="Times New Roman"/>
                <a:ea typeface="DFKai-SB"/>
                <a:cs typeface="Times New Roman"/>
              </a:rPr>
              <a:t>信心與512維表徵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20000" y="7416000"/>
            <a:ext cx="2808000" cy="61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59" name="TextBox 58"/>
          <p:cNvSpPr txBox="1"/>
          <p:nvPr>
            <p:custDataLst>
              <p:tags r:id="rId27"/>
            </p:custDataLst>
          </p:nvPr>
        </p:nvSpPr>
        <p:spPr>
          <a:xfrm>
            <a:off x="4288250" y="7416000"/>
            <a:ext cx="2808000" cy="612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512維表徵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20000" y="8244000"/>
            <a:ext cx="2808000" cy="61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61" name="TextBox 60"/>
          <p:cNvSpPr txBox="1"/>
          <p:nvPr>
            <p:custDataLst>
              <p:tags r:id="rId28"/>
            </p:custDataLst>
          </p:nvPr>
        </p:nvSpPr>
        <p:spPr>
          <a:xfrm>
            <a:off x="4288250" y="8244000"/>
            <a:ext cx="2808000" cy="612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17維機率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128000" y="7722000"/>
            <a:ext cx="324000" cy="0"/>
          </a:xfrm>
          <a:prstGeom prst="line">
            <a:avLst/>
          </a:prstGeom>
          <a:ln w="12700">
            <a:solidFill>
              <a:srgbClr val="1051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128000" y="8550000"/>
            <a:ext cx="324000" cy="0"/>
          </a:xfrm>
          <a:prstGeom prst="line">
            <a:avLst/>
          </a:prstGeom>
          <a:ln w="12700">
            <a:solidFill>
              <a:srgbClr val="1051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452000" y="7722000"/>
            <a:ext cx="0" cy="828000"/>
          </a:xfrm>
          <a:prstGeom prst="line">
            <a:avLst/>
          </a:prstGeom>
          <a:ln w="12700">
            <a:solidFill>
              <a:srgbClr val="1051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ight Arrow 64"/>
          <p:cNvSpPr/>
          <p:nvPr/>
        </p:nvSpPr>
        <p:spPr>
          <a:xfrm>
            <a:off x="7488000" y="8028000"/>
            <a:ext cx="288000" cy="216000"/>
          </a:xfrm>
          <a:prstGeom prst="rightArrow">
            <a:avLst/>
          </a:prstGeom>
          <a:solidFill>
            <a:srgbClr val="105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7848000" y="7704000"/>
            <a:ext cx="3060000" cy="9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67" name="TextBox 66"/>
          <p:cNvSpPr txBox="1"/>
          <p:nvPr>
            <p:custDataLst>
              <p:tags r:id="rId29"/>
            </p:custDataLst>
          </p:nvPr>
        </p:nvSpPr>
        <p:spPr>
          <a:xfrm>
            <a:off x="7816250" y="7740000"/>
            <a:ext cx="3060000" cy="504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529維向量</a:t>
            </a:r>
          </a:p>
        </p:txBody>
      </p:sp>
      <p:sp>
        <p:nvSpPr>
          <p:cNvPr id="68" name="TextBox 67"/>
          <p:cNvSpPr txBox="1"/>
          <p:nvPr>
            <p:custDataLst>
              <p:tags r:id="rId30"/>
            </p:custDataLst>
          </p:nvPr>
        </p:nvSpPr>
        <p:spPr>
          <a:xfrm>
            <a:off x="7825775" y="8190000"/>
            <a:ext cx="3060000" cy="387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66E"/>
                </a:solidFill>
                <a:latin typeface="Times New Roman"/>
                <a:ea typeface="DFKai-SB"/>
                <a:cs typeface="Times New Roman"/>
              </a:rPr>
              <a:t>L2正規化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10980000" y="8028000"/>
            <a:ext cx="504000" cy="216000"/>
          </a:xfrm>
          <a:prstGeom prst="rightArrow">
            <a:avLst/>
          </a:prstGeom>
          <a:solidFill>
            <a:srgbClr val="105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11592000" y="7704000"/>
            <a:ext cx="2736000" cy="9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71" name="TextBox 70"/>
          <p:cNvSpPr txBox="1"/>
          <p:nvPr>
            <p:custDataLst>
              <p:tags r:id="rId31"/>
            </p:custDataLst>
          </p:nvPr>
        </p:nvSpPr>
        <p:spPr>
          <a:xfrm>
            <a:off x="11560250" y="7740000"/>
            <a:ext cx="2736000" cy="504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Top-5證據</a:t>
            </a:r>
          </a:p>
        </p:txBody>
      </p:sp>
      <p:sp>
        <p:nvSpPr>
          <p:cNvPr id="72" name="TextBox 71"/>
          <p:cNvSpPr txBox="1"/>
          <p:nvPr>
            <p:custDataLst>
              <p:tags r:id="rId32"/>
            </p:custDataLst>
          </p:nvPr>
        </p:nvSpPr>
        <p:spPr>
          <a:xfrm>
            <a:off x="11569776" y="8190000"/>
            <a:ext cx="2736000" cy="387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66E"/>
                </a:solidFill>
                <a:latin typeface="Times New Roman"/>
                <a:ea typeface="DFKai-SB"/>
                <a:cs typeface="Times New Roman"/>
              </a:rPr>
              <a:t>僅檢索訓練案例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20000" y="9432000"/>
            <a:ext cx="2808000" cy="61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74" name="TextBox 73"/>
          <p:cNvSpPr txBox="1"/>
          <p:nvPr>
            <p:custDataLst>
              <p:tags r:id="rId33"/>
            </p:custDataLst>
          </p:nvPr>
        </p:nvSpPr>
        <p:spPr>
          <a:xfrm>
            <a:off x="4288250" y="9432000"/>
            <a:ext cx="2808000" cy="612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正式判定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20000" y="10260000"/>
            <a:ext cx="2808000" cy="61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76" name="TextBox 75"/>
          <p:cNvSpPr txBox="1"/>
          <p:nvPr>
            <p:custDataLst>
              <p:tags r:id="rId34"/>
            </p:custDataLst>
          </p:nvPr>
        </p:nvSpPr>
        <p:spPr>
          <a:xfrm>
            <a:off x="4288250" y="10260000"/>
            <a:ext cx="2808000" cy="612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案例證據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7128000" y="9738000"/>
            <a:ext cx="324000" cy="0"/>
          </a:xfrm>
          <a:prstGeom prst="line">
            <a:avLst/>
          </a:prstGeom>
          <a:ln w="12700">
            <a:solidFill>
              <a:srgbClr val="1051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128000" y="10566000"/>
            <a:ext cx="324000" cy="0"/>
          </a:xfrm>
          <a:prstGeom prst="line">
            <a:avLst/>
          </a:prstGeom>
          <a:ln w="12700">
            <a:solidFill>
              <a:srgbClr val="1051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52000" y="9738000"/>
            <a:ext cx="0" cy="828000"/>
          </a:xfrm>
          <a:prstGeom prst="line">
            <a:avLst/>
          </a:prstGeom>
          <a:ln w="12700">
            <a:solidFill>
              <a:srgbClr val="1051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ight Arrow 79"/>
          <p:cNvSpPr/>
          <p:nvPr/>
        </p:nvSpPr>
        <p:spPr>
          <a:xfrm>
            <a:off x="7488000" y="10044000"/>
            <a:ext cx="288000" cy="216000"/>
          </a:xfrm>
          <a:prstGeom prst="rightArrow">
            <a:avLst/>
          </a:prstGeom>
          <a:solidFill>
            <a:srgbClr val="105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7848000" y="9720000"/>
            <a:ext cx="3060000" cy="9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82" name="TextBox 81"/>
          <p:cNvSpPr txBox="1"/>
          <p:nvPr>
            <p:custDataLst>
              <p:tags r:id="rId35"/>
            </p:custDataLst>
          </p:nvPr>
        </p:nvSpPr>
        <p:spPr>
          <a:xfrm>
            <a:off x="7816250" y="9756000"/>
            <a:ext cx="3060000" cy="504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本機AI稽核</a:t>
            </a:r>
          </a:p>
        </p:txBody>
      </p:sp>
      <p:sp>
        <p:nvSpPr>
          <p:cNvPr id="83" name="TextBox 82"/>
          <p:cNvSpPr txBox="1"/>
          <p:nvPr>
            <p:custDataLst>
              <p:tags r:id="rId36"/>
            </p:custDataLst>
          </p:nvPr>
        </p:nvSpPr>
        <p:spPr>
          <a:xfrm>
            <a:off x="7825775" y="10206000"/>
            <a:ext cx="3060000" cy="387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66E"/>
                </a:solidFill>
                <a:latin typeface="Times New Roman"/>
                <a:ea typeface="DFKai-SB"/>
                <a:cs typeface="Times New Roman"/>
              </a:rPr>
              <a:t>核對同一事件</a:t>
            </a:r>
          </a:p>
        </p:txBody>
      </p:sp>
      <p:sp>
        <p:nvSpPr>
          <p:cNvPr id="84" name="Right Arrow 83"/>
          <p:cNvSpPr/>
          <p:nvPr/>
        </p:nvSpPr>
        <p:spPr>
          <a:xfrm>
            <a:off x="10980000" y="10044000"/>
            <a:ext cx="504000" cy="216000"/>
          </a:xfrm>
          <a:prstGeom prst="rightArrow">
            <a:avLst/>
          </a:prstGeom>
          <a:solidFill>
            <a:srgbClr val="105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1592000" y="9396000"/>
            <a:ext cx="27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86" name="TextBox 85"/>
          <p:cNvSpPr txBox="1"/>
          <p:nvPr>
            <p:custDataLst>
              <p:tags r:id="rId37"/>
            </p:custDataLst>
          </p:nvPr>
        </p:nvSpPr>
        <p:spPr>
          <a:xfrm>
            <a:off x="11560251" y="9396000"/>
            <a:ext cx="2736000" cy="432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支持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592000" y="9900000"/>
            <a:ext cx="27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88" name="TextBox 87"/>
          <p:cNvSpPr txBox="1"/>
          <p:nvPr>
            <p:custDataLst>
              <p:tags r:id="rId38"/>
            </p:custDataLst>
          </p:nvPr>
        </p:nvSpPr>
        <p:spPr>
          <a:xfrm>
            <a:off x="11560251" y="9900000"/>
            <a:ext cx="2736000" cy="432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複核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1592000" y="10404000"/>
            <a:ext cx="27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90" name="TextBox 89"/>
          <p:cNvSpPr txBox="1"/>
          <p:nvPr>
            <p:custDataLst>
              <p:tags r:id="rId39"/>
            </p:custDataLst>
          </p:nvPr>
        </p:nvSpPr>
        <p:spPr>
          <a:xfrm>
            <a:off x="11560251" y="10404000"/>
            <a:ext cx="2736000" cy="432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不確定</a:t>
            </a:r>
          </a:p>
        </p:txBody>
      </p:sp>
      <p:sp>
        <p:nvSpPr>
          <p:cNvPr id="91" name="TextBox 90"/>
          <p:cNvSpPr txBox="1"/>
          <p:nvPr>
            <p:custDataLst>
              <p:tags r:id="rId40"/>
            </p:custDataLst>
          </p:nvPr>
        </p:nvSpPr>
        <p:spPr>
          <a:xfrm>
            <a:off x="4320000" y="11412000"/>
            <a:ext cx="10008000" cy="36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C1D"/>
                </a:solidFill>
                <a:latin typeface="Times New Roman"/>
                <a:ea typeface="DFKai-SB"/>
                <a:cs typeface="Times New Roman"/>
              </a:rPr>
              <a:t>策略檢查：範圍、允許動作與期限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320000" y="11880000"/>
            <a:ext cx="2808000" cy="57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93" name="TextBox 92"/>
          <p:cNvSpPr txBox="1"/>
          <p:nvPr>
            <p:custDataLst>
              <p:tags r:id="rId41"/>
            </p:custDataLst>
          </p:nvPr>
        </p:nvSpPr>
        <p:spPr>
          <a:xfrm>
            <a:off x="4288250" y="11880000"/>
            <a:ext cx="2808000" cy="576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套用規則</a:t>
            </a:r>
          </a:p>
        </p:txBody>
      </p:sp>
      <p:sp>
        <p:nvSpPr>
          <p:cNvPr id="94" name="Right Arrow 93"/>
          <p:cNvSpPr/>
          <p:nvPr/>
        </p:nvSpPr>
        <p:spPr>
          <a:xfrm>
            <a:off x="7236000" y="12060000"/>
            <a:ext cx="504000" cy="216000"/>
          </a:xfrm>
          <a:prstGeom prst="rightArrow">
            <a:avLst/>
          </a:prstGeom>
          <a:solidFill>
            <a:srgbClr val="105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7848000" y="11880000"/>
            <a:ext cx="2808000" cy="57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96" name="TextBox 95"/>
          <p:cNvSpPr txBox="1"/>
          <p:nvPr>
            <p:custDataLst>
              <p:tags r:id="rId42"/>
            </p:custDataLst>
          </p:nvPr>
        </p:nvSpPr>
        <p:spPr>
          <a:xfrm>
            <a:off x="7816250" y="11880000"/>
            <a:ext cx="2808000" cy="576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讀回驗證</a:t>
            </a:r>
          </a:p>
        </p:txBody>
      </p:sp>
      <p:sp>
        <p:nvSpPr>
          <p:cNvPr id="97" name="Right Arrow 96"/>
          <p:cNvSpPr/>
          <p:nvPr/>
        </p:nvSpPr>
        <p:spPr>
          <a:xfrm>
            <a:off x="10764000" y="12060000"/>
            <a:ext cx="504000" cy="216000"/>
          </a:xfrm>
          <a:prstGeom prst="rightArrow">
            <a:avLst/>
          </a:prstGeom>
          <a:solidFill>
            <a:srgbClr val="105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11376000" y="11880000"/>
            <a:ext cx="2808000" cy="57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99" name="TextBox 98"/>
          <p:cNvSpPr txBox="1"/>
          <p:nvPr>
            <p:custDataLst>
              <p:tags r:id="rId43"/>
            </p:custDataLst>
          </p:nvPr>
        </p:nvSpPr>
        <p:spPr>
          <a:xfrm>
            <a:off x="11344250" y="11880000"/>
            <a:ext cx="2808000" cy="576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到期回復</a:t>
            </a:r>
          </a:p>
        </p:txBody>
      </p:sp>
      <p:sp>
        <p:nvSpPr>
          <p:cNvPr id="100" name="TextBox 99"/>
          <p:cNvSpPr txBox="1"/>
          <p:nvPr>
            <p:custDataLst>
              <p:tags r:id="rId44"/>
            </p:custDataLst>
          </p:nvPr>
        </p:nvSpPr>
        <p:spPr>
          <a:xfrm>
            <a:off x="4320000" y="12564000"/>
            <a:ext cx="10008000" cy="36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66E"/>
                </a:solidFill>
                <a:latin typeface="Times New Roman"/>
                <a:ea typeface="DFKai-SB"/>
                <a:cs typeface="Times New Roman"/>
              </a:rPr>
              <a:t>複核／不確定 → 保留監測或蒐證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76000" y="13500000"/>
            <a:ext cx="13968000" cy="504000"/>
          </a:xfrm>
          <a:prstGeom prst="rect">
            <a:avLst/>
          </a:prstGeom>
          <a:solidFill>
            <a:srgbClr val="FF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102" name="TextBox 101"/>
          <p:cNvSpPr txBox="1"/>
          <p:nvPr>
            <p:custDataLst>
              <p:tags r:id="rId45"/>
            </p:custDataLst>
          </p:nvPr>
        </p:nvSpPr>
        <p:spPr>
          <a:xfrm>
            <a:off x="691425" y="13500000"/>
            <a:ext cx="13680000" cy="504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92B42"/>
                </a:solidFill>
                <a:latin typeface="Times New Roman"/>
                <a:ea typeface="DFKai-SB"/>
                <a:cs typeface="Times New Roman"/>
              </a:rPr>
              <a:t>同一事件識別碼：正式分類／案例證據／稽核結論／處置回條</a:t>
            </a:r>
          </a:p>
        </p:txBody>
      </p:sp>
      <p:sp>
        <p:nvSpPr>
          <p:cNvPr id="103" name="TextBox 102"/>
          <p:cNvSpPr txBox="1"/>
          <p:nvPr>
            <p:custDataLst>
              <p:tags r:id="rId46"/>
            </p:custDataLst>
          </p:nvPr>
        </p:nvSpPr>
        <p:spPr>
          <a:xfrm>
            <a:off x="576000" y="14292000"/>
            <a:ext cx="432000" cy="36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02</a:t>
            </a:r>
          </a:p>
        </p:txBody>
      </p:sp>
      <p:sp>
        <p:nvSpPr>
          <p:cNvPr id="104" name="TextBox 103"/>
          <p:cNvSpPr txBox="1"/>
          <p:nvPr>
            <p:custDataLst>
              <p:tags r:id="rId47"/>
            </p:custDataLst>
          </p:nvPr>
        </p:nvSpPr>
        <p:spPr>
          <a:xfrm>
            <a:off x="1116000" y="14292000"/>
            <a:ext cx="13320000" cy="36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92B42"/>
                </a:solidFill>
                <a:latin typeface="Times New Roman"/>
                <a:ea typeface="DFKai-SB"/>
                <a:cs typeface="Times New Roman"/>
              </a:rPr>
              <a:t>三項創新，直接對應可展示成果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76000" y="14796000"/>
            <a:ext cx="504000" cy="36000"/>
          </a:xfrm>
          <a:prstGeom prst="rect">
            <a:avLst/>
          </a:prstGeom>
          <a:solidFill>
            <a:srgbClr val="FDB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106" name="TextBox 105"/>
          <p:cNvSpPr txBox="1"/>
          <p:nvPr>
            <p:custDataLst>
              <p:tags r:id="rId48"/>
            </p:custDataLst>
          </p:nvPr>
        </p:nvSpPr>
        <p:spPr>
          <a:xfrm>
            <a:off x="576000" y="14868000"/>
            <a:ext cx="4392000" cy="396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互補判定</a:t>
            </a:r>
          </a:p>
        </p:txBody>
      </p:sp>
      <p:sp>
        <p:nvSpPr>
          <p:cNvPr id="107" name="TextBox 106"/>
          <p:cNvSpPr txBox="1"/>
          <p:nvPr>
            <p:custDataLst>
              <p:tags r:id="rId49"/>
            </p:custDataLst>
          </p:nvPr>
        </p:nvSpPr>
        <p:spPr>
          <a:xfrm>
            <a:off x="576000" y="15336000"/>
            <a:ext cx="4464000" cy="792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3666E"/>
                </a:solidFill>
                <a:latin typeface="Times New Roman"/>
                <a:ea typeface="DFKai-SB"/>
                <a:cs typeface="Times New Roman"/>
              </a:rPr>
              <a:t>時序與局部內容共同判斷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3666E"/>
                </a:solidFill>
                <a:latin typeface="Times New Roman"/>
                <a:ea typeface="DFKai-SB"/>
                <a:cs typeface="Times New Roman"/>
              </a:rPr>
              <a:t>校準後形成固定17類分類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364000" y="14796000"/>
            <a:ext cx="504000" cy="36000"/>
          </a:xfrm>
          <a:prstGeom prst="rect">
            <a:avLst/>
          </a:prstGeom>
          <a:solidFill>
            <a:srgbClr val="FDB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cxnSp>
        <p:nvCxnSpPr>
          <p:cNvPr id="109" name="Connector 108"/>
          <p:cNvCxnSpPr/>
          <p:nvPr/>
        </p:nvCxnSpPr>
        <p:spPr>
          <a:xfrm>
            <a:off x="5148000" y="14904000"/>
            <a:ext cx="0" cy="1224000"/>
          </a:xfrm>
          <a:prstGeom prst="line">
            <a:avLst/>
          </a:prstGeom>
          <a:ln w="12700">
            <a:solidFill>
              <a:srgbClr val="D6DD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>
            <p:custDataLst>
              <p:tags r:id="rId50"/>
            </p:custDataLst>
          </p:nvPr>
        </p:nvSpPr>
        <p:spPr>
          <a:xfrm>
            <a:off x="5364000" y="14868000"/>
            <a:ext cx="4392000" cy="396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任務證據</a:t>
            </a:r>
          </a:p>
        </p:txBody>
      </p:sp>
      <p:sp>
        <p:nvSpPr>
          <p:cNvPr id="111" name="TextBox 110"/>
          <p:cNvSpPr txBox="1"/>
          <p:nvPr>
            <p:custDataLst>
              <p:tags r:id="rId51"/>
            </p:custDataLst>
          </p:nvPr>
        </p:nvSpPr>
        <p:spPr>
          <a:xfrm>
            <a:off x="5364000" y="15336000"/>
            <a:ext cx="4464000" cy="792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3666E"/>
                </a:solidFill>
                <a:latin typeface="Times New Roman"/>
                <a:ea typeface="DFKai-SB"/>
                <a:cs typeface="Times New Roman"/>
              </a:rPr>
              <a:t>表徵與類別機率共同檢索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3666E"/>
                </a:solidFill>
                <a:latin typeface="Times New Roman"/>
                <a:ea typeface="DFKai-SB"/>
                <a:cs typeface="Times New Roman"/>
              </a:rPr>
              <a:t>為每個事件附上相關案例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152000" y="14796000"/>
            <a:ext cx="504000" cy="36000"/>
          </a:xfrm>
          <a:prstGeom prst="rect">
            <a:avLst/>
          </a:prstGeom>
          <a:solidFill>
            <a:srgbClr val="FDB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cxnSp>
        <p:nvCxnSpPr>
          <p:cNvPr id="113" name="Connector 112"/>
          <p:cNvCxnSpPr/>
          <p:nvPr/>
        </p:nvCxnSpPr>
        <p:spPr>
          <a:xfrm>
            <a:off x="9936000" y="14904000"/>
            <a:ext cx="0" cy="1224000"/>
          </a:xfrm>
          <a:prstGeom prst="line">
            <a:avLst/>
          </a:prstGeom>
          <a:ln w="12700">
            <a:solidFill>
              <a:srgbClr val="D6DD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>
            <p:custDataLst>
              <p:tags r:id="rId52"/>
            </p:custDataLst>
          </p:nvPr>
        </p:nvSpPr>
        <p:spPr>
          <a:xfrm>
            <a:off x="10152000" y="14868000"/>
            <a:ext cx="4392000" cy="396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可追溯處置</a:t>
            </a:r>
          </a:p>
        </p:txBody>
      </p:sp>
      <p:sp>
        <p:nvSpPr>
          <p:cNvPr id="115" name="TextBox 114"/>
          <p:cNvSpPr txBox="1"/>
          <p:nvPr>
            <p:custDataLst>
              <p:tags r:id="rId53"/>
            </p:custDataLst>
          </p:nvPr>
        </p:nvSpPr>
        <p:spPr>
          <a:xfrm>
            <a:off x="10152000" y="15336000"/>
            <a:ext cx="4464000" cy="792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3666E"/>
                </a:solidFill>
                <a:latin typeface="Times New Roman"/>
                <a:ea typeface="DFKai-SB"/>
                <a:cs typeface="Times New Roman"/>
              </a:rPr>
              <a:t>稽核附回原事件、策略另檢查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3666E"/>
                </a:solidFill>
                <a:latin typeface="Times New Roman"/>
                <a:ea typeface="DFKai-SB"/>
                <a:cs typeface="Times New Roman"/>
              </a:rPr>
              <a:t>讀回與到期回復留下紀錄</a:t>
            </a:r>
          </a:p>
        </p:txBody>
      </p:sp>
      <p:sp>
        <p:nvSpPr>
          <p:cNvPr id="116" name="TextBox 115"/>
          <p:cNvSpPr txBox="1"/>
          <p:nvPr>
            <p:custDataLst>
              <p:tags r:id="rId54"/>
            </p:custDataLst>
          </p:nvPr>
        </p:nvSpPr>
        <p:spPr>
          <a:xfrm>
            <a:off x="576000" y="16380000"/>
            <a:ext cx="432000" cy="36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03</a:t>
            </a:r>
          </a:p>
        </p:txBody>
      </p:sp>
      <p:sp>
        <p:nvSpPr>
          <p:cNvPr id="117" name="TextBox 116"/>
          <p:cNvSpPr txBox="1"/>
          <p:nvPr>
            <p:custDataLst>
              <p:tags r:id="rId55"/>
            </p:custDataLst>
          </p:nvPr>
        </p:nvSpPr>
        <p:spPr>
          <a:xfrm>
            <a:off x="1116000" y="16380000"/>
            <a:ext cx="13320000" cy="36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92B42"/>
                </a:solidFill>
                <a:latin typeface="Times New Roman"/>
                <a:ea typeface="DFKai-SB"/>
                <a:cs typeface="Times New Roman"/>
              </a:rPr>
              <a:t>以分階段實測呈現效果</a:t>
            </a:r>
          </a:p>
        </p:txBody>
      </p:sp>
      <p:sp>
        <p:nvSpPr>
          <p:cNvPr id="118" name="TextBox 117"/>
          <p:cNvSpPr txBox="1"/>
          <p:nvPr>
            <p:custDataLst>
              <p:tags r:id="rId56"/>
            </p:custDataLst>
          </p:nvPr>
        </p:nvSpPr>
        <p:spPr>
          <a:xfrm>
            <a:off x="576000" y="16920000"/>
            <a:ext cx="6624000" cy="36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C1D"/>
                </a:solidFill>
                <a:latin typeface="Times New Roman"/>
                <a:ea typeface="DFKai-SB"/>
                <a:cs typeface="Times New Roman"/>
              </a:rPr>
              <a:t>相同18,998筆測試的 Macro-F1</a:t>
            </a:r>
          </a:p>
        </p:txBody>
      </p:sp>
      <p:sp>
        <p:nvSpPr>
          <p:cNvPr id="119" name="TextBox 118"/>
          <p:cNvSpPr txBox="1"/>
          <p:nvPr>
            <p:custDataLst>
              <p:tags r:id="rId57"/>
            </p:custDataLst>
          </p:nvPr>
        </p:nvSpPr>
        <p:spPr>
          <a:xfrm>
            <a:off x="576000" y="17424000"/>
            <a:ext cx="1584000" cy="36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C1D"/>
                </a:solidFill>
                <a:latin typeface="Times New Roman"/>
                <a:ea typeface="DFKai-SB"/>
                <a:cs typeface="Times New Roman"/>
              </a:rPr>
              <a:t>PBCNN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304000" y="17496000"/>
            <a:ext cx="3384000" cy="216000"/>
          </a:xfrm>
          <a:prstGeom prst="rect">
            <a:avLst/>
          </a:prstGeom>
          <a:solidFill>
            <a:srgbClr val="F0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2304000" y="17496000"/>
            <a:ext cx="2698671" cy="216000"/>
          </a:xfrm>
          <a:prstGeom prst="rect">
            <a:avLst/>
          </a:prstGeom>
          <a:solidFill>
            <a:srgbClr val="7294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122" name="TextBox 121"/>
          <p:cNvSpPr txBox="1"/>
          <p:nvPr>
            <p:custDataLst>
              <p:tags r:id="rId58"/>
            </p:custDataLst>
          </p:nvPr>
        </p:nvSpPr>
        <p:spPr>
          <a:xfrm>
            <a:off x="5729975" y="17424000"/>
            <a:ext cx="1404000" cy="36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1C1D"/>
                </a:solidFill>
                <a:latin typeface="Times New Roman"/>
                <a:ea typeface="DFKai-SB"/>
                <a:cs typeface="Times New Roman"/>
              </a:rPr>
              <a:t>79.75%</a:t>
            </a:r>
          </a:p>
        </p:txBody>
      </p:sp>
      <p:sp>
        <p:nvSpPr>
          <p:cNvPr id="123" name="TextBox 122"/>
          <p:cNvSpPr txBox="1"/>
          <p:nvPr>
            <p:custDataLst>
              <p:tags r:id="rId59"/>
            </p:custDataLst>
          </p:nvPr>
        </p:nvSpPr>
        <p:spPr>
          <a:xfrm>
            <a:off x="576000" y="18036000"/>
            <a:ext cx="1584000" cy="36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C1D"/>
                </a:solidFill>
                <a:latin typeface="Times New Roman"/>
                <a:ea typeface="DFKai-SB"/>
                <a:cs typeface="Times New Roman"/>
              </a:rPr>
              <a:t>CTBM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304000" y="18108000"/>
            <a:ext cx="3384000" cy="216000"/>
          </a:xfrm>
          <a:prstGeom prst="rect">
            <a:avLst/>
          </a:prstGeom>
          <a:solidFill>
            <a:srgbClr val="F0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2304000" y="18108000"/>
            <a:ext cx="3116757" cy="216000"/>
          </a:xfrm>
          <a:prstGeom prst="rect">
            <a:avLst/>
          </a:prstGeom>
          <a:solidFill>
            <a:srgbClr val="7294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126" name="TextBox 125"/>
          <p:cNvSpPr txBox="1"/>
          <p:nvPr>
            <p:custDataLst>
              <p:tags r:id="rId60"/>
            </p:custDataLst>
          </p:nvPr>
        </p:nvSpPr>
        <p:spPr>
          <a:xfrm>
            <a:off x="5729975" y="18036000"/>
            <a:ext cx="1404000" cy="36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1C1D"/>
                </a:solidFill>
                <a:latin typeface="Times New Roman"/>
                <a:ea typeface="DFKai-SB"/>
                <a:cs typeface="Times New Roman"/>
              </a:rPr>
              <a:t>92.10%</a:t>
            </a:r>
          </a:p>
        </p:txBody>
      </p:sp>
      <p:sp>
        <p:nvSpPr>
          <p:cNvPr id="127" name="TextBox 126"/>
          <p:cNvSpPr txBox="1"/>
          <p:nvPr>
            <p:custDataLst>
              <p:tags r:id="rId61"/>
            </p:custDataLst>
          </p:nvPr>
        </p:nvSpPr>
        <p:spPr>
          <a:xfrm>
            <a:off x="576000" y="18648000"/>
            <a:ext cx="1584000" cy="36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OOF Gate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304000" y="18720000"/>
            <a:ext cx="3384000" cy="216000"/>
          </a:xfrm>
          <a:prstGeom prst="rect">
            <a:avLst/>
          </a:prstGeom>
          <a:solidFill>
            <a:srgbClr val="F0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2304000" y="18720000"/>
            <a:ext cx="3148824" cy="216000"/>
          </a:xfrm>
          <a:prstGeom prst="rect">
            <a:avLst/>
          </a:prstGeom>
          <a:solidFill>
            <a:srgbClr val="FDB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ea typeface="DFKai-SB"/>
              <a:cs typeface="Times New Roman"/>
            </a:endParaRPr>
          </a:p>
        </p:txBody>
      </p:sp>
      <p:sp>
        <p:nvSpPr>
          <p:cNvPr id="130" name="TextBox 129"/>
          <p:cNvSpPr txBox="1"/>
          <p:nvPr>
            <p:custDataLst>
              <p:tags r:id="rId62"/>
            </p:custDataLst>
          </p:nvPr>
        </p:nvSpPr>
        <p:spPr>
          <a:xfrm>
            <a:off x="5729975" y="18648000"/>
            <a:ext cx="1404000" cy="36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93.05%</a:t>
            </a:r>
          </a:p>
        </p:txBody>
      </p:sp>
      <p:sp>
        <p:nvSpPr>
          <p:cNvPr id="131" name="TextBox 130"/>
          <p:cNvSpPr txBox="1"/>
          <p:nvPr>
            <p:custDataLst>
              <p:tags r:id="rId63"/>
            </p:custDataLst>
          </p:nvPr>
        </p:nvSpPr>
        <p:spPr>
          <a:xfrm>
            <a:off x="576000" y="19260000"/>
            <a:ext cx="6624000" cy="324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3666E"/>
                </a:solidFill>
                <a:latin typeface="Times New Roman"/>
                <a:ea typeface="DFKai-SB"/>
                <a:cs typeface="Times New Roman"/>
              </a:rPr>
              <a:t>整體準確率98.08%·固定17類分類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7560000" y="16920000"/>
            <a:ext cx="0" cy="2844000"/>
          </a:xfrm>
          <a:prstGeom prst="line">
            <a:avLst/>
          </a:prstGeom>
          <a:ln w="12700">
            <a:solidFill>
              <a:srgbClr val="D6DD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>
            <p:custDataLst>
              <p:tags r:id="rId64"/>
            </p:custDataLst>
          </p:nvPr>
        </p:nvSpPr>
        <p:spPr>
          <a:xfrm>
            <a:off x="7920000" y="16920000"/>
            <a:ext cx="6624000" cy="36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C1D"/>
                </a:solidFill>
                <a:latin typeface="Times New Roman"/>
                <a:ea typeface="DFKai-SB"/>
                <a:cs typeface="Times New Roman"/>
              </a:rPr>
              <a:t>1,550筆訓練案例／463筆查詢</a:t>
            </a:r>
          </a:p>
        </p:txBody>
      </p:sp>
      <p:sp>
        <p:nvSpPr>
          <p:cNvPr id="134" name="TextBox 133"/>
          <p:cNvSpPr txBox="1"/>
          <p:nvPr>
            <p:custDataLst>
              <p:tags r:id="rId65"/>
            </p:custDataLst>
          </p:nvPr>
        </p:nvSpPr>
        <p:spPr>
          <a:xfrm>
            <a:off x="7920000" y="17352000"/>
            <a:ext cx="6624000" cy="432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Top-5  97.62%</a:t>
            </a:r>
          </a:p>
        </p:txBody>
      </p:sp>
      <p:sp>
        <p:nvSpPr>
          <p:cNvPr id="135" name="TextBox 134"/>
          <p:cNvSpPr txBox="1"/>
          <p:nvPr>
            <p:custDataLst>
              <p:tags r:id="rId66"/>
            </p:custDataLst>
          </p:nvPr>
        </p:nvSpPr>
        <p:spPr>
          <a:xfrm>
            <a:off x="7920000" y="17892000"/>
            <a:ext cx="6624000" cy="36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66E"/>
                </a:solidFill>
                <a:latin typeface="Times New Roman"/>
                <a:ea typeface="DFKai-SB"/>
                <a:cs typeface="Times New Roman"/>
              </a:rPr>
              <a:t>MRR@5  93.89%·訓練／查詢重疊0</a:t>
            </a:r>
          </a:p>
        </p:txBody>
      </p:sp>
      <p:sp>
        <p:nvSpPr>
          <p:cNvPr id="136" name="TextBox 135"/>
          <p:cNvSpPr txBox="1"/>
          <p:nvPr>
            <p:custDataLst>
              <p:tags r:id="rId67"/>
            </p:custDataLst>
          </p:nvPr>
        </p:nvSpPr>
        <p:spPr>
          <a:xfrm>
            <a:off x="7878725" y="18360000"/>
            <a:ext cx="2088000" cy="432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415</a:t>
            </a:r>
          </a:p>
        </p:txBody>
      </p:sp>
      <p:sp>
        <p:nvSpPr>
          <p:cNvPr id="137" name="TextBox 136"/>
          <p:cNvSpPr txBox="1"/>
          <p:nvPr>
            <p:custDataLst>
              <p:tags r:id="rId68"/>
            </p:custDataLst>
          </p:nvPr>
        </p:nvSpPr>
        <p:spPr>
          <a:xfrm>
            <a:off x="7893013" y="18828000"/>
            <a:ext cx="2088000" cy="324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C1D"/>
                </a:solidFill>
                <a:latin typeface="Times New Roman"/>
                <a:ea typeface="DFKai-SB"/>
                <a:cs typeface="Times New Roman"/>
              </a:rPr>
              <a:t>支持</a:t>
            </a:r>
          </a:p>
        </p:txBody>
      </p:sp>
      <p:sp>
        <p:nvSpPr>
          <p:cNvPr id="138" name="TextBox 137"/>
          <p:cNvSpPr txBox="1"/>
          <p:nvPr>
            <p:custDataLst>
              <p:tags r:id="rId69"/>
            </p:custDataLst>
          </p:nvPr>
        </p:nvSpPr>
        <p:spPr>
          <a:xfrm>
            <a:off x="10146725" y="18360000"/>
            <a:ext cx="2088000" cy="432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13</a:t>
            </a:r>
          </a:p>
        </p:txBody>
      </p:sp>
      <p:sp>
        <p:nvSpPr>
          <p:cNvPr id="139" name="TextBox 138"/>
          <p:cNvSpPr txBox="1"/>
          <p:nvPr>
            <p:custDataLst>
              <p:tags r:id="rId70"/>
            </p:custDataLst>
          </p:nvPr>
        </p:nvSpPr>
        <p:spPr>
          <a:xfrm>
            <a:off x="10161012" y="18828000"/>
            <a:ext cx="2088000" cy="324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C1D"/>
                </a:solidFill>
                <a:latin typeface="Times New Roman"/>
                <a:ea typeface="DFKai-SB"/>
                <a:cs typeface="Times New Roman"/>
              </a:rPr>
              <a:t>複核</a:t>
            </a:r>
          </a:p>
        </p:txBody>
      </p:sp>
      <p:sp>
        <p:nvSpPr>
          <p:cNvPr id="140" name="TextBox 139"/>
          <p:cNvSpPr txBox="1"/>
          <p:nvPr>
            <p:custDataLst>
              <p:tags r:id="rId71"/>
            </p:custDataLst>
          </p:nvPr>
        </p:nvSpPr>
        <p:spPr>
          <a:xfrm>
            <a:off x="12414726" y="18360000"/>
            <a:ext cx="2088000" cy="432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35</a:t>
            </a:r>
          </a:p>
        </p:txBody>
      </p:sp>
      <p:sp>
        <p:nvSpPr>
          <p:cNvPr id="141" name="TextBox 140"/>
          <p:cNvSpPr txBox="1"/>
          <p:nvPr>
            <p:custDataLst>
              <p:tags r:id="rId72"/>
            </p:custDataLst>
          </p:nvPr>
        </p:nvSpPr>
        <p:spPr>
          <a:xfrm>
            <a:off x="12429013" y="18828000"/>
            <a:ext cx="2088000" cy="324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C1D"/>
                </a:solidFill>
                <a:latin typeface="Times New Roman"/>
                <a:ea typeface="DFKai-SB"/>
                <a:cs typeface="Times New Roman"/>
              </a:rPr>
              <a:t>不確定</a:t>
            </a:r>
          </a:p>
        </p:txBody>
      </p:sp>
      <p:sp>
        <p:nvSpPr>
          <p:cNvPr id="142" name="TextBox 141"/>
          <p:cNvSpPr txBox="1"/>
          <p:nvPr>
            <p:custDataLst>
              <p:tags r:id="rId73"/>
            </p:custDataLst>
          </p:nvPr>
        </p:nvSpPr>
        <p:spPr>
          <a:xfrm>
            <a:off x="7920000" y="19296000"/>
            <a:ext cx="6624000" cy="504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3666E"/>
                </a:solidFill>
                <a:latin typeface="Times New Roman"/>
                <a:ea typeface="DFKai-SB"/>
                <a:cs typeface="Times New Roman"/>
              </a:rPr>
              <a:t>30筆偵測誤判中18筆分流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3666E"/>
                </a:solidFill>
                <a:latin typeface="Times New Roman"/>
                <a:ea typeface="DFKai-SB"/>
                <a:cs typeface="Times New Roman"/>
              </a:rPr>
              <a:t>其餘12筆獲支持，處置另經策略檢查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576000" y="19872000"/>
            <a:ext cx="13968000" cy="0"/>
          </a:xfrm>
          <a:prstGeom prst="line">
            <a:avLst/>
          </a:prstGeom>
          <a:ln w="12700">
            <a:solidFill>
              <a:srgbClr val="D6DD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>
            <p:custDataLst>
              <p:tags r:id="rId74"/>
            </p:custDataLst>
          </p:nvPr>
        </p:nvSpPr>
        <p:spPr>
          <a:xfrm>
            <a:off x="576000" y="19980000"/>
            <a:ext cx="13968000" cy="288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5186"/>
                </a:solidFill>
                <a:latin typeface="Times New Roman"/>
                <a:ea typeface="DFKai-SB"/>
                <a:cs typeface="Times New Roman"/>
              </a:rPr>
              <a:t>整合驗證：17類真實張量重跑；6種隔離TCP情境，背景保留與回復皆6/6。</a:t>
            </a:r>
          </a:p>
        </p:txBody>
      </p:sp>
      <p:sp>
        <p:nvSpPr>
          <p:cNvPr id="145" name="TextBox 144"/>
          <p:cNvSpPr txBox="1"/>
          <p:nvPr>
            <p:custDataLst>
              <p:tags r:id="rId75"/>
            </p:custDataLst>
          </p:nvPr>
        </p:nvSpPr>
        <p:spPr>
          <a:xfrm>
            <a:off x="576000" y="20322000"/>
            <a:ext cx="13968000" cy="504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3666E"/>
                </a:solidFill>
                <a:latin typeface="Times New Roman"/>
                <a:ea typeface="DFKai-SB"/>
                <a:cs typeface="Times New Roman"/>
              </a:rPr>
              <a:t>6種隔離情境：4種套用規則、2種監測或蒐證。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3666E"/>
                </a:solidFill>
                <a:latin typeface="Times New Roman"/>
                <a:ea typeface="DFKai-SB"/>
                <a:cs typeface="Times New Roman"/>
              </a:rPr>
              <a:t>6/6為隔離交易與回復結果，非原生攻擊防禦率。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95.275596618652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95.275596618652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5.35433197021484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5.35433197021484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5.35433197021484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7.8740158081054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5.1968536376953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04.8818893432617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04.8818893432617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5.1968536376953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04.8818893432617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04.8818893432617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5.1968536376953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04.8818893432617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04.8818893432617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5.1968536376953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04.8818893432617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04.8818893432617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50.708648681640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50.708648681640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50.708648681640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50.708648681640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38.425201416015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38.425201416015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020.472457885742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020.472457885742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50.708648681640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50.708648681640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38.425201416015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38.4252014160156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020.472457885742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020.472457885742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50.708648681640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50.7086486816406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38.425201416015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38.4252014160156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020.472457885742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020.472457885742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020.472457885742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40.15747070312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50.708648681640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28.503936767578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006.2992248535156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40.15747070312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95.275615692138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5.35433197021484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7.87401580810547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5.35433197021484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5.35433197021484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22.3622131347656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22.3622131347656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99.3700561523438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99.370056152343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5.35433197021484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7.87401580810547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5.35433197021484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5.35433197021484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66.9291381835938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5.35433197021484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66.929138183593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5.35433197021484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66.929138183593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5.3543319702148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23.6220703125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23.622070312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23.622070312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05.8267974853516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05.8267974853516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84.409439086914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84.409439086914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062.992141723632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062.9921417236328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23.6220703125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5.35433197021484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5.354331970214844"/>
</p:tagLst>
</file>

<file path=ppt/theme/theme1.xml><?xml version="1.0" encoding="utf-8"?>
<a:theme xmlns:a="http://schemas.openxmlformats.org/drawingml/2006/main" name="Office Theme">
  <a:themeElements>
    <a:clrScheme name="AI Security Navy Blue Gold">
      <a:dk1>
        <a:srgbClr val="171C1D"/>
      </a:dk1>
      <a:lt1>
        <a:srgbClr val="FFFFFF"/>
      </a:lt1>
      <a:dk2>
        <a:srgbClr val="092B42"/>
      </a:dk2>
      <a:lt2>
        <a:srgbClr val="F0F2F3"/>
      </a:lt2>
      <a:accent1>
        <a:srgbClr val="105186"/>
      </a:accent1>
      <a:accent2>
        <a:srgbClr val="FDB338"/>
      </a:accent2>
      <a:accent3>
        <a:srgbClr val="F0F2F3"/>
      </a:accent3>
      <a:accent4>
        <a:srgbClr val="105186"/>
      </a:accent4>
      <a:accent5>
        <a:srgbClr val="092B42"/>
      </a:accent5>
      <a:accent6>
        <a:srgbClr val="53666E"/>
      </a:accent6>
      <a:hlink>
        <a:srgbClr val="105186"/>
      </a:hlink>
      <a:folHlink>
        <a:srgbClr val="092B42"/>
      </a:folHlink>
    </a:clrScheme>
    <a:fontScheme name="Office">
      <a:majorFont>
        <a:latin typeface="Times New Roman"/>
        <a:ea typeface="DFKai-SB"/>
        <a:cs typeface="Times New Roman"/>
        <a:font script="Jpan" typeface="Times New Roman"/>
        <a:font script="Hang" typeface="Times New Roman"/>
        <a:font script="Hans" typeface="DFKai-SB"/>
        <a:font script="Hant" typeface="DFKai-SB"/>
        <a:font script="Arab" typeface="Times New Roman"/>
        <a:font script="Hebr" typeface="Times New Roman"/>
        <a:font script="Thai" typeface="Times New Roman"/>
        <a:font script="Ethi" typeface="Times New Roman"/>
        <a:font script="Beng" typeface="Times New Roman"/>
        <a:font script="Gujr" typeface="Times New Roman"/>
        <a:font script="Khmr" typeface="Times New Roman"/>
        <a:font script="Knda" typeface="Times New Roman"/>
        <a:font script="Guru" typeface="Times New Roman"/>
        <a:font script="Cans" typeface="Times New Roman"/>
        <a:font script="Cher" typeface="Times New Roman"/>
        <a:font script="Yiii" typeface="Times New Roman"/>
        <a:font script="Tibt" typeface="Times New Roman"/>
        <a:font script="Thaa" typeface="Times New Roman"/>
        <a:font script="Deva" typeface="Times New Roman"/>
        <a:font script="Telu" typeface="Times New Roman"/>
        <a:font script="Taml" typeface="Times New Roman"/>
        <a:font script="Syrc" typeface="Times New Roman"/>
        <a:font script="Orya" typeface="Times New Roman"/>
        <a:font script="Mlym" typeface="Times New Roman"/>
        <a:font script="Laoo" typeface="Times New Roman"/>
        <a:font script="Sinh" typeface="Times New Roman"/>
        <a:font script="Mong" typeface="Times New Roman"/>
        <a:font script="Viet" typeface="Times New Roman"/>
        <a:font script="Uigh" typeface="Times New Roman"/>
        <a:font script="Geor" typeface="Times New Roman"/>
      </a:majorFont>
      <a:minorFont>
        <a:latin typeface="Times New Roman"/>
        <a:ea typeface="DFKai-SB"/>
        <a:cs typeface="Times New Roman"/>
        <a:font script="Jpan" typeface="Times New Roman"/>
        <a:font script="Hang" typeface="Times New Roman"/>
        <a:font script="Hans" typeface="DFKai-SB"/>
        <a:font script="Hant" typeface="DFKai-SB"/>
        <a:font script="Arab" typeface="Times New Roman"/>
        <a:font script="Hebr" typeface="Times New Roman"/>
        <a:font script="Thai" typeface="Times New Roman"/>
        <a:font script="Ethi" typeface="Times New Roman"/>
        <a:font script="Beng" typeface="Times New Roman"/>
        <a:font script="Gujr" typeface="Times New Roman"/>
        <a:font script="Khmr" typeface="Times New Roman"/>
        <a:font script="Knda" typeface="Times New Roman"/>
        <a:font script="Guru" typeface="Times New Roman"/>
        <a:font script="Cans" typeface="Times New Roman"/>
        <a:font script="Cher" typeface="Times New Roman"/>
        <a:font script="Yiii" typeface="Times New Roman"/>
        <a:font script="Tibt" typeface="Times New Roman"/>
        <a:font script="Thaa" typeface="Times New Roman"/>
        <a:font script="Deva" typeface="Times New Roman"/>
        <a:font script="Telu" typeface="Times New Roman"/>
        <a:font script="Taml" typeface="Times New Roman"/>
        <a:font script="Syrc" typeface="Times New Roman"/>
        <a:font script="Orya" typeface="Times New Roman"/>
        <a:font script="Mlym" typeface="Times New Roman"/>
        <a:font script="Laoo" typeface="Times New Roman"/>
        <a:font script="Sinh" typeface="Times New Roman"/>
        <a:font script="Mong" typeface="Times New Roman"/>
        <a:font script="Viet" typeface="Times New Roman"/>
        <a:font script="Uigh" typeface="Times New Roman"/>
        <a:font script="Geor"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198</Words>
  <Application>Microsoft Office PowerPoint</Application>
  <PresentationFormat>自訂</PresentationFormat>
  <Paragraphs>82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3" baseType="lpstr">
      <vt:lpstr>Times New Roman</vt:lpstr>
      <vt:lpstr>Office Theme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AI資安框架｜A2方法海報</dc:title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2026-10-29T06:21:17Z</dcterms:modified>
  <cp:category/>
</cp:coreProperties>
</file>