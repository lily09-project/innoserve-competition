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slideLayout" Target="../slideLayouts/slideLayout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3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32250" y="432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783037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入侵偵測與任務導向檢索增強稽核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7128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16375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33044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6000" y="4896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7280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1" name="Picture 10" descr="flat-icon-2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1836000" y="4716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12610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3" name="Oval 12"/>
          <p:cNvSpPr/>
          <p:nvPr/>
        </p:nvSpPr>
        <p:spPr>
          <a:xfrm>
            <a:off x="54252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4" name="Picture 13" descr="flat-icon-3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5533200" y="4716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>
            <p:custDataLst>
              <p:tags r:id="rId6"/>
            </p:custDataLst>
          </p:nvPr>
        </p:nvSpPr>
        <p:spPr>
          <a:xfrm>
            <a:off x="4958274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6" name="Oval 15"/>
          <p:cNvSpPr/>
          <p:nvPr/>
        </p:nvSpPr>
        <p:spPr>
          <a:xfrm>
            <a:off x="91224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295200" y="4716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9345888" y="480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45888" y="489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45888" y="4986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>
            <p:custDataLst>
              <p:tags r:id="rId7"/>
            </p:custDataLst>
          </p:nvPr>
        </p:nvSpPr>
        <p:spPr>
          <a:xfrm>
            <a:off x="86554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2" name="Oval 21"/>
          <p:cNvSpPr/>
          <p:nvPr/>
        </p:nvSpPr>
        <p:spPr>
          <a:xfrm>
            <a:off x="12819600" y="4608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3" name="Picture 22" descr="flat-icon-4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2927600" y="4716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>
            <p:custDataLst>
              <p:tags r:id="rId8"/>
            </p:custDataLst>
          </p:nvPr>
        </p:nvSpPr>
        <p:spPr>
          <a:xfrm>
            <a:off x="12352675" y="5256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5" name="TextBox 24"/>
          <p:cNvSpPr txBox="1"/>
          <p:nvPr>
            <p:custDataLst>
              <p:tags r:id="rId9"/>
            </p:custDataLst>
          </p:nvPr>
        </p:nvSpPr>
        <p:spPr>
          <a:xfrm>
            <a:off x="818756" y="6030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28" name="TextBox 27"/>
          <p:cNvSpPr txBox="1"/>
          <p:nvPr>
            <p:custDataLst>
              <p:tags r:id="rId10"/>
            </p:custDataLst>
          </p:nvPr>
        </p:nvSpPr>
        <p:spPr>
          <a:xfrm>
            <a:off x="897106" y="6876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29" name="TextBox 28"/>
          <p:cNvSpPr txBox="1"/>
          <p:nvPr>
            <p:custDataLst>
              <p:tags r:id="rId11"/>
            </p:custDataLst>
          </p:nvPr>
        </p:nvSpPr>
        <p:spPr>
          <a:xfrm>
            <a:off x="911394" y="7200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0" name="TextBox 29"/>
          <p:cNvSpPr txBox="1"/>
          <p:nvPr>
            <p:custDataLst>
              <p:tags r:id="rId12"/>
            </p:custDataLst>
          </p:nvPr>
        </p:nvSpPr>
        <p:spPr>
          <a:xfrm>
            <a:off x="909806" y="7524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3" name="TextBox 32"/>
          <p:cNvSpPr txBox="1"/>
          <p:nvPr>
            <p:custDataLst>
              <p:tags r:id="rId13"/>
            </p:custDataLst>
          </p:nvPr>
        </p:nvSpPr>
        <p:spPr>
          <a:xfrm>
            <a:off x="897106" y="8568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任務檢索</a:t>
            </a:r>
          </a:p>
        </p:txBody>
      </p:sp>
      <p:sp>
        <p:nvSpPr>
          <p:cNvPr id="34" name="TextBox 33"/>
          <p:cNvSpPr txBox="1"/>
          <p:nvPr>
            <p:custDataLst>
              <p:tags r:id="rId14"/>
            </p:custDataLst>
          </p:nvPr>
        </p:nvSpPr>
        <p:spPr>
          <a:xfrm>
            <a:off x="911394" y="8892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5" name="TextBox 34"/>
          <p:cNvSpPr txBox="1"/>
          <p:nvPr>
            <p:custDataLst>
              <p:tags r:id="rId15"/>
            </p:custDataLst>
          </p:nvPr>
        </p:nvSpPr>
        <p:spPr>
          <a:xfrm>
            <a:off x="909806" y="9216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8" name="TextBox 37"/>
          <p:cNvSpPr txBox="1"/>
          <p:nvPr>
            <p:custDataLst>
              <p:tags r:id="rId16"/>
            </p:custDataLst>
          </p:nvPr>
        </p:nvSpPr>
        <p:spPr>
          <a:xfrm>
            <a:off x="897106" y="10260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證據稽核</a:t>
            </a:r>
          </a:p>
        </p:txBody>
      </p:sp>
      <p:sp>
        <p:nvSpPr>
          <p:cNvPr id="39" name="TextBox 38"/>
          <p:cNvSpPr txBox="1"/>
          <p:nvPr>
            <p:custDataLst>
              <p:tags r:id="rId17"/>
            </p:custDataLst>
          </p:nvPr>
        </p:nvSpPr>
        <p:spPr>
          <a:xfrm>
            <a:off x="911394" y="10584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0" name="TextBox 39"/>
          <p:cNvSpPr txBox="1"/>
          <p:nvPr>
            <p:custDataLst>
              <p:tags r:id="rId18"/>
            </p:custDataLst>
          </p:nvPr>
        </p:nvSpPr>
        <p:spPr>
          <a:xfrm>
            <a:off x="909806" y="10908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3" name="TextBox 42"/>
          <p:cNvSpPr txBox="1"/>
          <p:nvPr>
            <p:custDataLst>
              <p:tags r:id="rId19"/>
            </p:custDataLst>
          </p:nvPr>
        </p:nvSpPr>
        <p:spPr>
          <a:xfrm>
            <a:off x="897106" y="11952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04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受控回復</a:t>
            </a:r>
          </a:p>
        </p:txBody>
      </p:sp>
      <p:sp>
        <p:nvSpPr>
          <p:cNvPr id="44" name="TextBox 43"/>
          <p:cNvSpPr txBox="1"/>
          <p:nvPr>
            <p:custDataLst>
              <p:tags r:id="rId20"/>
            </p:custDataLst>
          </p:nvPr>
        </p:nvSpPr>
        <p:spPr>
          <a:xfrm>
            <a:off x="911394" y="12276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45" name="TextBox 44"/>
          <p:cNvSpPr txBox="1"/>
          <p:nvPr>
            <p:custDataLst>
              <p:tags r:id="rId21"/>
            </p:custDataLst>
          </p:nvPr>
        </p:nvSpPr>
        <p:spPr>
          <a:xfrm>
            <a:off x="909806" y="12600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7" name="TextBox 46"/>
          <p:cNvSpPr txBox="1"/>
          <p:nvPr>
            <p:custDataLst>
              <p:tags r:id="rId22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48" name="TextBox 47"/>
          <p:cNvSpPr txBox="1"/>
          <p:nvPr>
            <p:custDataLst>
              <p:tags r:id="rId23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0" name="TextBox 49"/>
          <p:cNvSpPr txBox="1"/>
          <p:nvPr>
            <p:custDataLst>
              <p:tags r:id="rId24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1" name="TextBox 50"/>
          <p:cNvSpPr txBox="1"/>
          <p:nvPr>
            <p:custDataLst>
              <p:tags r:id="rId25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ight Arrow 54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7" name="TextBox 56"/>
          <p:cNvSpPr txBox="1"/>
          <p:nvPr>
            <p:custDataLst>
              <p:tags r:id="rId26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58" name="TextBox 57"/>
          <p:cNvSpPr txBox="1"/>
          <p:nvPr>
            <p:custDataLst>
              <p:tags r:id="rId27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1" name="TextBox 60"/>
          <p:cNvSpPr txBox="1"/>
          <p:nvPr>
            <p:custDataLst>
              <p:tags r:id="rId28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2" name="TextBox 61"/>
          <p:cNvSpPr txBox="1"/>
          <p:nvPr>
            <p:custDataLst>
              <p:tags r:id="rId29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4" name="TextBox 63"/>
          <p:cNvSpPr txBox="1"/>
          <p:nvPr>
            <p:custDataLst>
              <p:tags r:id="rId30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6" name="TextBox 65"/>
          <p:cNvSpPr txBox="1"/>
          <p:nvPr>
            <p:custDataLst>
              <p:tags r:id="rId31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ight Arrow 69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2" name="TextBox 71"/>
          <p:cNvSpPr txBox="1"/>
          <p:nvPr>
            <p:custDataLst>
              <p:tags r:id="rId32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73" name="TextBox 72"/>
          <p:cNvSpPr txBox="1"/>
          <p:nvPr>
            <p:custDataLst>
              <p:tags r:id="rId33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6" name="TextBox 75"/>
          <p:cNvSpPr txBox="1"/>
          <p:nvPr>
            <p:custDataLst>
              <p:tags r:id="rId34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TextBox 77"/>
          <p:cNvSpPr txBox="1"/>
          <p:nvPr>
            <p:custDataLst>
              <p:tags r:id="rId35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6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TextBox 81"/>
          <p:cNvSpPr txBox="1"/>
          <p:nvPr>
            <p:custDataLst>
              <p:tags r:id="rId37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8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9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40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41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ight Arrow 93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6" name="TextBox 95"/>
          <p:cNvSpPr txBox="1"/>
          <p:nvPr>
            <p:custDataLst>
              <p:tags r:id="rId42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97" name="TextBox 96"/>
          <p:cNvSpPr txBox="1"/>
          <p:nvPr>
            <p:custDataLst>
              <p:tags r:id="rId43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0" name="TextBox 99"/>
          <p:cNvSpPr txBox="1"/>
          <p:nvPr>
            <p:custDataLst>
              <p:tags r:id="rId44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6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05" name="TextBox 104"/>
          <p:cNvSpPr txBox="1"/>
          <p:nvPr>
            <p:custDataLst>
              <p:tags r:id="rId47"/>
            </p:custDataLst>
          </p:nvPr>
        </p:nvSpPr>
        <p:spPr>
          <a:xfrm>
            <a:off x="4508219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7" name="TextBox 106"/>
          <p:cNvSpPr txBox="1"/>
          <p:nvPr>
            <p:custDataLst>
              <p:tags r:id="rId48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08" name="Right Arrow 107"/>
          <p:cNvSpPr/>
          <p:nvPr/>
        </p:nvSpPr>
        <p:spPr>
          <a:xfrm>
            <a:off x="7434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7920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0" name="TextBox 109"/>
          <p:cNvSpPr txBox="1"/>
          <p:nvPr>
            <p:custDataLst>
              <p:tags r:id="rId49"/>
            </p:custDataLst>
          </p:nvPr>
        </p:nvSpPr>
        <p:spPr>
          <a:xfrm>
            <a:off x="7886663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10818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1304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3" name="TextBox 112"/>
          <p:cNvSpPr txBox="1"/>
          <p:nvPr>
            <p:custDataLst>
              <p:tags r:id="rId50"/>
            </p:custDataLst>
          </p:nvPr>
        </p:nvSpPr>
        <p:spPr>
          <a:xfrm>
            <a:off x="11270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14" name="TextBox 113"/>
          <p:cNvSpPr txBox="1"/>
          <p:nvPr>
            <p:custDataLst>
              <p:tags r:id="rId51"/>
            </p:custDataLst>
          </p:nvPr>
        </p:nvSpPr>
        <p:spPr>
          <a:xfrm>
            <a:off x="4511394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TextBox 119"/>
          <p:cNvSpPr txBox="1"/>
          <p:nvPr>
            <p:custDataLst>
              <p:tags r:id="rId52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1" name="TextBox 120"/>
          <p:cNvSpPr txBox="1"/>
          <p:nvPr>
            <p:custDataLst>
              <p:tags r:id="rId53"/>
            </p:custDataLst>
          </p:nvPr>
        </p:nvSpPr>
        <p:spPr>
          <a:xfrm>
            <a:off x="818756" y="1427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277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5" name="TextBox 124"/>
          <p:cNvSpPr txBox="1"/>
          <p:nvPr>
            <p:custDataLst>
              <p:tags r:id="rId54"/>
            </p:custDataLst>
          </p:nvPr>
        </p:nvSpPr>
        <p:spPr>
          <a:xfrm>
            <a:off x="969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26" name="TextBox 125"/>
          <p:cNvSpPr txBox="1"/>
          <p:nvPr>
            <p:custDataLst>
              <p:tags r:id="rId55"/>
            </p:custDataLst>
          </p:nvPr>
        </p:nvSpPr>
        <p:spPr>
          <a:xfrm>
            <a:off x="981806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308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9" name="TextBox 128"/>
          <p:cNvSpPr txBox="1"/>
          <p:nvPr>
            <p:custDataLst>
              <p:tags r:id="rId56"/>
            </p:custDataLst>
          </p:nvPr>
        </p:nvSpPr>
        <p:spPr>
          <a:xfrm>
            <a:off x="5505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0" name="TextBox 129"/>
          <p:cNvSpPr txBox="1"/>
          <p:nvPr>
            <p:custDataLst>
              <p:tags r:id="rId57"/>
            </p:custDataLst>
          </p:nvPr>
        </p:nvSpPr>
        <p:spPr>
          <a:xfrm>
            <a:off x="5517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11844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3" name="TextBox 132"/>
          <p:cNvSpPr txBox="1"/>
          <p:nvPr>
            <p:custDataLst>
              <p:tags r:id="rId58"/>
            </p:custDataLst>
          </p:nvPr>
        </p:nvSpPr>
        <p:spPr>
          <a:xfrm>
            <a:off x="10041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34" name="TextBox 133"/>
          <p:cNvSpPr txBox="1"/>
          <p:nvPr>
            <p:custDataLst>
              <p:tags r:id="rId59"/>
            </p:custDataLst>
          </p:nvPr>
        </p:nvSpPr>
        <p:spPr>
          <a:xfrm>
            <a:off x="10053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35" name="TextBox 134"/>
          <p:cNvSpPr txBox="1"/>
          <p:nvPr>
            <p:custDataLst>
              <p:tags r:id="rId60"/>
            </p:custDataLst>
          </p:nvPr>
        </p:nvSpPr>
        <p:spPr>
          <a:xfrm>
            <a:off x="818756" y="1679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>
            <p:custDataLst>
              <p:tags r:id="rId61"/>
            </p:custDataLst>
          </p:nvPr>
        </p:nvSpPr>
        <p:spPr>
          <a:xfrm>
            <a:off x="837806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38" name="TextBox 137"/>
          <p:cNvSpPr txBox="1"/>
          <p:nvPr>
            <p:custDataLst>
              <p:tags r:id="rId62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1" name="TextBox 140"/>
          <p:cNvSpPr txBox="1"/>
          <p:nvPr>
            <p:custDataLst>
              <p:tags r:id="rId63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42" name="TextBox 141"/>
          <p:cNvSpPr txBox="1"/>
          <p:nvPr>
            <p:custDataLst>
              <p:tags r:id="rId64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5" name="TextBox 144"/>
          <p:cNvSpPr txBox="1"/>
          <p:nvPr>
            <p:custDataLst>
              <p:tags r:id="rId65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46" name="TextBox 145"/>
          <p:cNvSpPr txBox="1"/>
          <p:nvPr>
            <p:custDataLst>
              <p:tags r:id="rId66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9" name="TextBox 148"/>
          <p:cNvSpPr txBox="1"/>
          <p:nvPr>
            <p:custDataLst>
              <p:tags r:id="rId67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>
            <p:custDataLst>
              <p:tags r:id="rId68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>
            <p:custDataLst>
              <p:tags r:id="rId69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>
            <p:custDataLst>
              <p:tags r:id="rId70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56" name="TextBox 155"/>
          <p:cNvSpPr txBox="1"/>
          <p:nvPr>
            <p:custDataLst>
              <p:tags r:id="rId71"/>
            </p:custDataLst>
          </p:nvPr>
        </p:nvSpPr>
        <p:spPr>
          <a:xfrm>
            <a:off x="837806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>
            <p:custDataLst>
              <p:tags r:id="rId72"/>
            </p:custDataLst>
          </p:nvPr>
        </p:nvSpPr>
        <p:spPr>
          <a:xfrm>
            <a:off x="7893807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59" name="TextBox 158"/>
          <p:cNvSpPr txBox="1"/>
          <p:nvPr>
            <p:custDataLst>
              <p:tags r:id="rId73"/>
            </p:custDataLst>
          </p:nvPr>
        </p:nvSpPr>
        <p:spPr>
          <a:xfrm>
            <a:off x="7860469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0" name="TextBox 159"/>
          <p:cNvSpPr txBox="1"/>
          <p:nvPr>
            <p:custDataLst>
              <p:tags r:id="rId74"/>
            </p:custDataLst>
          </p:nvPr>
        </p:nvSpPr>
        <p:spPr>
          <a:xfrm>
            <a:off x="7895395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2" name="TextBox 161"/>
          <p:cNvSpPr txBox="1"/>
          <p:nvPr>
            <p:custDataLst>
              <p:tags r:id="rId75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63" name="TextBox 162"/>
          <p:cNvSpPr txBox="1"/>
          <p:nvPr>
            <p:custDataLst>
              <p:tags r:id="rId76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5" name="TextBox 164"/>
          <p:cNvSpPr txBox="1"/>
          <p:nvPr>
            <p:custDataLst>
              <p:tags r:id="rId77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66" name="TextBox 165"/>
          <p:cNvSpPr txBox="1"/>
          <p:nvPr>
            <p:custDataLst>
              <p:tags r:id="rId78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8" name="TextBox 167"/>
          <p:cNvSpPr txBox="1"/>
          <p:nvPr>
            <p:custDataLst>
              <p:tags r:id="rId79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69" name="TextBox 168"/>
          <p:cNvSpPr txBox="1"/>
          <p:nvPr>
            <p:custDataLst>
              <p:tags r:id="rId80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0" name="TextBox 169"/>
          <p:cNvSpPr txBox="1"/>
          <p:nvPr>
            <p:custDataLst>
              <p:tags r:id="rId81"/>
            </p:custDataLst>
          </p:nvPr>
        </p:nvSpPr>
        <p:spPr>
          <a:xfrm>
            <a:off x="7896188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2" name="TextBox 171"/>
          <p:cNvSpPr txBox="1"/>
          <p:nvPr>
            <p:custDataLst>
              <p:tags r:id="rId82"/>
            </p:custDataLst>
          </p:nvPr>
        </p:nvSpPr>
        <p:spPr>
          <a:xfrm>
            <a:off x="981807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3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75" name="TextBox 174"/>
          <p:cNvSpPr txBox="1"/>
          <p:nvPr>
            <p:custDataLst>
              <p:tags r:id="rId84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7" name="TextBox 176"/>
          <p:cNvSpPr txBox="1"/>
          <p:nvPr>
            <p:custDataLst>
              <p:tags r:id="rId85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78" name="TextBox 177"/>
          <p:cNvSpPr txBox="1"/>
          <p:nvPr>
            <p:custDataLst>
              <p:tags r:id="rId86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0" name="TextBox 179"/>
          <p:cNvSpPr txBox="1"/>
          <p:nvPr>
            <p:custDataLst>
              <p:tags r:id="rId87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81" name="TextBox 180"/>
          <p:cNvSpPr txBox="1"/>
          <p:nvPr>
            <p:custDataLst>
              <p:tags r:id="rId88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3" name="TextBox 182"/>
          <p:cNvSpPr txBox="1"/>
          <p:nvPr>
            <p:custDataLst>
              <p:tags r:id="rId89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84" name="TextBox 183"/>
          <p:cNvSpPr txBox="1"/>
          <p:nvPr>
            <p:custDataLst>
              <p:tags r:id="rId90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6" name="TextBox 185"/>
          <p:cNvSpPr txBox="1"/>
          <p:nvPr>
            <p:custDataLst>
              <p:tags r:id="rId91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87" name="TextBox 186"/>
          <p:cNvSpPr txBox="1"/>
          <p:nvPr>
            <p:custDataLst>
              <p:tags r:id="rId92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9" name="TextBox 188"/>
          <p:cNvSpPr txBox="1"/>
          <p:nvPr>
            <p:custDataLst>
              <p:tags r:id="rId93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0" name="TextBox 189"/>
          <p:cNvSpPr txBox="1"/>
          <p:nvPr>
            <p:custDataLst>
              <p:tags r:id="rId94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1" name="TextBox 190"/>
          <p:cNvSpPr txBox="1"/>
          <p:nvPr>
            <p:custDataLst>
              <p:tags r:id="rId95"/>
            </p:custDataLst>
          </p:nvPr>
        </p:nvSpPr>
        <p:spPr>
          <a:xfrm>
            <a:off x="10624250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192" name="TextBox 191"/>
          <p:cNvSpPr txBox="1"/>
          <p:nvPr>
            <p:custDataLst>
              <p:tags r:id="rId96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482910156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0.629913330078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0.07874298095703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5.1181030273437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254</Words>
  <Application>Microsoft Office PowerPoint</Application>
  <PresentationFormat>自訂</PresentationFormat>
  <Paragraphs>110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2026-10-31T05:55:42Z</dcterms:modified>
  <cp:category/>
</cp:coreProperties>
</file>